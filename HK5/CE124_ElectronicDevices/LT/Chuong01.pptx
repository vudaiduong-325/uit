
<file path=[Content_Types].xml><?xml version="1.0" encoding="utf-8"?>
<Types xmlns="http://schemas.openxmlformats.org/package/2006/content-types">
  <Default Extension="emf" ContentType="image/x-emf"/>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775" r:id="rId1"/>
  </p:sldMasterIdLst>
  <p:notesMasterIdLst>
    <p:notesMasterId r:id="rId39"/>
  </p:notesMasterIdLst>
  <p:handoutMasterIdLst>
    <p:handoutMasterId r:id="rId40"/>
  </p:handoutMasterIdLst>
  <p:sldIdLst>
    <p:sldId id="345" r:id="rId2"/>
    <p:sldId id="279" r:id="rId3"/>
    <p:sldId id="285" r:id="rId4"/>
    <p:sldId id="301" r:id="rId5"/>
    <p:sldId id="287" r:id="rId6"/>
    <p:sldId id="319" r:id="rId7"/>
    <p:sldId id="288" r:id="rId8"/>
    <p:sldId id="346" r:id="rId9"/>
    <p:sldId id="341" r:id="rId10"/>
    <p:sldId id="289" r:id="rId11"/>
    <p:sldId id="350" r:id="rId12"/>
    <p:sldId id="303" r:id="rId13"/>
    <p:sldId id="306" r:id="rId14"/>
    <p:sldId id="351" r:id="rId15"/>
    <p:sldId id="293" r:id="rId16"/>
    <p:sldId id="352" r:id="rId17"/>
    <p:sldId id="353" r:id="rId18"/>
    <p:sldId id="354" r:id="rId19"/>
    <p:sldId id="355" r:id="rId20"/>
    <p:sldId id="356" r:id="rId21"/>
    <p:sldId id="357" r:id="rId22"/>
    <p:sldId id="358" r:id="rId23"/>
    <p:sldId id="359" r:id="rId24"/>
    <p:sldId id="360" r:id="rId25"/>
    <p:sldId id="305" r:id="rId26"/>
    <p:sldId id="324" r:id="rId27"/>
    <p:sldId id="325" r:id="rId28"/>
    <p:sldId id="365" r:id="rId29"/>
    <p:sldId id="366" r:id="rId30"/>
    <p:sldId id="367" r:id="rId31"/>
    <p:sldId id="368" r:id="rId32"/>
    <p:sldId id="364" r:id="rId33"/>
    <p:sldId id="348" r:id="rId34"/>
    <p:sldId id="369" r:id="rId35"/>
    <p:sldId id="370" r:id="rId36"/>
    <p:sldId id="371" r:id="rId37"/>
    <p:sldId id="372" r:id="rId38"/>
  </p:sldIdLst>
  <p:sldSz cx="9906000" cy="6858000" type="A4"/>
  <p:notesSz cx="6858000" cy="9144000"/>
  <p:defaultTextStyle>
    <a:defPPr>
      <a:defRPr lang="sv-SE"/>
    </a:defPPr>
    <a:lvl1pPr algn="ctr" rtl="0" eaLnBrk="0" fontAlgn="base" hangingPunct="0">
      <a:spcBef>
        <a:spcPct val="0"/>
      </a:spcBef>
      <a:spcAft>
        <a:spcPct val="0"/>
      </a:spcAft>
      <a:defRPr sz="2400" kern="1200">
        <a:solidFill>
          <a:schemeClr val="tx1"/>
        </a:solidFill>
        <a:latin typeface="Times" pitchFamily="1" charset="0"/>
        <a:ea typeface="+mn-ea"/>
        <a:cs typeface="+mn-cs"/>
      </a:defRPr>
    </a:lvl1pPr>
    <a:lvl2pPr marL="457200" algn="ctr" rtl="0" eaLnBrk="0" fontAlgn="base" hangingPunct="0">
      <a:spcBef>
        <a:spcPct val="0"/>
      </a:spcBef>
      <a:spcAft>
        <a:spcPct val="0"/>
      </a:spcAft>
      <a:defRPr sz="2400" kern="1200">
        <a:solidFill>
          <a:schemeClr val="tx1"/>
        </a:solidFill>
        <a:latin typeface="Times" pitchFamily="1" charset="0"/>
        <a:ea typeface="+mn-ea"/>
        <a:cs typeface="+mn-cs"/>
      </a:defRPr>
    </a:lvl2pPr>
    <a:lvl3pPr marL="914400" algn="ctr" rtl="0" eaLnBrk="0" fontAlgn="base" hangingPunct="0">
      <a:spcBef>
        <a:spcPct val="0"/>
      </a:spcBef>
      <a:spcAft>
        <a:spcPct val="0"/>
      </a:spcAft>
      <a:defRPr sz="2400" kern="1200">
        <a:solidFill>
          <a:schemeClr val="tx1"/>
        </a:solidFill>
        <a:latin typeface="Times" pitchFamily="1" charset="0"/>
        <a:ea typeface="+mn-ea"/>
        <a:cs typeface="+mn-cs"/>
      </a:defRPr>
    </a:lvl3pPr>
    <a:lvl4pPr marL="1371600" algn="ctr" rtl="0" eaLnBrk="0" fontAlgn="base" hangingPunct="0">
      <a:spcBef>
        <a:spcPct val="0"/>
      </a:spcBef>
      <a:spcAft>
        <a:spcPct val="0"/>
      </a:spcAft>
      <a:defRPr sz="2400" kern="1200">
        <a:solidFill>
          <a:schemeClr val="tx1"/>
        </a:solidFill>
        <a:latin typeface="Times" pitchFamily="1" charset="0"/>
        <a:ea typeface="+mn-ea"/>
        <a:cs typeface="+mn-cs"/>
      </a:defRPr>
    </a:lvl4pPr>
    <a:lvl5pPr marL="1828800" algn="ctr" rtl="0" eaLnBrk="0" fontAlgn="base" hangingPunct="0">
      <a:spcBef>
        <a:spcPct val="0"/>
      </a:spcBef>
      <a:spcAft>
        <a:spcPct val="0"/>
      </a:spcAft>
      <a:defRPr sz="2400" kern="1200">
        <a:solidFill>
          <a:schemeClr val="tx1"/>
        </a:solidFill>
        <a:latin typeface="Times" pitchFamily="1" charset="0"/>
        <a:ea typeface="+mn-ea"/>
        <a:cs typeface="+mn-cs"/>
      </a:defRPr>
    </a:lvl5pPr>
    <a:lvl6pPr marL="2286000" algn="l" defTabSz="914400" rtl="0" eaLnBrk="1" latinLnBrk="0" hangingPunct="1">
      <a:defRPr sz="2400" kern="1200">
        <a:solidFill>
          <a:schemeClr val="tx1"/>
        </a:solidFill>
        <a:latin typeface="Times" pitchFamily="1" charset="0"/>
        <a:ea typeface="+mn-ea"/>
        <a:cs typeface="+mn-cs"/>
      </a:defRPr>
    </a:lvl6pPr>
    <a:lvl7pPr marL="2743200" algn="l" defTabSz="914400" rtl="0" eaLnBrk="1" latinLnBrk="0" hangingPunct="1">
      <a:defRPr sz="2400" kern="1200">
        <a:solidFill>
          <a:schemeClr val="tx1"/>
        </a:solidFill>
        <a:latin typeface="Times" pitchFamily="1" charset="0"/>
        <a:ea typeface="+mn-ea"/>
        <a:cs typeface="+mn-cs"/>
      </a:defRPr>
    </a:lvl7pPr>
    <a:lvl8pPr marL="3200400" algn="l" defTabSz="914400" rtl="0" eaLnBrk="1" latinLnBrk="0" hangingPunct="1">
      <a:defRPr sz="2400" kern="1200">
        <a:solidFill>
          <a:schemeClr val="tx1"/>
        </a:solidFill>
        <a:latin typeface="Times" pitchFamily="1" charset="0"/>
        <a:ea typeface="+mn-ea"/>
        <a:cs typeface="+mn-cs"/>
      </a:defRPr>
    </a:lvl8pPr>
    <a:lvl9pPr marL="3657600" algn="l" defTabSz="914400" rtl="0" eaLnBrk="1" latinLnBrk="0" hangingPunct="1">
      <a:defRPr sz="2400" kern="1200">
        <a:solidFill>
          <a:schemeClr val="tx1"/>
        </a:solidFill>
        <a:latin typeface="Times" pitchFamily="1"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12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99"/>
    <a:srgbClr val="80808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80211" autoAdjust="0"/>
  </p:normalViewPr>
  <p:slideViewPr>
    <p:cSldViewPr snapToObjects="1">
      <p:cViewPr>
        <p:scale>
          <a:sx n="67" d="100"/>
          <a:sy n="67" d="100"/>
        </p:scale>
        <p:origin x="1776" y="29"/>
      </p:cViewPr>
      <p:guideLst>
        <p:guide orient="horz" pos="2160"/>
        <p:guide pos="3120"/>
      </p:guideLst>
    </p:cSldViewPr>
  </p:slideViewPr>
  <p:outlineViewPr>
    <p:cViewPr>
      <p:scale>
        <a:sx n="33" d="100"/>
        <a:sy n="33" d="100"/>
      </p:scale>
      <p:origin x="0" y="0"/>
    </p:cViewPr>
  </p:outlineViewPr>
  <p:notesTextViewPr>
    <p:cViewPr>
      <p:scale>
        <a:sx n="100" d="100"/>
        <a:sy n="100" d="100"/>
      </p:scale>
      <p:origin x="0" y="0"/>
    </p:cViewPr>
  </p:notesTextViewPr>
  <p:notesViewPr>
    <p:cSldViewPr snapToObjects="1">
      <p:cViewPr varScale="1">
        <p:scale>
          <a:sx n="88" d="100"/>
          <a:sy n="88" d="100"/>
        </p:scale>
        <p:origin x="3822" y="66"/>
      </p:cViewPr>
      <p:guideLst/>
    </p:cSldViewPr>
  </p:notesViewPr>
  <p:gridSpacing cx="45005" cy="45005"/>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42"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a:defRPr sz="1200"/>
            </a:lvl1pPr>
          </a:lstStyle>
          <a:p>
            <a:endParaRPr lang="sv-SE"/>
          </a:p>
        </p:txBody>
      </p:sp>
      <p:sp>
        <p:nvSpPr>
          <p:cNvPr id="10243" name="Rectangle 3"/>
          <p:cNvSpPr>
            <a:spLocks noGrp="1" noChangeArrowheads="1"/>
          </p:cNvSpPr>
          <p:nvPr>
            <p:ph type="dt" sz="quarter"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endParaRPr lang="sv-SE"/>
          </a:p>
        </p:txBody>
      </p:sp>
      <p:sp>
        <p:nvSpPr>
          <p:cNvPr id="10244" name="Rectangle 4"/>
          <p:cNvSpPr>
            <a:spLocks noGrp="1" noChangeArrowheads="1"/>
          </p:cNvSpPr>
          <p:nvPr>
            <p:ph type="ftr" sz="quarter" idx="2"/>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a:defRPr sz="1200"/>
            </a:lvl1pPr>
          </a:lstStyle>
          <a:p>
            <a:endParaRPr lang="sv-SE"/>
          </a:p>
        </p:txBody>
      </p:sp>
      <p:sp>
        <p:nvSpPr>
          <p:cNvPr id="10245" name="Rectangle 5"/>
          <p:cNvSpPr>
            <a:spLocks noGrp="1" noChangeArrowheads="1"/>
          </p:cNvSpPr>
          <p:nvPr>
            <p:ph type="sldNum" sz="quarter" idx="3"/>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fld id="{F1AC2784-202A-43B4-8BBE-F1C2E4013BCD}" type="slidenum">
              <a:rPr lang="sv-SE"/>
              <a:pPr/>
              <a:t>‹#›</a:t>
            </a:fld>
            <a:endParaRPr lang="sv-SE"/>
          </a:p>
        </p:txBody>
      </p:sp>
    </p:spTree>
    <p:extLst>
      <p:ext uri="{BB962C8B-B14F-4D97-AF65-F5344CB8AC3E}">
        <p14:creationId xmlns:p14="http://schemas.microsoft.com/office/powerpoint/2010/main" val="408414997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a:defRPr sz="1200"/>
            </a:lvl1pPr>
          </a:lstStyle>
          <a:p>
            <a:endParaRPr lang="sv-SE"/>
          </a:p>
        </p:txBody>
      </p:sp>
      <p:sp>
        <p:nvSpPr>
          <p:cNvPr id="4099" name="Rectangle 3"/>
          <p:cNvSpPr>
            <a:spLocks noGrp="1" noChangeArrowheads="1"/>
          </p:cNvSpPr>
          <p:nvPr>
            <p:ph type="dt"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endParaRPr lang="sv-SE"/>
          </a:p>
        </p:txBody>
      </p:sp>
      <p:sp>
        <p:nvSpPr>
          <p:cNvPr id="4100" name="Rectangle 4"/>
          <p:cNvSpPr>
            <a:spLocks noGrp="1" noRot="1" noChangeAspect="1" noChangeArrowheads="1" noTextEdit="1"/>
          </p:cNvSpPr>
          <p:nvPr>
            <p:ph type="sldImg" idx="2"/>
          </p:nvPr>
        </p:nvSpPr>
        <p:spPr bwMode="auto">
          <a:xfrm>
            <a:off x="952500" y="685800"/>
            <a:ext cx="4953000" cy="3429000"/>
          </a:xfrm>
          <a:prstGeom prst="rect">
            <a:avLst/>
          </a:prstGeom>
          <a:noFill/>
          <a:ln w="9525">
            <a:solidFill>
              <a:srgbClr val="000000"/>
            </a:solidFill>
            <a:miter lim="800000"/>
            <a:headEnd/>
            <a:tailEnd/>
          </a:ln>
          <a:effectLst/>
        </p:spPr>
      </p:sp>
      <p:sp>
        <p:nvSpPr>
          <p:cNvPr id="4101" name="Rectangle 5"/>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4102" name="Rectangle 6"/>
          <p:cNvSpPr>
            <a:spLocks noGrp="1" noChangeArrowheads="1"/>
          </p:cNvSpPr>
          <p:nvPr>
            <p:ph type="ftr" sz="quarter" idx="4"/>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a:defRPr sz="1200"/>
            </a:lvl1pPr>
          </a:lstStyle>
          <a:p>
            <a:endParaRPr lang="sv-SE"/>
          </a:p>
        </p:txBody>
      </p:sp>
      <p:sp>
        <p:nvSpPr>
          <p:cNvPr id="4103" name="Rectangle 7"/>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fld id="{9B3A6057-268F-4F30-9FDB-4F3BD4328747}" type="slidenum">
              <a:rPr lang="sv-SE"/>
              <a:pPr/>
              <a:t>‹#›</a:t>
            </a:fld>
            <a:endParaRPr lang="sv-SE"/>
          </a:p>
        </p:txBody>
      </p:sp>
    </p:spTree>
    <p:extLst>
      <p:ext uri="{BB962C8B-B14F-4D97-AF65-F5344CB8AC3E}">
        <p14:creationId xmlns:p14="http://schemas.microsoft.com/office/powerpoint/2010/main" val="2740523026"/>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Times" pitchFamily="1" charset="0"/>
        <a:ea typeface="+mn-ea"/>
        <a:cs typeface="+mn-cs"/>
      </a:defRPr>
    </a:lvl1pPr>
    <a:lvl2pPr marL="457200" algn="l" rtl="0" fontAlgn="base">
      <a:spcBef>
        <a:spcPct val="30000"/>
      </a:spcBef>
      <a:spcAft>
        <a:spcPct val="0"/>
      </a:spcAft>
      <a:defRPr sz="1200" kern="1200">
        <a:solidFill>
          <a:schemeClr val="tx1"/>
        </a:solidFill>
        <a:latin typeface="Times" pitchFamily="1" charset="0"/>
        <a:ea typeface="+mn-ea"/>
        <a:cs typeface="+mn-cs"/>
      </a:defRPr>
    </a:lvl2pPr>
    <a:lvl3pPr marL="914400" algn="l" rtl="0" fontAlgn="base">
      <a:spcBef>
        <a:spcPct val="30000"/>
      </a:spcBef>
      <a:spcAft>
        <a:spcPct val="0"/>
      </a:spcAft>
      <a:defRPr sz="1200" kern="1200">
        <a:solidFill>
          <a:schemeClr val="tx1"/>
        </a:solidFill>
        <a:latin typeface="Times" pitchFamily="1" charset="0"/>
        <a:ea typeface="+mn-ea"/>
        <a:cs typeface="+mn-cs"/>
      </a:defRPr>
    </a:lvl3pPr>
    <a:lvl4pPr marL="1371600" algn="l" rtl="0" fontAlgn="base">
      <a:spcBef>
        <a:spcPct val="30000"/>
      </a:spcBef>
      <a:spcAft>
        <a:spcPct val="0"/>
      </a:spcAft>
      <a:defRPr sz="1200" kern="1200">
        <a:solidFill>
          <a:schemeClr val="tx1"/>
        </a:solidFill>
        <a:latin typeface="Times" pitchFamily="1" charset="0"/>
        <a:ea typeface="+mn-ea"/>
        <a:cs typeface="+mn-cs"/>
      </a:defRPr>
    </a:lvl4pPr>
    <a:lvl5pPr marL="1828800" algn="l" rtl="0" fontAlgn="base">
      <a:spcBef>
        <a:spcPct val="30000"/>
      </a:spcBef>
      <a:spcAft>
        <a:spcPct val="0"/>
      </a:spcAft>
      <a:defRPr sz="1200" kern="1200">
        <a:solidFill>
          <a:schemeClr val="tx1"/>
        </a:solidFill>
        <a:latin typeface="Times" pitchFamily="1"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3" Type="http://schemas.openxmlformats.org/officeDocument/2006/relationships/hyperlink" Target="http://www.ucdsb.on.ca/school/sla/aboutus/Pages/ExamSchedule.aspx" TargetMode="External"/><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sv-SE" dirty="0"/>
          </a:p>
        </p:txBody>
      </p:sp>
      <p:sp>
        <p:nvSpPr>
          <p:cNvPr id="4" name="Slide Number Placeholder 3"/>
          <p:cNvSpPr>
            <a:spLocks noGrp="1"/>
          </p:cNvSpPr>
          <p:nvPr>
            <p:ph type="sldNum" sz="quarter" idx="10"/>
          </p:nvPr>
        </p:nvSpPr>
        <p:spPr/>
        <p:txBody>
          <a:bodyPr/>
          <a:lstStyle/>
          <a:p>
            <a:fld id="{9B3A6057-268F-4F30-9FDB-4F3BD4328747}" type="slidenum">
              <a:rPr lang="sv-SE" smtClean="0"/>
              <a:pPr/>
              <a:t>2</a:t>
            </a:fld>
            <a:endParaRPr lang="sv-SE"/>
          </a:p>
        </p:txBody>
      </p:sp>
    </p:spTree>
    <p:extLst>
      <p:ext uri="{BB962C8B-B14F-4D97-AF65-F5344CB8AC3E}">
        <p14:creationId xmlns:p14="http://schemas.microsoft.com/office/powerpoint/2010/main" val="216144107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sv-SE" dirty="0"/>
              <a:t>https://picasaweb.google.com/107263748601915715835/NesargiKarmicPranjal#5556691209155746434</a:t>
            </a:r>
          </a:p>
        </p:txBody>
      </p:sp>
      <p:sp>
        <p:nvSpPr>
          <p:cNvPr id="4" name="Slide Number Placeholder 3"/>
          <p:cNvSpPr>
            <a:spLocks noGrp="1"/>
          </p:cNvSpPr>
          <p:nvPr>
            <p:ph type="sldNum" sz="quarter" idx="10"/>
          </p:nvPr>
        </p:nvSpPr>
        <p:spPr/>
        <p:txBody>
          <a:bodyPr/>
          <a:lstStyle/>
          <a:p>
            <a:fld id="{9B3A6057-268F-4F30-9FDB-4F3BD4328747}" type="slidenum">
              <a:rPr lang="sv-SE" smtClean="0"/>
              <a:pPr/>
              <a:t>3</a:t>
            </a:fld>
            <a:endParaRPr lang="sv-SE"/>
          </a:p>
        </p:txBody>
      </p:sp>
    </p:spTree>
    <p:extLst>
      <p:ext uri="{BB962C8B-B14F-4D97-AF65-F5344CB8AC3E}">
        <p14:creationId xmlns:p14="http://schemas.microsoft.com/office/powerpoint/2010/main" val="34264869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sv-SE" dirty="0"/>
              <a:t>https://picasaweb.google.com/107263748601915715835/NesargiKarmicPranjal#5556691209155746434</a:t>
            </a:r>
          </a:p>
        </p:txBody>
      </p:sp>
      <p:sp>
        <p:nvSpPr>
          <p:cNvPr id="4" name="Slide Number Placeholder 3"/>
          <p:cNvSpPr>
            <a:spLocks noGrp="1"/>
          </p:cNvSpPr>
          <p:nvPr>
            <p:ph type="sldNum" sz="quarter" idx="10"/>
          </p:nvPr>
        </p:nvSpPr>
        <p:spPr/>
        <p:txBody>
          <a:bodyPr/>
          <a:lstStyle/>
          <a:p>
            <a:fld id="{9B3A6057-268F-4F30-9FDB-4F3BD4328747}" type="slidenum">
              <a:rPr lang="sv-SE" smtClean="0"/>
              <a:pPr/>
              <a:t>4</a:t>
            </a:fld>
            <a:endParaRPr lang="sv-SE"/>
          </a:p>
        </p:txBody>
      </p:sp>
    </p:spTree>
    <p:extLst>
      <p:ext uri="{BB962C8B-B14F-4D97-AF65-F5344CB8AC3E}">
        <p14:creationId xmlns:p14="http://schemas.microsoft.com/office/powerpoint/2010/main" val="319842521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sv-SE" dirty="0"/>
              <a:t>https://picasaweb.google.com/107263748601915715835/NesargiKarmicPranjal#5556691209155746434</a:t>
            </a:r>
          </a:p>
        </p:txBody>
      </p:sp>
      <p:sp>
        <p:nvSpPr>
          <p:cNvPr id="4" name="Slide Number Placeholder 3"/>
          <p:cNvSpPr>
            <a:spLocks noGrp="1"/>
          </p:cNvSpPr>
          <p:nvPr>
            <p:ph type="sldNum" sz="quarter" idx="10"/>
          </p:nvPr>
        </p:nvSpPr>
        <p:spPr/>
        <p:txBody>
          <a:bodyPr/>
          <a:lstStyle/>
          <a:p>
            <a:fld id="{9B3A6057-268F-4F30-9FDB-4F3BD4328747}" type="slidenum">
              <a:rPr lang="sv-SE" smtClean="0"/>
              <a:pPr/>
              <a:t>5</a:t>
            </a:fld>
            <a:endParaRPr lang="sv-SE"/>
          </a:p>
        </p:txBody>
      </p:sp>
    </p:spTree>
    <p:extLst>
      <p:ext uri="{BB962C8B-B14F-4D97-AF65-F5344CB8AC3E}">
        <p14:creationId xmlns:p14="http://schemas.microsoft.com/office/powerpoint/2010/main" val="172259573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sv-SE" dirty="0"/>
          </a:p>
        </p:txBody>
      </p:sp>
      <p:sp>
        <p:nvSpPr>
          <p:cNvPr id="4" name="Slide Number Placeholder 3"/>
          <p:cNvSpPr>
            <a:spLocks noGrp="1"/>
          </p:cNvSpPr>
          <p:nvPr>
            <p:ph type="sldNum" sz="quarter" idx="10"/>
          </p:nvPr>
        </p:nvSpPr>
        <p:spPr/>
        <p:txBody>
          <a:bodyPr/>
          <a:lstStyle/>
          <a:p>
            <a:fld id="{9B3A6057-268F-4F30-9FDB-4F3BD4328747}" type="slidenum">
              <a:rPr lang="sv-SE" smtClean="0"/>
              <a:pPr/>
              <a:t>7</a:t>
            </a:fld>
            <a:endParaRPr lang="sv-SE"/>
          </a:p>
        </p:txBody>
      </p:sp>
    </p:spTree>
    <p:extLst>
      <p:ext uri="{BB962C8B-B14F-4D97-AF65-F5344CB8AC3E}">
        <p14:creationId xmlns:p14="http://schemas.microsoft.com/office/powerpoint/2010/main" val="280605907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sv-SE" dirty="0"/>
          </a:p>
        </p:txBody>
      </p:sp>
      <p:sp>
        <p:nvSpPr>
          <p:cNvPr id="4" name="Slide Number Placeholder 3"/>
          <p:cNvSpPr>
            <a:spLocks noGrp="1"/>
          </p:cNvSpPr>
          <p:nvPr>
            <p:ph type="sldNum" sz="quarter" idx="10"/>
          </p:nvPr>
        </p:nvSpPr>
        <p:spPr/>
        <p:txBody>
          <a:bodyPr/>
          <a:lstStyle/>
          <a:p>
            <a:fld id="{9B3A6057-268F-4F30-9FDB-4F3BD4328747}" type="slidenum">
              <a:rPr lang="sv-SE" smtClean="0"/>
              <a:pPr/>
              <a:t>8</a:t>
            </a:fld>
            <a:endParaRPr lang="sv-SE"/>
          </a:p>
        </p:txBody>
      </p:sp>
    </p:spTree>
    <p:extLst>
      <p:ext uri="{BB962C8B-B14F-4D97-AF65-F5344CB8AC3E}">
        <p14:creationId xmlns:p14="http://schemas.microsoft.com/office/powerpoint/2010/main" val="212990946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sv-SE" dirty="0"/>
              <a:t>https://picasaweb.google.com/107263748601915715835/NesargiKarmicPranjal#5556691209155746434</a:t>
            </a:r>
          </a:p>
          <a:p>
            <a:endParaRPr lang="sv-SE" dirty="0"/>
          </a:p>
        </p:txBody>
      </p:sp>
      <p:sp>
        <p:nvSpPr>
          <p:cNvPr id="4" name="Slide Number Placeholder 3"/>
          <p:cNvSpPr>
            <a:spLocks noGrp="1"/>
          </p:cNvSpPr>
          <p:nvPr>
            <p:ph type="sldNum" sz="quarter" idx="10"/>
          </p:nvPr>
        </p:nvSpPr>
        <p:spPr/>
        <p:txBody>
          <a:bodyPr/>
          <a:lstStyle/>
          <a:p>
            <a:fld id="{9B3A6057-268F-4F30-9FDB-4F3BD4328747}" type="slidenum">
              <a:rPr lang="sv-SE" smtClean="0"/>
              <a:pPr/>
              <a:t>10</a:t>
            </a:fld>
            <a:endParaRPr lang="sv-SE"/>
          </a:p>
        </p:txBody>
      </p:sp>
    </p:spTree>
    <p:extLst>
      <p:ext uri="{BB962C8B-B14F-4D97-AF65-F5344CB8AC3E}">
        <p14:creationId xmlns:p14="http://schemas.microsoft.com/office/powerpoint/2010/main" val="314332108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sv-SE" dirty="0"/>
              <a:t>https://picasaweb.google.com/107263748601915715835/NesargiKarmicPranjal#5556691209155746434</a:t>
            </a:r>
          </a:p>
          <a:p>
            <a:endParaRPr lang="sv-SE" dirty="0"/>
          </a:p>
        </p:txBody>
      </p:sp>
      <p:sp>
        <p:nvSpPr>
          <p:cNvPr id="4" name="Slide Number Placeholder 3"/>
          <p:cNvSpPr>
            <a:spLocks noGrp="1"/>
          </p:cNvSpPr>
          <p:nvPr>
            <p:ph type="sldNum" sz="quarter" idx="10"/>
          </p:nvPr>
        </p:nvSpPr>
        <p:spPr/>
        <p:txBody>
          <a:bodyPr/>
          <a:lstStyle/>
          <a:p>
            <a:fld id="{9B3A6057-268F-4F30-9FDB-4F3BD4328747}" type="slidenum">
              <a:rPr lang="sv-SE" smtClean="0"/>
              <a:pPr/>
              <a:t>11</a:t>
            </a:fld>
            <a:endParaRPr lang="sv-SE"/>
          </a:p>
        </p:txBody>
      </p:sp>
    </p:spTree>
    <p:extLst>
      <p:ext uri="{BB962C8B-B14F-4D97-AF65-F5344CB8AC3E}">
        <p14:creationId xmlns:p14="http://schemas.microsoft.com/office/powerpoint/2010/main" val="345468542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sv-SE" dirty="0"/>
              <a:t>https://picasaweb.google.com/107263748601915715835/NesargiKarmicPranjal#5556691209155746434</a:t>
            </a:r>
          </a:p>
        </p:txBody>
      </p:sp>
      <p:sp>
        <p:nvSpPr>
          <p:cNvPr id="4" name="Slide Number Placeholder 3"/>
          <p:cNvSpPr>
            <a:spLocks noGrp="1"/>
          </p:cNvSpPr>
          <p:nvPr>
            <p:ph type="sldNum" sz="quarter" idx="10"/>
          </p:nvPr>
        </p:nvSpPr>
        <p:spPr/>
        <p:txBody>
          <a:bodyPr/>
          <a:lstStyle/>
          <a:p>
            <a:fld id="{9B3A6057-268F-4F30-9FDB-4F3BD4328747}" type="slidenum">
              <a:rPr lang="sv-SE" smtClean="0"/>
              <a:pPr/>
              <a:t>12</a:t>
            </a:fld>
            <a:endParaRPr lang="sv-SE"/>
          </a:p>
        </p:txBody>
      </p:sp>
    </p:spTree>
    <p:extLst>
      <p:ext uri="{BB962C8B-B14F-4D97-AF65-F5344CB8AC3E}">
        <p14:creationId xmlns:p14="http://schemas.microsoft.com/office/powerpoint/2010/main" val="138499126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sv-SE" dirty="0"/>
          </a:p>
        </p:txBody>
      </p:sp>
      <p:sp>
        <p:nvSpPr>
          <p:cNvPr id="4" name="Slide Number Placeholder 3"/>
          <p:cNvSpPr>
            <a:spLocks noGrp="1"/>
          </p:cNvSpPr>
          <p:nvPr>
            <p:ph type="sldNum" sz="quarter" idx="10"/>
          </p:nvPr>
        </p:nvSpPr>
        <p:spPr/>
        <p:txBody>
          <a:bodyPr/>
          <a:lstStyle/>
          <a:p>
            <a:fld id="{9B3A6057-268F-4F30-9FDB-4F3BD4328747}" type="slidenum">
              <a:rPr lang="sv-SE" smtClean="0"/>
              <a:pPr/>
              <a:t>13</a:t>
            </a:fld>
            <a:endParaRPr lang="sv-SE"/>
          </a:p>
        </p:txBody>
      </p:sp>
    </p:spTree>
    <p:extLst>
      <p:ext uri="{BB962C8B-B14F-4D97-AF65-F5344CB8AC3E}">
        <p14:creationId xmlns:p14="http://schemas.microsoft.com/office/powerpoint/2010/main" val="93259430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sv-SE" dirty="0"/>
              <a:t>https://picasaweb.google.com/107263748601915715835/NesargiKarmicPranjal#5556691209155746434</a:t>
            </a:r>
          </a:p>
        </p:txBody>
      </p:sp>
      <p:sp>
        <p:nvSpPr>
          <p:cNvPr id="4" name="Slide Number Placeholder 3"/>
          <p:cNvSpPr>
            <a:spLocks noGrp="1"/>
          </p:cNvSpPr>
          <p:nvPr>
            <p:ph type="sldNum" sz="quarter" idx="10"/>
          </p:nvPr>
        </p:nvSpPr>
        <p:spPr/>
        <p:txBody>
          <a:bodyPr/>
          <a:lstStyle/>
          <a:p>
            <a:fld id="{9B3A6057-268F-4F30-9FDB-4F3BD4328747}" type="slidenum">
              <a:rPr lang="sv-SE" smtClean="0"/>
              <a:pPr/>
              <a:t>14</a:t>
            </a:fld>
            <a:endParaRPr lang="sv-SE"/>
          </a:p>
        </p:txBody>
      </p:sp>
    </p:spTree>
    <p:extLst>
      <p:ext uri="{BB962C8B-B14F-4D97-AF65-F5344CB8AC3E}">
        <p14:creationId xmlns:p14="http://schemas.microsoft.com/office/powerpoint/2010/main" val="150627630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sv-SE" dirty="0"/>
              <a:t>https://picasaweb.google.com/107263748601915715835/NesargiKarmicPranjal#5556691209155746434</a:t>
            </a:r>
          </a:p>
        </p:txBody>
      </p:sp>
      <p:sp>
        <p:nvSpPr>
          <p:cNvPr id="4" name="Slide Number Placeholder 3"/>
          <p:cNvSpPr>
            <a:spLocks noGrp="1"/>
          </p:cNvSpPr>
          <p:nvPr>
            <p:ph type="sldNum" sz="quarter" idx="10"/>
          </p:nvPr>
        </p:nvSpPr>
        <p:spPr/>
        <p:txBody>
          <a:bodyPr/>
          <a:lstStyle/>
          <a:p>
            <a:fld id="{9B3A6057-268F-4F30-9FDB-4F3BD4328747}" type="slidenum">
              <a:rPr lang="sv-SE" smtClean="0"/>
              <a:pPr/>
              <a:t>15</a:t>
            </a:fld>
            <a:endParaRPr lang="sv-SE"/>
          </a:p>
        </p:txBody>
      </p:sp>
    </p:spTree>
    <p:extLst>
      <p:ext uri="{BB962C8B-B14F-4D97-AF65-F5344CB8AC3E}">
        <p14:creationId xmlns:p14="http://schemas.microsoft.com/office/powerpoint/2010/main" val="406299193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sv-SE" dirty="0"/>
              <a:t>https://picasaweb.google.com/107263748601915715835/NesargiKarmicPranjal#5556691209155746434</a:t>
            </a:r>
          </a:p>
        </p:txBody>
      </p:sp>
      <p:sp>
        <p:nvSpPr>
          <p:cNvPr id="4" name="Slide Number Placeholder 3"/>
          <p:cNvSpPr>
            <a:spLocks noGrp="1"/>
          </p:cNvSpPr>
          <p:nvPr>
            <p:ph type="sldNum" sz="quarter" idx="10"/>
          </p:nvPr>
        </p:nvSpPr>
        <p:spPr/>
        <p:txBody>
          <a:bodyPr/>
          <a:lstStyle/>
          <a:p>
            <a:fld id="{9B3A6057-268F-4F30-9FDB-4F3BD4328747}" type="slidenum">
              <a:rPr lang="sv-SE" smtClean="0"/>
              <a:pPr/>
              <a:t>16</a:t>
            </a:fld>
            <a:endParaRPr lang="sv-SE"/>
          </a:p>
        </p:txBody>
      </p:sp>
    </p:spTree>
    <p:extLst>
      <p:ext uri="{BB962C8B-B14F-4D97-AF65-F5344CB8AC3E}">
        <p14:creationId xmlns:p14="http://schemas.microsoft.com/office/powerpoint/2010/main" val="320478249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sv-SE" dirty="0"/>
              <a:t>https://picasaweb.google.com/107263748601915715835/NesargiKarmicPranjal#5556691209155746434</a:t>
            </a:r>
          </a:p>
        </p:txBody>
      </p:sp>
      <p:sp>
        <p:nvSpPr>
          <p:cNvPr id="4" name="Slide Number Placeholder 3"/>
          <p:cNvSpPr>
            <a:spLocks noGrp="1"/>
          </p:cNvSpPr>
          <p:nvPr>
            <p:ph type="sldNum" sz="quarter" idx="10"/>
          </p:nvPr>
        </p:nvSpPr>
        <p:spPr/>
        <p:txBody>
          <a:bodyPr/>
          <a:lstStyle/>
          <a:p>
            <a:fld id="{9B3A6057-268F-4F30-9FDB-4F3BD4328747}" type="slidenum">
              <a:rPr lang="sv-SE" smtClean="0"/>
              <a:pPr/>
              <a:t>17</a:t>
            </a:fld>
            <a:endParaRPr lang="sv-SE"/>
          </a:p>
        </p:txBody>
      </p:sp>
    </p:spTree>
    <p:extLst>
      <p:ext uri="{BB962C8B-B14F-4D97-AF65-F5344CB8AC3E}">
        <p14:creationId xmlns:p14="http://schemas.microsoft.com/office/powerpoint/2010/main" val="11199062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lvl="1"/>
            <a:endParaRPr lang="sv-SE" dirty="0"/>
          </a:p>
        </p:txBody>
      </p:sp>
      <p:sp>
        <p:nvSpPr>
          <p:cNvPr id="4" name="Slide Number Placeholder 3"/>
          <p:cNvSpPr>
            <a:spLocks noGrp="1"/>
          </p:cNvSpPr>
          <p:nvPr>
            <p:ph type="sldNum" sz="quarter" idx="10"/>
          </p:nvPr>
        </p:nvSpPr>
        <p:spPr/>
        <p:txBody>
          <a:bodyPr/>
          <a:lstStyle/>
          <a:p>
            <a:fld id="{9B3A6057-268F-4F30-9FDB-4F3BD4328747}" type="slidenum">
              <a:rPr lang="sv-SE" smtClean="0"/>
              <a:pPr/>
              <a:t>18</a:t>
            </a:fld>
            <a:endParaRPr lang="sv-SE"/>
          </a:p>
        </p:txBody>
      </p:sp>
    </p:spTree>
    <p:extLst>
      <p:ext uri="{BB962C8B-B14F-4D97-AF65-F5344CB8AC3E}">
        <p14:creationId xmlns:p14="http://schemas.microsoft.com/office/powerpoint/2010/main" val="18564979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lvl="1"/>
            <a:endParaRPr lang="sv-SE" dirty="0"/>
          </a:p>
        </p:txBody>
      </p:sp>
      <p:sp>
        <p:nvSpPr>
          <p:cNvPr id="4" name="Slide Number Placeholder 3"/>
          <p:cNvSpPr>
            <a:spLocks noGrp="1"/>
          </p:cNvSpPr>
          <p:nvPr>
            <p:ph type="sldNum" sz="quarter" idx="10"/>
          </p:nvPr>
        </p:nvSpPr>
        <p:spPr/>
        <p:txBody>
          <a:bodyPr/>
          <a:lstStyle/>
          <a:p>
            <a:fld id="{9B3A6057-268F-4F30-9FDB-4F3BD4328747}" type="slidenum">
              <a:rPr lang="sv-SE" smtClean="0"/>
              <a:pPr/>
              <a:t>19</a:t>
            </a:fld>
            <a:endParaRPr lang="sv-SE"/>
          </a:p>
        </p:txBody>
      </p:sp>
    </p:spTree>
    <p:extLst>
      <p:ext uri="{BB962C8B-B14F-4D97-AF65-F5344CB8AC3E}">
        <p14:creationId xmlns:p14="http://schemas.microsoft.com/office/powerpoint/2010/main" val="188365480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lvl="1"/>
            <a:endParaRPr lang="sv-SE" dirty="0"/>
          </a:p>
        </p:txBody>
      </p:sp>
      <p:sp>
        <p:nvSpPr>
          <p:cNvPr id="4" name="Slide Number Placeholder 3"/>
          <p:cNvSpPr>
            <a:spLocks noGrp="1"/>
          </p:cNvSpPr>
          <p:nvPr>
            <p:ph type="sldNum" sz="quarter" idx="10"/>
          </p:nvPr>
        </p:nvSpPr>
        <p:spPr/>
        <p:txBody>
          <a:bodyPr/>
          <a:lstStyle/>
          <a:p>
            <a:fld id="{9B3A6057-268F-4F30-9FDB-4F3BD4328747}" type="slidenum">
              <a:rPr lang="sv-SE" smtClean="0"/>
              <a:pPr/>
              <a:t>20</a:t>
            </a:fld>
            <a:endParaRPr lang="sv-SE"/>
          </a:p>
        </p:txBody>
      </p:sp>
    </p:spTree>
    <p:extLst>
      <p:ext uri="{BB962C8B-B14F-4D97-AF65-F5344CB8AC3E}">
        <p14:creationId xmlns:p14="http://schemas.microsoft.com/office/powerpoint/2010/main" val="95875039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lvl="1"/>
            <a:endParaRPr lang="sv-SE" dirty="0"/>
          </a:p>
        </p:txBody>
      </p:sp>
      <p:sp>
        <p:nvSpPr>
          <p:cNvPr id="4" name="Slide Number Placeholder 3"/>
          <p:cNvSpPr>
            <a:spLocks noGrp="1"/>
          </p:cNvSpPr>
          <p:nvPr>
            <p:ph type="sldNum" sz="quarter" idx="10"/>
          </p:nvPr>
        </p:nvSpPr>
        <p:spPr/>
        <p:txBody>
          <a:bodyPr/>
          <a:lstStyle/>
          <a:p>
            <a:fld id="{9B3A6057-268F-4F30-9FDB-4F3BD4328747}" type="slidenum">
              <a:rPr lang="sv-SE" smtClean="0"/>
              <a:pPr/>
              <a:t>21</a:t>
            </a:fld>
            <a:endParaRPr lang="sv-SE"/>
          </a:p>
        </p:txBody>
      </p:sp>
    </p:spTree>
    <p:extLst>
      <p:ext uri="{BB962C8B-B14F-4D97-AF65-F5344CB8AC3E}">
        <p14:creationId xmlns:p14="http://schemas.microsoft.com/office/powerpoint/2010/main" val="194812752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lvl="1"/>
            <a:endParaRPr lang="sv-SE" dirty="0"/>
          </a:p>
        </p:txBody>
      </p:sp>
      <p:sp>
        <p:nvSpPr>
          <p:cNvPr id="4" name="Slide Number Placeholder 3"/>
          <p:cNvSpPr>
            <a:spLocks noGrp="1"/>
          </p:cNvSpPr>
          <p:nvPr>
            <p:ph type="sldNum" sz="quarter" idx="10"/>
          </p:nvPr>
        </p:nvSpPr>
        <p:spPr/>
        <p:txBody>
          <a:bodyPr/>
          <a:lstStyle/>
          <a:p>
            <a:fld id="{9B3A6057-268F-4F30-9FDB-4F3BD4328747}" type="slidenum">
              <a:rPr lang="sv-SE" smtClean="0"/>
              <a:pPr/>
              <a:t>22</a:t>
            </a:fld>
            <a:endParaRPr lang="sv-SE"/>
          </a:p>
        </p:txBody>
      </p:sp>
    </p:spTree>
    <p:extLst>
      <p:ext uri="{BB962C8B-B14F-4D97-AF65-F5344CB8AC3E}">
        <p14:creationId xmlns:p14="http://schemas.microsoft.com/office/powerpoint/2010/main" val="121702560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lvl="1"/>
            <a:endParaRPr lang="sv-SE" dirty="0"/>
          </a:p>
        </p:txBody>
      </p:sp>
      <p:sp>
        <p:nvSpPr>
          <p:cNvPr id="4" name="Slide Number Placeholder 3"/>
          <p:cNvSpPr>
            <a:spLocks noGrp="1"/>
          </p:cNvSpPr>
          <p:nvPr>
            <p:ph type="sldNum" sz="quarter" idx="10"/>
          </p:nvPr>
        </p:nvSpPr>
        <p:spPr/>
        <p:txBody>
          <a:bodyPr/>
          <a:lstStyle/>
          <a:p>
            <a:fld id="{9B3A6057-268F-4F30-9FDB-4F3BD4328747}" type="slidenum">
              <a:rPr lang="sv-SE" smtClean="0"/>
              <a:pPr/>
              <a:t>23</a:t>
            </a:fld>
            <a:endParaRPr lang="sv-SE"/>
          </a:p>
        </p:txBody>
      </p:sp>
    </p:spTree>
    <p:extLst>
      <p:ext uri="{BB962C8B-B14F-4D97-AF65-F5344CB8AC3E}">
        <p14:creationId xmlns:p14="http://schemas.microsoft.com/office/powerpoint/2010/main" val="84659322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lvl="1"/>
            <a:endParaRPr lang="sv-SE" dirty="0"/>
          </a:p>
        </p:txBody>
      </p:sp>
      <p:sp>
        <p:nvSpPr>
          <p:cNvPr id="4" name="Slide Number Placeholder 3"/>
          <p:cNvSpPr>
            <a:spLocks noGrp="1"/>
          </p:cNvSpPr>
          <p:nvPr>
            <p:ph type="sldNum" sz="quarter" idx="10"/>
          </p:nvPr>
        </p:nvSpPr>
        <p:spPr/>
        <p:txBody>
          <a:bodyPr/>
          <a:lstStyle/>
          <a:p>
            <a:fld id="{9B3A6057-268F-4F30-9FDB-4F3BD4328747}" type="slidenum">
              <a:rPr lang="sv-SE" smtClean="0"/>
              <a:pPr/>
              <a:t>24</a:t>
            </a:fld>
            <a:endParaRPr lang="sv-SE"/>
          </a:p>
        </p:txBody>
      </p:sp>
    </p:spTree>
    <p:extLst>
      <p:ext uri="{BB962C8B-B14F-4D97-AF65-F5344CB8AC3E}">
        <p14:creationId xmlns:p14="http://schemas.microsoft.com/office/powerpoint/2010/main" val="293121693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sv-SE" dirty="0">
                <a:hlinkClick r:id="rId3"/>
              </a:rPr>
              <a:t>http://www.ucdsb.on.ca/school/sla/aboutus/Pages/ExamSchedule.aspx</a:t>
            </a:r>
            <a:endParaRPr lang="sv-SE" dirty="0"/>
          </a:p>
          <a:p>
            <a:r>
              <a:rPr lang="sv-SE" dirty="0" err="1"/>
              <a:t>www.thecolor.com</a:t>
            </a:r>
            <a:endParaRPr lang="sv-SE" dirty="0"/>
          </a:p>
        </p:txBody>
      </p:sp>
      <p:sp>
        <p:nvSpPr>
          <p:cNvPr id="4" name="Slide Number Placeholder 3"/>
          <p:cNvSpPr>
            <a:spLocks noGrp="1"/>
          </p:cNvSpPr>
          <p:nvPr>
            <p:ph type="sldNum" sz="quarter" idx="10"/>
          </p:nvPr>
        </p:nvSpPr>
        <p:spPr/>
        <p:txBody>
          <a:bodyPr/>
          <a:lstStyle/>
          <a:p>
            <a:fld id="{9B3A6057-268F-4F30-9FDB-4F3BD4328747}" type="slidenum">
              <a:rPr lang="sv-SE" smtClean="0"/>
              <a:pPr/>
              <a:t>25</a:t>
            </a:fld>
            <a:endParaRPr lang="sv-SE"/>
          </a:p>
        </p:txBody>
      </p:sp>
    </p:spTree>
    <p:extLst>
      <p:ext uri="{BB962C8B-B14F-4D97-AF65-F5344CB8AC3E}">
        <p14:creationId xmlns:p14="http://schemas.microsoft.com/office/powerpoint/2010/main" val="106892724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1"/>
            <a:endParaRPr lang="en-US" dirty="0"/>
          </a:p>
        </p:txBody>
      </p:sp>
      <p:sp>
        <p:nvSpPr>
          <p:cNvPr id="4" name="Slide Number Placeholder 3"/>
          <p:cNvSpPr>
            <a:spLocks noGrp="1"/>
          </p:cNvSpPr>
          <p:nvPr>
            <p:ph type="sldNum" sz="quarter" idx="10"/>
          </p:nvPr>
        </p:nvSpPr>
        <p:spPr/>
        <p:txBody>
          <a:bodyPr/>
          <a:lstStyle/>
          <a:p>
            <a:fld id="{9B3A6057-268F-4F30-9FDB-4F3BD4328747}" type="slidenum">
              <a:rPr lang="sv-SE" smtClean="0"/>
              <a:pPr/>
              <a:t>27</a:t>
            </a:fld>
            <a:endParaRPr lang="sv-SE"/>
          </a:p>
        </p:txBody>
      </p:sp>
    </p:spTree>
    <p:extLst>
      <p:ext uri="{BB962C8B-B14F-4D97-AF65-F5344CB8AC3E}">
        <p14:creationId xmlns:p14="http://schemas.microsoft.com/office/powerpoint/2010/main" val="384221472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1"/>
            <a:endParaRPr lang="en-US" dirty="0"/>
          </a:p>
        </p:txBody>
      </p:sp>
      <p:sp>
        <p:nvSpPr>
          <p:cNvPr id="4" name="Slide Number Placeholder 3"/>
          <p:cNvSpPr>
            <a:spLocks noGrp="1"/>
          </p:cNvSpPr>
          <p:nvPr>
            <p:ph type="sldNum" sz="quarter" idx="10"/>
          </p:nvPr>
        </p:nvSpPr>
        <p:spPr/>
        <p:txBody>
          <a:bodyPr/>
          <a:lstStyle/>
          <a:p>
            <a:fld id="{9B3A6057-268F-4F30-9FDB-4F3BD4328747}" type="slidenum">
              <a:rPr lang="sv-SE" smtClean="0"/>
              <a:pPr/>
              <a:t>28</a:t>
            </a:fld>
            <a:endParaRPr lang="sv-SE"/>
          </a:p>
        </p:txBody>
      </p:sp>
    </p:spTree>
    <p:extLst>
      <p:ext uri="{BB962C8B-B14F-4D97-AF65-F5344CB8AC3E}">
        <p14:creationId xmlns:p14="http://schemas.microsoft.com/office/powerpoint/2010/main" val="314371404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1"/>
            <a:r>
              <a:rPr lang="en-US" sz="1200" kern="1200" dirty="0" err="1">
                <a:solidFill>
                  <a:schemeClr val="tx1"/>
                </a:solidFill>
                <a:effectLst/>
                <a:latin typeface="Times" pitchFamily="1" charset="0"/>
                <a:ea typeface="+mn-ea"/>
                <a:cs typeface="+mn-cs"/>
              </a:rPr>
              <a:t>Công</a:t>
            </a:r>
            <a:r>
              <a:rPr lang="en-US" sz="1200" kern="1200" dirty="0">
                <a:solidFill>
                  <a:schemeClr val="tx1"/>
                </a:solidFill>
                <a:effectLst/>
                <a:latin typeface="Times" pitchFamily="1" charset="0"/>
                <a:ea typeface="+mn-ea"/>
                <a:cs typeface="+mn-cs"/>
              </a:rPr>
              <a:t> </a:t>
            </a:r>
            <a:r>
              <a:rPr lang="en-US" sz="1200" kern="1200" dirty="0" err="1">
                <a:solidFill>
                  <a:schemeClr val="tx1"/>
                </a:solidFill>
                <a:effectLst/>
                <a:latin typeface="Times" pitchFamily="1" charset="0"/>
                <a:ea typeface="+mn-ea"/>
                <a:cs typeface="+mn-cs"/>
              </a:rPr>
              <a:t>suất</a:t>
            </a:r>
            <a:endParaRPr lang="en-US" sz="1200" kern="1200" dirty="0">
              <a:solidFill>
                <a:schemeClr val="tx1"/>
              </a:solidFill>
              <a:effectLst/>
              <a:latin typeface="Times" pitchFamily="1" charset="0"/>
              <a:ea typeface="+mn-ea"/>
              <a:cs typeface="+mn-cs"/>
            </a:endParaRPr>
          </a:p>
          <a:p>
            <a:pPr lvl="1"/>
            <a:r>
              <a:rPr lang="en-US" sz="1200" kern="1200" dirty="0" err="1">
                <a:solidFill>
                  <a:schemeClr val="tx1"/>
                </a:solidFill>
                <a:effectLst/>
                <a:latin typeface="Times" pitchFamily="1" charset="0"/>
                <a:ea typeface="+mn-ea"/>
                <a:cs typeface="+mn-cs"/>
              </a:rPr>
              <a:t>Điện</a:t>
            </a:r>
            <a:r>
              <a:rPr lang="en-US" sz="1200" kern="1200" dirty="0">
                <a:solidFill>
                  <a:schemeClr val="tx1"/>
                </a:solidFill>
                <a:effectLst/>
                <a:latin typeface="Times" pitchFamily="1" charset="0"/>
                <a:ea typeface="+mn-ea"/>
                <a:cs typeface="+mn-cs"/>
              </a:rPr>
              <a:t> </a:t>
            </a:r>
            <a:r>
              <a:rPr lang="en-US" sz="1200" kern="1200" dirty="0" err="1">
                <a:solidFill>
                  <a:schemeClr val="tx1"/>
                </a:solidFill>
                <a:effectLst/>
                <a:latin typeface="Times" pitchFamily="1" charset="0"/>
                <a:ea typeface="+mn-ea"/>
                <a:cs typeface="+mn-cs"/>
              </a:rPr>
              <a:t>trở</a:t>
            </a:r>
            <a:endParaRPr lang="en-US" sz="1200" kern="1200" dirty="0">
              <a:solidFill>
                <a:schemeClr val="tx1"/>
              </a:solidFill>
              <a:effectLst/>
              <a:latin typeface="Times" pitchFamily="1" charset="0"/>
              <a:ea typeface="+mn-ea"/>
              <a:cs typeface="+mn-cs"/>
            </a:endParaRPr>
          </a:p>
          <a:p>
            <a:pPr lvl="1"/>
            <a:r>
              <a:rPr lang="en-US" sz="1200" kern="1200" dirty="0" err="1">
                <a:solidFill>
                  <a:schemeClr val="tx1"/>
                </a:solidFill>
                <a:effectLst/>
                <a:latin typeface="Times" pitchFamily="1" charset="0"/>
                <a:ea typeface="+mn-ea"/>
                <a:cs typeface="+mn-cs"/>
              </a:rPr>
              <a:t>Tụ</a:t>
            </a:r>
            <a:r>
              <a:rPr lang="en-US" sz="1200" kern="1200" dirty="0">
                <a:solidFill>
                  <a:schemeClr val="tx1"/>
                </a:solidFill>
                <a:effectLst/>
                <a:latin typeface="Times" pitchFamily="1" charset="0"/>
                <a:ea typeface="+mn-ea"/>
                <a:cs typeface="+mn-cs"/>
              </a:rPr>
              <a:t> </a:t>
            </a:r>
            <a:r>
              <a:rPr lang="en-US" sz="1200" kern="1200" dirty="0" err="1">
                <a:solidFill>
                  <a:schemeClr val="tx1"/>
                </a:solidFill>
                <a:effectLst/>
                <a:latin typeface="Times" pitchFamily="1" charset="0"/>
                <a:ea typeface="+mn-ea"/>
                <a:cs typeface="+mn-cs"/>
              </a:rPr>
              <a:t>điện</a:t>
            </a:r>
            <a:r>
              <a:rPr lang="en-US" sz="1200" kern="1200" dirty="0">
                <a:solidFill>
                  <a:schemeClr val="tx1"/>
                </a:solidFill>
                <a:effectLst/>
                <a:latin typeface="Times" pitchFamily="1" charset="0"/>
                <a:ea typeface="+mn-ea"/>
                <a:cs typeface="+mn-cs"/>
              </a:rPr>
              <a:t> </a:t>
            </a:r>
          </a:p>
          <a:p>
            <a:pPr lvl="1"/>
            <a:r>
              <a:rPr lang="vi-VN" dirty="0"/>
              <a:t>Điện tích là một tính chất cơ bản và không đổi của một số hạt hạ nguyên tử (hạt sơ cấp), đặc trưng cho tương tác điện từ giữa chúng. Điện tích tạo ra trường điện từ và cũng như chịu sự ảnh hưởng của trường điện từ.</a:t>
            </a:r>
          </a:p>
          <a:p>
            <a:pPr lvl="1"/>
            <a:endParaRPr lang="en-US" dirty="0"/>
          </a:p>
          <a:p>
            <a:pPr lvl="1"/>
            <a:endParaRPr lang="en-US" dirty="0"/>
          </a:p>
        </p:txBody>
      </p:sp>
      <p:sp>
        <p:nvSpPr>
          <p:cNvPr id="4" name="Slide Number Placeholder 3"/>
          <p:cNvSpPr>
            <a:spLocks noGrp="1"/>
          </p:cNvSpPr>
          <p:nvPr>
            <p:ph type="sldNum" sz="quarter" idx="10"/>
          </p:nvPr>
        </p:nvSpPr>
        <p:spPr/>
        <p:txBody>
          <a:bodyPr/>
          <a:lstStyle/>
          <a:p>
            <a:fld id="{9B3A6057-268F-4F30-9FDB-4F3BD4328747}" type="slidenum">
              <a:rPr lang="sv-SE" smtClean="0"/>
              <a:pPr/>
              <a:t>29</a:t>
            </a:fld>
            <a:endParaRPr lang="sv-SE"/>
          </a:p>
        </p:txBody>
      </p:sp>
    </p:spTree>
    <p:extLst>
      <p:ext uri="{BB962C8B-B14F-4D97-AF65-F5344CB8AC3E}">
        <p14:creationId xmlns:p14="http://schemas.microsoft.com/office/powerpoint/2010/main" val="128603824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1"/>
            <a:r>
              <a:rPr lang="en-US" sz="1200" kern="1200" dirty="0" err="1">
                <a:solidFill>
                  <a:schemeClr val="tx1"/>
                </a:solidFill>
                <a:effectLst/>
                <a:latin typeface="Times" pitchFamily="1" charset="0"/>
                <a:ea typeface="+mn-ea"/>
                <a:cs typeface="+mn-cs"/>
              </a:rPr>
              <a:t>Điện</a:t>
            </a:r>
            <a:r>
              <a:rPr lang="en-US" sz="1200" kern="1200" dirty="0">
                <a:solidFill>
                  <a:schemeClr val="tx1"/>
                </a:solidFill>
                <a:effectLst/>
                <a:latin typeface="Times" pitchFamily="1" charset="0"/>
                <a:ea typeface="+mn-ea"/>
                <a:cs typeface="+mn-cs"/>
              </a:rPr>
              <a:t> </a:t>
            </a:r>
            <a:r>
              <a:rPr lang="en-US" sz="1200" kern="1200" dirty="0" err="1">
                <a:solidFill>
                  <a:schemeClr val="tx1"/>
                </a:solidFill>
                <a:effectLst/>
                <a:latin typeface="Times" pitchFamily="1" charset="0"/>
                <a:ea typeface="+mn-ea"/>
                <a:cs typeface="+mn-cs"/>
              </a:rPr>
              <a:t>trở</a:t>
            </a:r>
            <a:endParaRPr lang="en-US" sz="1200" kern="1200" dirty="0">
              <a:solidFill>
                <a:schemeClr val="tx1"/>
              </a:solidFill>
              <a:effectLst/>
              <a:latin typeface="Times" pitchFamily="1" charset="0"/>
              <a:ea typeface="+mn-ea"/>
              <a:cs typeface="+mn-cs"/>
            </a:endParaRPr>
          </a:p>
          <a:p>
            <a:pPr lvl="1"/>
            <a:r>
              <a:rPr lang="en-US" sz="1200" kern="1200" dirty="0" err="1">
                <a:solidFill>
                  <a:schemeClr val="tx1"/>
                </a:solidFill>
                <a:effectLst/>
                <a:latin typeface="Times" pitchFamily="1" charset="0"/>
                <a:ea typeface="+mn-ea"/>
                <a:cs typeface="+mn-cs"/>
              </a:rPr>
              <a:t>Tụ</a:t>
            </a:r>
            <a:r>
              <a:rPr lang="en-US" sz="1200" kern="1200" dirty="0">
                <a:solidFill>
                  <a:schemeClr val="tx1"/>
                </a:solidFill>
                <a:effectLst/>
                <a:latin typeface="Times" pitchFamily="1" charset="0"/>
                <a:ea typeface="+mn-ea"/>
                <a:cs typeface="+mn-cs"/>
              </a:rPr>
              <a:t> </a:t>
            </a:r>
            <a:r>
              <a:rPr lang="en-US" sz="1200" kern="1200" dirty="0" err="1">
                <a:solidFill>
                  <a:schemeClr val="tx1"/>
                </a:solidFill>
                <a:effectLst/>
                <a:latin typeface="Times" pitchFamily="1" charset="0"/>
                <a:ea typeface="+mn-ea"/>
                <a:cs typeface="+mn-cs"/>
              </a:rPr>
              <a:t>điện</a:t>
            </a:r>
            <a:r>
              <a:rPr lang="en-US" sz="1200" kern="1200" dirty="0">
                <a:solidFill>
                  <a:schemeClr val="tx1"/>
                </a:solidFill>
                <a:effectLst/>
                <a:latin typeface="Times" pitchFamily="1" charset="0"/>
                <a:ea typeface="+mn-ea"/>
                <a:cs typeface="+mn-cs"/>
              </a:rPr>
              <a:t> </a:t>
            </a:r>
          </a:p>
        </p:txBody>
      </p:sp>
      <p:sp>
        <p:nvSpPr>
          <p:cNvPr id="4" name="Slide Number Placeholder 3"/>
          <p:cNvSpPr>
            <a:spLocks noGrp="1"/>
          </p:cNvSpPr>
          <p:nvPr>
            <p:ph type="sldNum" sz="quarter" idx="10"/>
          </p:nvPr>
        </p:nvSpPr>
        <p:spPr/>
        <p:txBody>
          <a:bodyPr/>
          <a:lstStyle/>
          <a:p>
            <a:fld id="{9B3A6057-268F-4F30-9FDB-4F3BD4328747}" type="slidenum">
              <a:rPr lang="sv-SE" smtClean="0"/>
              <a:pPr/>
              <a:t>30</a:t>
            </a:fld>
            <a:endParaRPr lang="sv-SE"/>
          </a:p>
        </p:txBody>
      </p:sp>
    </p:spTree>
    <p:extLst>
      <p:ext uri="{BB962C8B-B14F-4D97-AF65-F5344CB8AC3E}">
        <p14:creationId xmlns:p14="http://schemas.microsoft.com/office/powerpoint/2010/main" val="190121225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1"/>
            <a:endParaRPr lang="en-US" sz="1200" kern="1200" dirty="0">
              <a:solidFill>
                <a:schemeClr val="tx1"/>
              </a:solidFill>
              <a:effectLst/>
              <a:latin typeface="Times" pitchFamily="1" charset="0"/>
              <a:ea typeface="+mn-ea"/>
              <a:cs typeface="+mn-cs"/>
            </a:endParaRPr>
          </a:p>
        </p:txBody>
      </p:sp>
      <p:sp>
        <p:nvSpPr>
          <p:cNvPr id="4" name="Slide Number Placeholder 3"/>
          <p:cNvSpPr>
            <a:spLocks noGrp="1"/>
          </p:cNvSpPr>
          <p:nvPr>
            <p:ph type="sldNum" sz="quarter" idx="10"/>
          </p:nvPr>
        </p:nvSpPr>
        <p:spPr/>
        <p:txBody>
          <a:bodyPr/>
          <a:lstStyle/>
          <a:p>
            <a:fld id="{9B3A6057-268F-4F30-9FDB-4F3BD4328747}" type="slidenum">
              <a:rPr lang="sv-SE" smtClean="0"/>
              <a:pPr/>
              <a:t>31</a:t>
            </a:fld>
            <a:endParaRPr lang="sv-SE"/>
          </a:p>
        </p:txBody>
      </p:sp>
    </p:spTree>
    <p:extLst>
      <p:ext uri="{BB962C8B-B14F-4D97-AF65-F5344CB8AC3E}">
        <p14:creationId xmlns:p14="http://schemas.microsoft.com/office/powerpoint/2010/main" val="370480305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2581" y="6400800"/>
            <a:ext cx="9903421"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8" name="Rectangle 7"/>
          <p:cNvSpPr/>
          <p:nvPr/>
        </p:nvSpPr>
        <p:spPr>
          <a:xfrm>
            <a:off x="13" y="6334316"/>
            <a:ext cx="9903421"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ctrTitle"/>
          </p:nvPr>
        </p:nvSpPr>
        <p:spPr>
          <a:xfrm>
            <a:off x="891540" y="758952"/>
            <a:ext cx="817245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893791" y="4455621"/>
            <a:ext cx="817245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5" name="Footer Placeholder 4"/>
          <p:cNvSpPr>
            <a:spLocks noGrp="1"/>
          </p:cNvSpPr>
          <p:nvPr>
            <p:ph type="ftr" sz="quarter" idx="11"/>
          </p:nvPr>
        </p:nvSpPr>
        <p:spPr/>
        <p:txBody>
          <a:bodyPr/>
          <a:lstStyle/>
          <a:p>
            <a:r>
              <a:rPr lang="sv-SE"/>
              <a:t>Trịnh Lê Huy</a:t>
            </a:r>
          </a:p>
        </p:txBody>
      </p:sp>
      <p:sp>
        <p:nvSpPr>
          <p:cNvPr id="6" name="Slide Number Placeholder 5"/>
          <p:cNvSpPr>
            <a:spLocks noGrp="1"/>
          </p:cNvSpPr>
          <p:nvPr>
            <p:ph type="sldNum" sz="quarter" idx="12"/>
          </p:nvPr>
        </p:nvSpPr>
        <p:spPr/>
        <p:txBody>
          <a:bodyPr/>
          <a:lstStyle/>
          <a:p>
            <a:fld id="{7C96CE6A-4F36-49F2-9B13-8DEAF960F767}" type="slidenum">
              <a:rPr lang="sv-SE" smtClean="0"/>
              <a:pPr/>
              <a:t>‹#›</a:t>
            </a:fld>
            <a:endParaRPr lang="sv-SE" sz="1400">
              <a:latin typeface="Times" pitchFamily="1" charset="0"/>
            </a:endParaRPr>
          </a:p>
        </p:txBody>
      </p:sp>
      <p:cxnSp>
        <p:nvCxnSpPr>
          <p:cNvPr id="9" name="Straight Connector 8"/>
          <p:cNvCxnSpPr/>
          <p:nvPr/>
        </p:nvCxnSpPr>
        <p:spPr>
          <a:xfrm>
            <a:off x="981223" y="4343400"/>
            <a:ext cx="80238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6461488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p:ph type="ftr" sz="quarter" idx="11"/>
          </p:nvPr>
        </p:nvSpPr>
        <p:spPr/>
        <p:txBody>
          <a:bodyPr/>
          <a:lstStyle/>
          <a:p>
            <a:r>
              <a:rPr lang="sv-SE"/>
              <a:t>Trịnh Lê Huy</a:t>
            </a:r>
          </a:p>
        </p:txBody>
      </p:sp>
      <p:sp>
        <p:nvSpPr>
          <p:cNvPr id="6" name="Slide Number Placeholder 5"/>
          <p:cNvSpPr>
            <a:spLocks noGrp="1"/>
          </p:cNvSpPr>
          <p:nvPr>
            <p:ph type="sldNum" sz="quarter" idx="12"/>
          </p:nvPr>
        </p:nvSpPr>
        <p:spPr/>
        <p:txBody>
          <a:bodyPr/>
          <a:lstStyle/>
          <a:p>
            <a:fld id="{1DB5ABAE-A3C1-4AF6-9B4A-B8A593CBFB77}" type="slidenum">
              <a:rPr lang="sv-SE" smtClean="0"/>
              <a:pPr/>
              <a:t>‹#›</a:t>
            </a:fld>
            <a:endParaRPr lang="sv-SE" sz="1400">
              <a:latin typeface="Times" pitchFamily="1" charset="0"/>
            </a:endParaRPr>
          </a:p>
        </p:txBody>
      </p:sp>
    </p:spTree>
    <p:extLst>
      <p:ext uri="{BB962C8B-B14F-4D97-AF65-F5344CB8AC3E}">
        <p14:creationId xmlns:p14="http://schemas.microsoft.com/office/powerpoint/2010/main" val="8631565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2581" y="6400800"/>
            <a:ext cx="9903421"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3" y="6334316"/>
            <a:ext cx="9903421"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91540" y="758952"/>
            <a:ext cx="817245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891540" y="4453128"/>
            <a:ext cx="817245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5" name="Footer Placeholder 4"/>
          <p:cNvSpPr>
            <a:spLocks noGrp="1"/>
          </p:cNvSpPr>
          <p:nvPr>
            <p:ph type="ftr" sz="quarter" idx="11"/>
          </p:nvPr>
        </p:nvSpPr>
        <p:spPr/>
        <p:txBody>
          <a:bodyPr/>
          <a:lstStyle/>
          <a:p>
            <a:r>
              <a:rPr lang="sv-SE"/>
              <a:t>Trịnh Lê Huy</a:t>
            </a:r>
          </a:p>
        </p:txBody>
      </p:sp>
      <p:sp>
        <p:nvSpPr>
          <p:cNvPr id="6" name="Slide Number Placeholder 5"/>
          <p:cNvSpPr>
            <a:spLocks noGrp="1"/>
          </p:cNvSpPr>
          <p:nvPr>
            <p:ph type="sldNum" sz="quarter" idx="12"/>
          </p:nvPr>
        </p:nvSpPr>
        <p:spPr/>
        <p:txBody>
          <a:bodyPr/>
          <a:lstStyle/>
          <a:p>
            <a:fld id="{E35303C9-52B0-430A-AEB2-F6AD00D0027A}" type="slidenum">
              <a:rPr lang="sv-SE" smtClean="0"/>
              <a:pPr/>
              <a:t>‹#›</a:t>
            </a:fld>
            <a:endParaRPr lang="sv-SE" sz="1400">
              <a:latin typeface="Times" pitchFamily="1" charset="0"/>
            </a:endParaRPr>
          </a:p>
        </p:txBody>
      </p:sp>
      <p:cxnSp>
        <p:nvCxnSpPr>
          <p:cNvPr id="9" name="Straight Connector 8"/>
          <p:cNvCxnSpPr/>
          <p:nvPr/>
        </p:nvCxnSpPr>
        <p:spPr>
          <a:xfrm>
            <a:off x="981223" y="4343400"/>
            <a:ext cx="80238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831684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891540" y="286605"/>
            <a:ext cx="817245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891540" y="1845734"/>
            <a:ext cx="4011930" cy="402336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52060" y="1845735"/>
            <a:ext cx="4011930" cy="402336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p:cNvSpPr>
            <a:spLocks noGrp="1"/>
          </p:cNvSpPr>
          <p:nvPr>
            <p:ph type="ftr" sz="quarter" idx="11"/>
          </p:nvPr>
        </p:nvSpPr>
        <p:spPr/>
        <p:txBody>
          <a:bodyPr/>
          <a:lstStyle/>
          <a:p>
            <a:r>
              <a:rPr lang="sv-SE"/>
              <a:t>Trịnh Lê Huy</a:t>
            </a:r>
          </a:p>
        </p:txBody>
      </p:sp>
      <p:sp>
        <p:nvSpPr>
          <p:cNvPr id="7" name="Slide Number Placeholder 6"/>
          <p:cNvSpPr>
            <a:spLocks noGrp="1"/>
          </p:cNvSpPr>
          <p:nvPr>
            <p:ph type="sldNum" sz="quarter" idx="12"/>
          </p:nvPr>
        </p:nvSpPr>
        <p:spPr/>
        <p:txBody>
          <a:bodyPr/>
          <a:lstStyle/>
          <a:p>
            <a:fld id="{AC19FBD9-45E0-447C-8C83-56BDF85B5FD9}" type="slidenum">
              <a:rPr lang="sv-SE" smtClean="0"/>
              <a:pPr/>
              <a:t>‹#›</a:t>
            </a:fld>
            <a:endParaRPr lang="sv-SE" sz="1400">
              <a:latin typeface="Times" pitchFamily="1" charset="0"/>
            </a:endParaRPr>
          </a:p>
        </p:txBody>
      </p:sp>
    </p:spTree>
    <p:extLst>
      <p:ext uri="{BB962C8B-B14F-4D97-AF65-F5344CB8AC3E}">
        <p14:creationId xmlns:p14="http://schemas.microsoft.com/office/powerpoint/2010/main" val="36438669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891540" y="286605"/>
            <a:ext cx="817245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891540" y="1846052"/>
            <a:ext cx="401193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91540" y="2582334"/>
            <a:ext cx="4011930" cy="33782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52060" y="1846052"/>
            <a:ext cx="401193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5052060" y="2582334"/>
            <a:ext cx="4011930" cy="33782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Footer Placeholder 7"/>
          <p:cNvSpPr>
            <a:spLocks noGrp="1"/>
          </p:cNvSpPr>
          <p:nvPr>
            <p:ph type="ftr" sz="quarter" idx="11"/>
          </p:nvPr>
        </p:nvSpPr>
        <p:spPr/>
        <p:txBody>
          <a:bodyPr/>
          <a:lstStyle/>
          <a:p>
            <a:r>
              <a:rPr lang="sv-SE"/>
              <a:t>Trịnh Lê Huy</a:t>
            </a:r>
          </a:p>
        </p:txBody>
      </p:sp>
      <p:sp>
        <p:nvSpPr>
          <p:cNvPr id="9" name="Slide Number Placeholder 8"/>
          <p:cNvSpPr>
            <a:spLocks noGrp="1"/>
          </p:cNvSpPr>
          <p:nvPr>
            <p:ph type="sldNum" sz="quarter" idx="12"/>
          </p:nvPr>
        </p:nvSpPr>
        <p:spPr/>
        <p:txBody>
          <a:bodyPr/>
          <a:lstStyle/>
          <a:p>
            <a:fld id="{F7499C9A-188C-42DE-97CB-2E31ACB1EA45}" type="slidenum">
              <a:rPr lang="sv-SE" smtClean="0"/>
              <a:pPr/>
              <a:t>‹#›</a:t>
            </a:fld>
            <a:endParaRPr lang="sv-SE" sz="1400">
              <a:latin typeface="Times" pitchFamily="1" charset="0"/>
            </a:endParaRPr>
          </a:p>
        </p:txBody>
      </p:sp>
    </p:spTree>
    <p:extLst>
      <p:ext uri="{BB962C8B-B14F-4D97-AF65-F5344CB8AC3E}">
        <p14:creationId xmlns:p14="http://schemas.microsoft.com/office/powerpoint/2010/main" val="141495228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4" name="Footer Placeholder 3"/>
          <p:cNvSpPr>
            <a:spLocks noGrp="1"/>
          </p:cNvSpPr>
          <p:nvPr>
            <p:ph type="ftr" sz="quarter" idx="11"/>
          </p:nvPr>
        </p:nvSpPr>
        <p:spPr/>
        <p:txBody>
          <a:bodyPr/>
          <a:lstStyle/>
          <a:p>
            <a:r>
              <a:rPr lang="sv-SE"/>
              <a:t>Trịnh Lê Huy</a:t>
            </a:r>
          </a:p>
        </p:txBody>
      </p:sp>
      <p:sp>
        <p:nvSpPr>
          <p:cNvPr id="5" name="Slide Number Placeholder 4"/>
          <p:cNvSpPr>
            <a:spLocks noGrp="1"/>
          </p:cNvSpPr>
          <p:nvPr>
            <p:ph type="sldNum" sz="quarter" idx="12"/>
          </p:nvPr>
        </p:nvSpPr>
        <p:spPr/>
        <p:txBody>
          <a:bodyPr/>
          <a:lstStyle/>
          <a:p>
            <a:fld id="{7BFA1187-AABD-43BF-AA5A-EFAB2BE4579F}" type="slidenum">
              <a:rPr lang="sv-SE" smtClean="0"/>
              <a:pPr/>
              <a:t>‹#›</a:t>
            </a:fld>
            <a:endParaRPr lang="sv-SE" sz="1400">
              <a:latin typeface="Times" pitchFamily="1" charset="0"/>
            </a:endParaRPr>
          </a:p>
        </p:txBody>
      </p:sp>
    </p:spTree>
    <p:extLst>
      <p:ext uri="{BB962C8B-B14F-4D97-AF65-F5344CB8AC3E}">
        <p14:creationId xmlns:p14="http://schemas.microsoft.com/office/powerpoint/2010/main" val="20990537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2581" y="6400800"/>
            <a:ext cx="9903421"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3" y="6334316"/>
            <a:ext cx="9903421"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Footer Placeholder 7"/>
          <p:cNvSpPr>
            <a:spLocks noGrp="1"/>
          </p:cNvSpPr>
          <p:nvPr>
            <p:ph type="ftr" sz="quarter" idx="11"/>
          </p:nvPr>
        </p:nvSpPr>
        <p:spPr/>
        <p:txBody>
          <a:bodyPr/>
          <a:lstStyle>
            <a:lvl1pPr>
              <a:defRPr>
                <a:solidFill>
                  <a:srgbClr val="FFFFFF"/>
                </a:solidFill>
              </a:defRPr>
            </a:lvl1pPr>
          </a:lstStyle>
          <a:p>
            <a:r>
              <a:rPr lang="sv-SE"/>
              <a:t>Trịnh Lê Huy</a:t>
            </a:r>
          </a:p>
        </p:txBody>
      </p:sp>
      <p:sp>
        <p:nvSpPr>
          <p:cNvPr id="9" name="Slide Number Placeholder 8"/>
          <p:cNvSpPr>
            <a:spLocks noGrp="1"/>
          </p:cNvSpPr>
          <p:nvPr>
            <p:ph type="sldNum" sz="quarter" idx="12"/>
          </p:nvPr>
        </p:nvSpPr>
        <p:spPr/>
        <p:txBody>
          <a:bodyPr/>
          <a:lstStyle/>
          <a:p>
            <a:fld id="{E9314CD8-DB15-496A-A859-82D24A1AF52A}" type="slidenum">
              <a:rPr lang="sv-SE" smtClean="0"/>
              <a:pPr/>
              <a:t>‹#›</a:t>
            </a:fld>
            <a:endParaRPr lang="sv-SE" sz="1400">
              <a:latin typeface="Times" pitchFamily="1" charset="0"/>
            </a:endParaRPr>
          </a:p>
        </p:txBody>
      </p:sp>
    </p:spTree>
    <p:extLst>
      <p:ext uri="{BB962C8B-B14F-4D97-AF65-F5344CB8AC3E}">
        <p14:creationId xmlns:p14="http://schemas.microsoft.com/office/powerpoint/2010/main" val="16467544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5" y="0"/>
            <a:ext cx="3291267"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9" name="Rectangle 8"/>
          <p:cNvSpPr/>
          <p:nvPr/>
        </p:nvSpPr>
        <p:spPr>
          <a:xfrm>
            <a:off x="3282557" y="0"/>
            <a:ext cx="52007"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title"/>
          </p:nvPr>
        </p:nvSpPr>
        <p:spPr>
          <a:xfrm>
            <a:off x="371475" y="594359"/>
            <a:ext cx="2600325"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3900488" y="731520"/>
            <a:ext cx="5274945" cy="52578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371475" y="2926080"/>
            <a:ext cx="2600325"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6" name="Footer Placeholder 5"/>
          <p:cNvSpPr>
            <a:spLocks noGrp="1"/>
          </p:cNvSpPr>
          <p:nvPr>
            <p:ph type="ftr" sz="quarter" idx="11"/>
          </p:nvPr>
        </p:nvSpPr>
        <p:spPr>
          <a:xfrm>
            <a:off x="3900487" y="6459787"/>
            <a:ext cx="3776663" cy="365125"/>
          </a:xfrm>
        </p:spPr>
        <p:txBody>
          <a:bodyPr/>
          <a:lstStyle>
            <a:lvl1pPr algn="l">
              <a:defRPr>
                <a:solidFill>
                  <a:schemeClr val="tx2"/>
                </a:solidFill>
              </a:defRPr>
            </a:lvl1pPr>
          </a:lstStyle>
          <a:p>
            <a:r>
              <a:rPr lang="sv-SE"/>
              <a:t>Trịnh Lê Huy</a:t>
            </a:r>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91D136CB-44A3-4A56-9571-5AC9E7D220FF}" type="slidenum">
              <a:rPr lang="sv-SE" smtClean="0"/>
              <a:pPr/>
              <a:t>‹#›</a:t>
            </a:fld>
            <a:endParaRPr lang="sv-SE" sz="1400">
              <a:latin typeface="Times" pitchFamily="1" charset="0"/>
            </a:endParaRPr>
          </a:p>
        </p:txBody>
      </p:sp>
    </p:spTree>
    <p:extLst>
      <p:ext uri="{BB962C8B-B14F-4D97-AF65-F5344CB8AC3E}">
        <p14:creationId xmlns:p14="http://schemas.microsoft.com/office/powerpoint/2010/main" val="11732043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9903421"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3" y="4915076"/>
            <a:ext cx="9903421"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91540" y="5074920"/>
            <a:ext cx="8217337" cy="822960"/>
          </a:xfrm>
        </p:spPr>
        <p:txBody>
          <a:bodyPr tIns="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4" y="0"/>
            <a:ext cx="9905988" cy="4915076"/>
          </a:xfrm>
          <a:solidFill>
            <a:schemeClr val="bg2">
              <a:lumMod val="90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91540" y="5907024"/>
            <a:ext cx="8221980"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6" name="Footer Placeholder 5"/>
          <p:cNvSpPr>
            <a:spLocks noGrp="1"/>
          </p:cNvSpPr>
          <p:nvPr>
            <p:ph type="ftr" sz="quarter" idx="11"/>
          </p:nvPr>
        </p:nvSpPr>
        <p:spPr/>
        <p:txBody>
          <a:bodyPr/>
          <a:lstStyle/>
          <a:p>
            <a:r>
              <a:rPr lang="sv-SE"/>
              <a:t>Trịnh Lê Huy</a:t>
            </a:r>
          </a:p>
        </p:txBody>
      </p:sp>
      <p:sp>
        <p:nvSpPr>
          <p:cNvPr id="7" name="Slide Number Placeholder 6"/>
          <p:cNvSpPr>
            <a:spLocks noGrp="1"/>
          </p:cNvSpPr>
          <p:nvPr>
            <p:ph type="sldNum" sz="quarter" idx="12"/>
          </p:nvPr>
        </p:nvSpPr>
        <p:spPr/>
        <p:txBody>
          <a:bodyPr/>
          <a:lstStyle/>
          <a:p>
            <a:fld id="{78FB1C77-4CB1-498D-9F07-B554D165B420}" type="slidenum">
              <a:rPr lang="sv-SE" smtClean="0"/>
              <a:pPr/>
              <a:t>‹#›</a:t>
            </a:fld>
            <a:endParaRPr lang="sv-SE" sz="1400">
              <a:latin typeface="Times" pitchFamily="1" charset="0"/>
            </a:endParaRPr>
          </a:p>
        </p:txBody>
      </p:sp>
    </p:spTree>
    <p:extLst>
      <p:ext uri="{BB962C8B-B14F-4D97-AF65-F5344CB8AC3E}">
        <p14:creationId xmlns:p14="http://schemas.microsoft.com/office/powerpoint/2010/main" val="1412175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p:ph type="ftr" sz="quarter" idx="11"/>
          </p:nvPr>
        </p:nvSpPr>
        <p:spPr/>
        <p:txBody>
          <a:bodyPr/>
          <a:lstStyle/>
          <a:p>
            <a:r>
              <a:rPr lang="sv-SE"/>
              <a:t>Trịnh Lê Huy</a:t>
            </a:r>
          </a:p>
        </p:txBody>
      </p:sp>
      <p:sp>
        <p:nvSpPr>
          <p:cNvPr id="6" name="Slide Number Placeholder 5"/>
          <p:cNvSpPr>
            <a:spLocks noGrp="1"/>
          </p:cNvSpPr>
          <p:nvPr>
            <p:ph type="sldNum" sz="quarter" idx="12"/>
          </p:nvPr>
        </p:nvSpPr>
        <p:spPr/>
        <p:txBody>
          <a:bodyPr/>
          <a:lstStyle/>
          <a:p>
            <a:fld id="{A47D9B1D-FDCB-443F-93C0-5F97D675AD51}" type="slidenum">
              <a:rPr lang="sv-SE" smtClean="0"/>
              <a:pPr/>
              <a:t>‹#›</a:t>
            </a:fld>
            <a:endParaRPr lang="sv-SE" sz="1400">
              <a:latin typeface="Times" pitchFamily="1" charset="0"/>
            </a:endParaRPr>
          </a:p>
        </p:txBody>
      </p:sp>
    </p:spTree>
    <p:extLst>
      <p:ext uri="{BB962C8B-B14F-4D97-AF65-F5344CB8AC3E}">
        <p14:creationId xmlns:p14="http://schemas.microsoft.com/office/powerpoint/2010/main" val="258070555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userDrawn="1"/>
        </p:nvSpPr>
        <p:spPr>
          <a:xfrm>
            <a:off x="2581" y="6400800"/>
            <a:ext cx="9903421"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3" y="6334316"/>
            <a:ext cx="9903421"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7088982" y="412302"/>
            <a:ext cx="2135981" cy="575989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81038" y="412302"/>
            <a:ext cx="6284119" cy="5759898"/>
          </a:xfrm>
        </p:spPr>
        <p:txBody>
          <a:bodyPr vert="eaVert" lIns="45720" tIns="0" rIns="45720" b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p:ph type="ftr" sz="quarter" idx="11"/>
          </p:nvPr>
        </p:nvSpPr>
        <p:spPr/>
        <p:txBody>
          <a:bodyPr/>
          <a:lstStyle/>
          <a:p>
            <a:r>
              <a:rPr lang="sv-SE"/>
              <a:t>Trịnh Lê Huy</a:t>
            </a:r>
          </a:p>
        </p:txBody>
      </p:sp>
      <p:sp>
        <p:nvSpPr>
          <p:cNvPr id="6" name="Slide Number Placeholder 5"/>
          <p:cNvSpPr>
            <a:spLocks noGrp="1"/>
          </p:cNvSpPr>
          <p:nvPr>
            <p:ph type="sldNum" sz="quarter" idx="12"/>
          </p:nvPr>
        </p:nvSpPr>
        <p:spPr/>
        <p:txBody>
          <a:bodyPr/>
          <a:lstStyle/>
          <a:p>
            <a:fld id="{99D7071D-A73F-4BA5-9F02-094D29CF2789}" type="slidenum">
              <a:rPr lang="sv-SE" smtClean="0"/>
              <a:pPr/>
              <a:t>‹#›</a:t>
            </a:fld>
            <a:endParaRPr lang="sv-SE" sz="1400">
              <a:latin typeface="Times" pitchFamily="1" charset="0"/>
            </a:endParaRPr>
          </a:p>
        </p:txBody>
      </p:sp>
    </p:spTree>
    <p:extLst>
      <p:ext uri="{BB962C8B-B14F-4D97-AF65-F5344CB8AC3E}">
        <p14:creationId xmlns:p14="http://schemas.microsoft.com/office/powerpoint/2010/main" val="15741958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9906001"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9" name="Rectangle 8"/>
          <p:cNvSpPr/>
          <p:nvPr/>
        </p:nvSpPr>
        <p:spPr>
          <a:xfrm>
            <a:off x="1" y="6334316"/>
            <a:ext cx="9906001" cy="6599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Placeholder 1"/>
          <p:cNvSpPr>
            <a:spLocks noGrp="1"/>
          </p:cNvSpPr>
          <p:nvPr>
            <p:ph type="title"/>
          </p:nvPr>
        </p:nvSpPr>
        <p:spPr>
          <a:xfrm>
            <a:off x="891540" y="286605"/>
            <a:ext cx="817245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891539" y="1845734"/>
            <a:ext cx="8172451" cy="4023360"/>
          </a:xfrm>
          <a:prstGeom prst="rect">
            <a:avLst/>
          </a:prstGeom>
        </p:spPr>
        <p:txBody>
          <a:bodyPr vert="horz" lIns="0" tIns="45720" rIns="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p:ph type="ftr" sz="quarter" idx="3"/>
          </p:nvPr>
        </p:nvSpPr>
        <p:spPr>
          <a:xfrm>
            <a:off x="2995026" y="6459787"/>
            <a:ext cx="3918528" cy="365125"/>
          </a:xfrm>
          <a:prstGeom prst="rect">
            <a:avLst/>
          </a:prstGeom>
        </p:spPr>
        <p:txBody>
          <a:bodyPr vert="horz" lIns="91440" tIns="45720" rIns="91440" bIns="45720" rtlCol="0" anchor="ctr"/>
          <a:lstStyle>
            <a:lvl1pPr algn="ctr">
              <a:defRPr sz="900" cap="all" baseline="0">
                <a:solidFill>
                  <a:srgbClr val="FFFFFF"/>
                </a:solidFill>
              </a:defRPr>
            </a:lvl1pPr>
          </a:lstStyle>
          <a:p>
            <a:r>
              <a:rPr lang="sv-SE"/>
              <a:t>Trịnh Lê Huy</a:t>
            </a:r>
          </a:p>
        </p:txBody>
      </p:sp>
      <p:sp>
        <p:nvSpPr>
          <p:cNvPr id="6" name="Slide Number Placeholder 5"/>
          <p:cNvSpPr>
            <a:spLocks noGrp="1"/>
          </p:cNvSpPr>
          <p:nvPr>
            <p:ph type="sldNum" sz="quarter" idx="4"/>
          </p:nvPr>
        </p:nvSpPr>
        <p:spPr>
          <a:xfrm>
            <a:off x="8044123" y="6459787"/>
            <a:ext cx="1066021" cy="365125"/>
          </a:xfrm>
          <a:prstGeom prst="rect">
            <a:avLst/>
          </a:prstGeom>
        </p:spPr>
        <p:txBody>
          <a:bodyPr vert="horz" lIns="91440" tIns="45720" rIns="91440" bIns="45720" rtlCol="0" anchor="ctr"/>
          <a:lstStyle>
            <a:lvl1pPr algn="r">
              <a:defRPr sz="1050">
                <a:solidFill>
                  <a:srgbClr val="FFFFFF"/>
                </a:solidFill>
              </a:defRPr>
            </a:lvl1pPr>
          </a:lstStyle>
          <a:p>
            <a:fld id="{D6F0065D-453A-49D6-B09C-0939AFFF0617}" type="slidenum">
              <a:rPr lang="sv-SE" smtClean="0"/>
              <a:pPr/>
              <a:t>‹#›</a:t>
            </a:fld>
            <a:endParaRPr lang="sv-SE" sz="1400"/>
          </a:p>
        </p:txBody>
      </p:sp>
      <p:cxnSp>
        <p:nvCxnSpPr>
          <p:cNvPr id="10" name="Straight Connector 9"/>
          <p:cNvCxnSpPr/>
          <p:nvPr/>
        </p:nvCxnSpPr>
        <p:spPr>
          <a:xfrm>
            <a:off x="969745" y="1737845"/>
            <a:ext cx="8098155"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0247864"/>
      </p:ext>
    </p:extLst>
  </p:cSld>
  <p:clrMap bg1="lt1" tx1="dk1" bg2="lt2" tx2="dk2" accent1="accent1" accent2="accent2" accent3="accent3" accent4="accent4" accent5="accent5" accent6="accent6" hlink="hlink" folHlink="folHlink"/>
  <p:sldLayoutIdLst>
    <p:sldLayoutId id="2147483776" r:id="rId1"/>
    <p:sldLayoutId id="2147483777" r:id="rId2"/>
    <p:sldLayoutId id="2147483778" r:id="rId3"/>
    <p:sldLayoutId id="2147483779" r:id="rId4"/>
    <p:sldLayoutId id="2147483780" r:id="rId5"/>
    <p:sldLayoutId id="2147483781" r:id="rId6"/>
    <p:sldLayoutId id="2147483782" r:id="rId7"/>
    <p:sldLayoutId id="2147483783" r:id="rId8"/>
    <p:sldLayoutId id="2147483784" r:id="rId9"/>
    <p:sldLayoutId id="2147483785" r:id="rId10"/>
    <p:sldLayoutId id="2147483786" r:id="rId11"/>
  </p:sldLayoutIdLst>
  <p:hf hdr="0"/>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notesSlide" Target="../notesSlides/notesSlide2.xml"/><Relationship Id="rId1" Type="http://schemas.openxmlformats.org/officeDocument/2006/relationships/slideLayout" Target="../slideLayouts/slideLayout6.xml"/><Relationship Id="rId4" Type="http://schemas.openxmlformats.org/officeDocument/2006/relationships/image" Target="../media/image4.jpeg"/></Relationships>
</file>

<file path=ppt/slides/_rels/slide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3.xml"/><Relationship Id="rId1" Type="http://schemas.openxmlformats.org/officeDocument/2006/relationships/slideLayout" Target="../slideLayouts/slideLayout6.xml"/><Relationship Id="rId6" Type="http://schemas.openxmlformats.org/officeDocument/2006/relationships/image" Target="../media/image8.jpeg"/><Relationship Id="rId5" Type="http://schemas.openxmlformats.org/officeDocument/2006/relationships/image" Target="../media/image7.jpeg"/><Relationship Id="rId4" Type="http://schemas.openxmlformats.org/officeDocument/2006/relationships/image" Target="../media/image6.jpeg"/></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6.xml"/><Relationship Id="rId6" Type="http://schemas.openxmlformats.org/officeDocument/2006/relationships/image" Target="../media/image12.jpeg"/><Relationship Id="rId5" Type="http://schemas.openxmlformats.org/officeDocument/2006/relationships/image" Target="../media/image11.gif"/><Relationship Id="rId4" Type="http://schemas.openxmlformats.org/officeDocument/2006/relationships/image" Target="../media/image10.jpeg"/></Relationships>
</file>

<file path=ppt/slides/_rels/slide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16.gif"/><Relationship Id="rId2" Type="http://schemas.openxmlformats.org/officeDocument/2006/relationships/image" Target="../media/image15.png"/><Relationship Id="rId1" Type="http://schemas.openxmlformats.org/officeDocument/2006/relationships/slideLayout" Target="../slideLayouts/slideLayout6.xml"/><Relationship Id="rId4" Type="http://schemas.openxmlformats.org/officeDocument/2006/relationships/image" Target="../media/image17.jpe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hyperlink" Target="mailto:huytl@uit.edu.vn" TargetMode="External"/><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8.JP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9.gif"/><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20.gif"/></Relationships>
</file>

<file path=ppt/slides/_rels/slide26.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23.gif"/></Relationships>
</file>

<file path=ppt/slides/_rels/slide29.xml.rels><?xml version="1.0" encoding="UTF-8" standalone="yes"?>
<Relationships xmlns="http://schemas.openxmlformats.org/package/2006/relationships"><Relationship Id="rId3" Type="http://schemas.openxmlformats.org/officeDocument/2006/relationships/image" Target="../media/image24.gif"/><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5.gif"/><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8.gif"/><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9.emf"/><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emf"/><Relationship Id="rId1" Type="http://schemas.openxmlformats.org/officeDocument/2006/relationships/slideLayout" Target="../slideLayouts/slideLayout2.xml"/><Relationship Id="rId4" Type="http://schemas.openxmlformats.org/officeDocument/2006/relationships/image" Target="../media/image32.emf"/></Relationships>
</file>

<file path=ppt/slides/_rels/slide3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3.emf"/><Relationship Id="rId1" Type="http://schemas.openxmlformats.org/officeDocument/2006/relationships/slideLayout" Target="../slideLayouts/slideLayout2.xml"/><Relationship Id="rId4" Type="http://schemas.openxmlformats.org/officeDocument/2006/relationships/image" Target="../media/image34.emf"/></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b="1" dirty="0" err="1">
                <a:effectLst>
                  <a:outerShdw blurRad="38100" dist="38100" dir="2700000" algn="tl">
                    <a:srgbClr val="000000">
                      <a:alpha val="43137"/>
                    </a:srgbClr>
                  </a:outerShdw>
                </a:effectLst>
              </a:rPr>
              <a:t>Chương</a:t>
            </a:r>
            <a:r>
              <a:rPr lang="en-US" b="1" dirty="0">
                <a:effectLst>
                  <a:outerShdw blurRad="38100" dist="38100" dir="2700000" algn="tl">
                    <a:srgbClr val="000000">
                      <a:alpha val="43137"/>
                    </a:srgbClr>
                  </a:outerShdw>
                </a:effectLst>
              </a:rPr>
              <a:t> 1</a:t>
            </a:r>
          </a:p>
        </p:txBody>
      </p:sp>
      <p:sp>
        <p:nvSpPr>
          <p:cNvPr id="6" name="Content Placeholder 5"/>
          <p:cNvSpPr>
            <a:spLocks noGrp="1"/>
          </p:cNvSpPr>
          <p:nvPr>
            <p:ph idx="1"/>
          </p:nvPr>
        </p:nvSpPr>
        <p:spPr>
          <a:xfrm>
            <a:off x="3332820" y="731520"/>
            <a:ext cx="6573180" cy="5257800"/>
          </a:xfrm>
        </p:spPr>
        <p:txBody>
          <a:bodyPr>
            <a:normAutofit/>
          </a:bodyPr>
          <a:lstStyle/>
          <a:p>
            <a:pPr algn="ctr"/>
            <a:r>
              <a:rPr lang="en-US" sz="48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CÁC THIẾT BỊ VÀ MẠCH ĐIỆN TỬ</a:t>
            </a:r>
          </a:p>
        </p:txBody>
      </p:sp>
      <p:sp>
        <p:nvSpPr>
          <p:cNvPr id="7" name="Text Placeholder 6"/>
          <p:cNvSpPr>
            <a:spLocks noGrp="1"/>
          </p:cNvSpPr>
          <p:nvPr>
            <p:ph type="body" sz="half" idx="2"/>
          </p:nvPr>
        </p:nvSpPr>
        <p:spPr/>
        <p:txBody>
          <a:bodyPr/>
          <a:lstStyle/>
          <a:p>
            <a:pPr marL="285750" indent="-285750">
              <a:buClr>
                <a:srgbClr val="FFC000"/>
              </a:buClr>
              <a:buFont typeface="Wingdings" panose="05000000000000000000" pitchFamily="2" charset="2"/>
              <a:buChar char="q"/>
            </a:pPr>
            <a:r>
              <a:rPr lang="en-US" b="1" dirty="0" err="1">
                <a:effectLst>
                  <a:outerShdw blurRad="38100" dist="38100" dir="2700000" algn="tl">
                    <a:srgbClr val="000000">
                      <a:alpha val="43137"/>
                    </a:srgbClr>
                  </a:outerShdw>
                </a:effectLst>
              </a:rPr>
              <a:t>Tổng</a:t>
            </a:r>
            <a:r>
              <a:rPr lang="en-US" b="1" dirty="0">
                <a:effectLst>
                  <a:outerShdw blurRad="38100" dist="38100" dir="2700000" algn="tl">
                    <a:srgbClr val="000000">
                      <a:alpha val="43137"/>
                    </a:srgbClr>
                  </a:outerShdw>
                </a:effectLst>
              </a:rPr>
              <a:t> </a:t>
            </a:r>
            <a:r>
              <a:rPr lang="en-US" b="1" dirty="0" err="1">
                <a:effectLst>
                  <a:outerShdw blurRad="38100" dist="38100" dir="2700000" algn="tl">
                    <a:srgbClr val="000000">
                      <a:alpha val="43137"/>
                    </a:srgbClr>
                  </a:outerShdw>
                </a:effectLst>
              </a:rPr>
              <a:t>quan</a:t>
            </a:r>
            <a:r>
              <a:rPr lang="en-US" b="1" dirty="0">
                <a:effectLst>
                  <a:outerShdw blurRad="38100" dist="38100" dir="2700000" algn="tl">
                    <a:srgbClr val="000000">
                      <a:alpha val="43137"/>
                    </a:srgbClr>
                  </a:outerShdw>
                </a:effectLst>
              </a:rPr>
              <a:t> </a:t>
            </a:r>
            <a:r>
              <a:rPr lang="en-US" b="1" dirty="0" err="1">
                <a:effectLst>
                  <a:outerShdw blurRad="38100" dist="38100" dir="2700000" algn="tl">
                    <a:srgbClr val="000000">
                      <a:alpha val="43137"/>
                    </a:srgbClr>
                  </a:outerShdw>
                </a:effectLst>
              </a:rPr>
              <a:t>về</a:t>
            </a:r>
            <a:r>
              <a:rPr lang="en-US" b="1" dirty="0">
                <a:effectLst>
                  <a:outerShdw blurRad="38100" dist="38100" dir="2700000" algn="tl">
                    <a:srgbClr val="000000">
                      <a:alpha val="43137"/>
                    </a:srgbClr>
                  </a:outerShdw>
                </a:effectLst>
              </a:rPr>
              <a:t> </a:t>
            </a:r>
            <a:r>
              <a:rPr lang="en-US" b="1" dirty="0" err="1">
                <a:effectLst>
                  <a:outerShdw blurRad="38100" dist="38100" dir="2700000" algn="tl">
                    <a:srgbClr val="000000">
                      <a:alpha val="43137"/>
                    </a:srgbClr>
                  </a:outerShdw>
                </a:effectLst>
              </a:rPr>
              <a:t>Môn</a:t>
            </a:r>
            <a:r>
              <a:rPr lang="en-US" b="1" dirty="0">
                <a:effectLst>
                  <a:outerShdw blurRad="38100" dist="38100" dir="2700000" algn="tl">
                    <a:srgbClr val="000000">
                      <a:alpha val="43137"/>
                    </a:srgbClr>
                  </a:outerShdw>
                </a:effectLst>
              </a:rPr>
              <a:t> </a:t>
            </a:r>
            <a:r>
              <a:rPr lang="en-US" b="1" dirty="0" err="1">
                <a:effectLst>
                  <a:outerShdw blurRad="38100" dist="38100" dir="2700000" algn="tl">
                    <a:srgbClr val="000000">
                      <a:alpha val="43137"/>
                    </a:srgbClr>
                  </a:outerShdw>
                </a:effectLst>
              </a:rPr>
              <a:t>học</a:t>
            </a:r>
            <a:endParaRPr lang="en-US" b="1" dirty="0">
              <a:effectLst>
                <a:outerShdw blurRad="38100" dist="38100" dir="2700000" algn="tl">
                  <a:srgbClr val="000000">
                    <a:alpha val="43137"/>
                  </a:srgbClr>
                </a:outerShdw>
              </a:effectLst>
            </a:endParaRPr>
          </a:p>
          <a:p>
            <a:pPr marL="285750" indent="-285750">
              <a:buClr>
                <a:srgbClr val="FFC000"/>
              </a:buClr>
              <a:buFont typeface="Wingdings" panose="05000000000000000000" pitchFamily="2" charset="2"/>
              <a:buChar char="q"/>
            </a:pPr>
            <a:r>
              <a:rPr lang="en-US" b="1" dirty="0" err="1">
                <a:effectLst>
                  <a:outerShdw blurRad="38100" dist="38100" dir="2700000" algn="tl">
                    <a:srgbClr val="000000">
                      <a:alpha val="43137"/>
                    </a:srgbClr>
                  </a:outerShdw>
                </a:effectLst>
              </a:rPr>
              <a:t>Mục</a:t>
            </a:r>
            <a:r>
              <a:rPr lang="en-US" b="1" dirty="0">
                <a:effectLst>
                  <a:outerShdw blurRad="38100" dist="38100" dir="2700000" algn="tl">
                    <a:srgbClr val="000000">
                      <a:alpha val="43137"/>
                    </a:srgbClr>
                  </a:outerShdw>
                </a:effectLst>
              </a:rPr>
              <a:t> </a:t>
            </a:r>
            <a:r>
              <a:rPr lang="en-US" b="1" dirty="0" err="1">
                <a:effectLst>
                  <a:outerShdw blurRad="38100" dist="38100" dir="2700000" algn="tl">
                    <a:srgbClr val="000000">
                      <a:alpha val="43137"/>
                    </a:srgbClr>
                  </a:outerShdw>
                </a:effectLst>
              </a:rPr>
              <a:t>tiêu</a:t>
            </a:r>
            <a:r>
              <a:rPr lang="en-US" b="1" dirty="0">
                <a:effectLst>
                  <a:outerShdw blurRad="38100" dist="38100" dir="2700000" algn="tl">
                    <a:srgbClr val="000000">
                      <a:alpha val="43137"/>
                    </a:srgbClr>
                  </a:outerShdw>
                </a:effectLst>
              </a:rPr>
              <a:t> </a:t>
            </a:r>
            <a:r>
              <a:rPr lang="en-US" b="1" dirty="0" err="1">
                <a:effectLst>
                  <a:outerShdw blurRad="38100" dist="38100" dir="2700000" algn="tl">
                    <a:srgbClr val="000000">
                      <a:alpha val="43137"/>
                    </a:srgbClr>
                  </a:outerShdw>
                </a:effectLst>
              </a:rPr>
              <a:t>và</a:t>
            </a:r>
            <a:r>
              <a:rPr lang="en-US" b="1" dirty="0">
                <a:effectLst>
                  <a:outerShdw blurRad="38100" dist="38100" dir="2700000" algn="tl">
                    <a:srgbClr val="000000">
                      <a:alpha val="43137"/>
                    </a:srgbClr>
                  </a:outerShdw>
                </a:effectLst>
              </a:rPr>
              <a:t> </a:t>
            </a:r>
            <a:r>
              <a:rPr lang="en-US" b="1" dirty="0" err="1">
                <a:effectLst>
                  <a:outerShdw blurRad="38100" dist="38100" dir="2700000" algn="tl">
                    <a:srgbClr val="000000">
                      <a:alpha val="43137"/>
                    </a:srgbClr>
                  </a:outerShdw>
                </a:effectLst>
              </a:rPr>
              <a:t>nội</a:t>
            </a:r>
            <a:r>
              <a:rPr lang="en-US" b="1" dirty="0">
                <a:effectLst>
                  <a:outerShdw blurRad="38100" dist="38100" dir="2700000" algn="tl">
                    <a:srgbClr val="000000">
                      <a:alpha val="43137"/>
                    </a:srgbClr>
                  </a:outerShdw>
                </a:effectLst>
              </a:rPr>
              <a:t> dung </a:t>
            </a:r>
            <a:r>
              <a:rPr lang="en-US" b="1" dirty="0" err="1">
                <a:effectLst>
                  <a:outerShdw blurRad="38100" dist="38100" dir="2700000" algn="tl">
                    <a:srgbClr val="000000">
                      <a:alpha val="43137"/>
                    </a:srgbClr>
                  </a:outerShdw>
                </a:effectLst>
              </a:rPr>
              <a:t>môn</a:t>
            </a:r>
            <a:r>
              <a:rPr lang="en-US" b="1" dirty="0">
                <a:effectLst>
                  <a:outerShdw blurRad="38100" dist="38100" dir="2700000" algn="tl">
                    <a:srgbClr val="000000">
                      <a:alpha val="43137"/>
                    </a:srgbClr>
                  </a:outerShdw>
                </a:effectLst>
              </a:rPr>
              <a:t> </a:t>
            </a:r>
            <a:r>
              <a:rPr lang="en-US" b="1" dirty="0" err="1">
                <a:effectLst>
                  <a:outerShdw blurRad="38100" dist="38100" dir="2700000" algn="tl">
                    <a:srgbClr val="000000">
                      <a:alpha val="43137"/>
                    </a:srgbClr>
                  </a:outerShdw>
                </a:effectLst>
              </a:rPr>
              <a:t>học</a:t>
            </a:r>
            <a:endParaRPr lang="en-US" b="1" dirty="0">
              <a:effectLst>
                <a:outerShdw blurRad="38100" dist="38100" dir="2700000" algn="tl">
                  <a:srgbClr val="000000">
                    <a:alpha val="43137"/>
                  </a:srgbClr>
                </a:outerShdw>
              </a:effectLst>
            </a:endParaRPr>
          </a:p>
          <a:p>
            <a:pPr marL="285750" indent="-285750">
              <a:buClr>
                <a:srgbClr val="FFC000"/>
              </a:buClr>
              <a:buFont typeface="Wingdings" panose="05000000000000000000" pitchFamily="2" charset="2"/>
              <a:buChar char="q"/>
            </a:pPr>
            <a:r>
              <a:rPr lang="en-US" b="1" dirty="0" err="1">
                <a:effectLst>
                  <a:outerShdw blurRad="38100" dist="38100" dir="2700000" algn="tl">
                    <a:srgbClr val="000000">
                      <a:alpha val="43137"/>
                    </a:srgbClr>
                  </a:outerShdw>
                </a:effectLst>
              </a:rPr>
              <a:t>Kế</a:t>
            </a:r>
            <a:r>
              <a:rPr lang="en-US" b="1" dirty="0">
                <a:effectLst>
                  <a:outerShdw blurRad="38100" dist="38100" dir="2700000" algn="tl">
                    <a:srgbClr val="000000">
                      <a:alpha val="43137"/>
                    </a:srgbClr>
                  </a:outerShdw>
                </a:effectLst>
              </a:rPr>
              <a:t> </a:t>
            </a:r>
            <a:r>
              <a:rPr lang="en-US" b="1" dirty="0" err="1">
                <a:effectLst>
                  <a:outerShdw blurRad="38100" dist="38100" dir="2700000" algn="tl">
                    <a:srgbClr val="000000">
                      <a:alpha val="43137"/>
                    </a:srgbClr>
                  </a:outerShdw>
                </a:effectLst>
              </a:rPr>
              <a:t>hoạch</a:t>
            </a:r>
            <a:r>
              <a:rPr lang="en-US" b="1" dirty="0">
                <a:effectLst>
                  <a:outerShdw blurRad="38100" dist="38100" dir="2700000" algn="tl">
                    <a:srgbClr val="000000">
                      <a:alpha val="43137"/>
                    </a:srgbClr>
                  </a:outerShdw>
                </a:effectLst>
              </a:rPr>
              <a:t> </a:t>
            </a:r>
            <a:r>
              <a:rPr lang="en-US" b="1" dirty="0" err="1">
                <a:effectLst>
                  <a:outerShdw blurRad="38100" dist="38100" dir="2700000" algn="tl">
                    <a:srgbClr val="000000">
                      <a:alpha val="43137"/>
                    </a:srgbClr>
                  </a:outerShdw>
                </a:effectLst>
              </a:rPr>
              <a:t>giảng</a:t>
            </a:r>
            <a:r>
              <a:rPr lang="en-US" b="1" dirty="0">
                <a:effectLst>
                  <a:outerShdw blurRad="38100" dist="38100" dir="2700000" algn="tl">
                    <a:srgbClr val="000000">
                      <a:alpha val="43137"/>
                    </a:srgbClr>
                  </a:outerShdw>
                </a:effectLst>
              </a:rPr>
              <a:t> </a:t>
            </a:r>
            <a:r>
              <a:rPr lang="en-US" b="1" dirty="0" err="1">
                <a:effectLst>
                  <a:outerShdw blurRad="38100" dist="38100" dir="2700000" algn="tl">
                    <a:srgbClr val="000000">
                      <a:alpha val="43137"/>
                    </a:srgbClr>
                  </a:outerShdw>
                </a:effectLst>
              </a:rPr>
              <a:t>dạy</a:t>
            </a:r>
            <a:endParaRPr lang="en-US" b="1" dirty="0">
              <a:effectLst>
                <a:outerShdw blurRad="38100" dist="38100" dir="2700000" algn="tl">
                  <a:srgbClr val="000000">
                    <a:alpha val="43137"/>
                  </a:srgbClr>
                </a:outerShdw>
              </a:effectLst>
            </a:endParaRPr>
          </a:p>
          <a:p>
            <a:pPr marL="285750" indent="-285750">
              <a:buClr>
                <a:srgbClr val="FFC000"/>
              </a:buClr>
              <a:buFont typeface="Wingdings" panose="05000000000000000000" pitchFamily="2" charset="2"/>
              <a:buChar char="q"/>
            </a:pPr>
            <a:r>
              <a:rPr lang="en-US" b="1" dirty="0" err="1">
                <a:effectLst>
                  <a:outerShdw blurRad="38100" dist="38100" dir="2700000" algn="tl">
                    <a:srgbClr val="000000">
                      <a:alpha val="43137"/>
                    </a:srgbClr>
                  </a:outerShdw>
                </a:effectLst>
              </a:rPr>
              <a:t>Ôn</a:t>
            </a:r>
            <a:r>
              <a:rPr lang="en-US" b="1" dirty="0">
                <a:effectLst>
                  <a:outerShdw blurRad="38100" dist="38100" dir="2700000" algn="tl">
                    <a:srgbClr val="000000">
                      <a:alpha val="43137"/>
                    </a:srgbClr>
                  </a:outerShdw>
                </a:effectLst>
              </a:rPr>
              <a:t> </a:t>
            </a:r>
            <a:r>
              <a:rPr lang="en-US" b="1" dirty="0" err="1">
                <a:effectLst>
                  <a:outerShdw blurRad="38100" dist="38100" dir="2700000" algn="tl">
                    <a:srgbClr val="000000">
                      <a:alpha val="43137"/>
                    </a:srgbClr>
                  </a:outerShdw>
                </a:effectLst>
              </a:rPr>
              <a:t>lại</a:t>
            </a:r>
            <a:r>
              <a:rPr lang="en-US" b="1" dirty="0">
                <a:effectLst>
                  <a:outerShdw blurRad="38100" dist="38100" dir="2700000" algn="tl">
                    <a:srgbClr val="000000">
                      <a:alpha val="43137"/>
                    </a:srgbClr>
                  </a:outerShdw>
                </a:effectLst>
              </a:rPr>
              <a:t> </a:t>
            </a:r>
            <a:r>
              <a:rPr lang="en-US" b="1" dirty="0" err="1">
                <a:effectLst>
                  <a:outerShdw blurRad="38100" dist="38100" dir="2700000" algn="tl">
                    <a:srgbClr val="000000">
                      <a:alpha val="43137"/>
                    </a:srgbClr>
                  </a:outerShdw>
                </a:effectLst>
              </a:rPr>
              <a:t>kiến</a:t>
            </a:r>
            <a:r>
              <a:rPr lang="en-US" b="1" dirty="0">
                <a:effectLst>
                  <a:outerShdw blurRad="38100" dist="38100" dir="2700000" algn="tl">
                    <a:srgbClr val="000000">
                      <a:alpha val="43137"/>
                    </a:srgbClr>
                  </a:outerShdw>
                </a:effectLst>
              </a:rPr>
              <a:t> </a:t>
            </a:r>
            <a:r>
              <a:rPr lang="en-US" b="1" dirty="0" err="1">
                <a:effectLst>
                  <a:outerShdw blurRad="38100" dist="38100" dir="2700000" algn="tl">
                    <a:srgbClr val="000000">
                      <a:alpha val="43137"/>
                    </a:srgbClr>
                  </a:outerShdw>
                </a:effectLst>
              </a:rPr>
              <a:t>thức</a:t>
            </a:r>
            <a:endParaRPr lang="en-US" b="1" dirty="0">
              <a:effectLst>
                <a:outerShdw blurRad="38100" dist="38100" dir="2700000" algn="tl">
                  <a:srgbClr val="000000">
                    <a:alpha val="43137"/>
                  </a:srgbClr>
                </a:outerShdw>
              </a:effectLst>
            </a:endParaRPr>
          </a:p>
        </p:txBody>
      </p:sp>
      <p:sp>
        <p:nvSpPr>
          <p:cNvPr id="3" name="Footer Placeholder 2"/>
          <p:cNvSpPr>
            <a:spLocks noGrp="1"/>
          </p:cNvSpPr>
          <p:nvPr>
            <p:ph type="ftr" sz="quarter" idx="11"/>
          </p:nvPr>
        </p:nvSpPr>
        <p:spPr/>
        <p:txBody>
          <a:bodyPr/>
          <a:lstStyle/>
          <a:p>
            <a:r>
              <a:rPr lang="sv-SE"/>
              <a:t>Trịnh Lê Huy</a:t>
            </a:r>
          </a:p>
        </p:txBody>
      </p:sp>
      <p:sp>
        <p:nvSpPr>
          <p:cNvPr id="4" name="Slide Number Placeholder 3"/>
          <p:cNvSpPr>
            <a:spLocks noGrp="1"/>
          </p:cNvSpPr>
          <p:nvPr>
            <p:ph type="sldNum" sz="quarter" idx="12"/>
          </p:nvPr>
        </p:nvSpPr>
        <p:spPr/>
        <p:txBody>
          <a:bodyPr/>
          <a:lstStyle/>
          <a:p>
            <a:fld id="{7BFA1187-AABD-43BF-AA5A-EFAB2BE4579F}" type="slidenum">
              <a:rPr lang="sv-SE" smtClean="0"/>
              <a:pPr/>
              <a:t>1</a:t>
            </a:fld>
            <a:endParaRPr lang="sv-SE" sz="1400">
              <a:latin typeface="Times" pitchFamily="1" charset="0"/>
            </a:endParaRPr>
          </a:p>
        </p:txBody>
      </p:sp>
      <p:grpSp>
        <p:nvGrpSpPr>
          <p:cNvPr id="9" name="Group 8"/>
          <p:cNvGrpSpPr/>
          <p:nvPr/>
        </p:nvGrpSpPr>
        <p:grpSpPr>
          <a:xfrm>
            <a:off x="4783455" y="2951780"/>
            <a:ext cx="3509010" cy="1737360"/>
            <a:chOff x="5141976" y="2438890"/>
            <a:chExt cx="3509010" cy="1737360"/>
          </a:xfrm>
        </p:grpSpPr>
        <p:pic>
          <p:nvPicPr>
            <p:cNvPr id="1026" name="Picture 2" descr="http://portal.uit.edu.vn/Styles/profi/images/logo186x150.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41976" y="2646045"/>
              <a:ext cx="1771650" cy="1428750"/>
            </a:xfrm>
            <a:prstGeom prst="rect">
              <a:avLst/>
            </a:prstGeom>
            <a:noFill/>
            <a:extLst>
              <a:ext uri="{909E8E84-426E-40dd-AFC4-6F175D3DCCD1}">
                <a14:hiddenFill xmlns:a14="http://schemas.microsoft.com/office/drawing/2010/main" xmlns="">
                  <a:solidFill>
                    <a:srgbClr val="FFFFFF"/>
                  </a:solidFill>
                </a14:hiddenFill>
              </a:ext>
            </a:extLst>
          </p:spPr>
        </p:pic>
        <p:pic>
          <p:nvPicPr>
            <p:cNvPr id="8" name="Picture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913626" y="2438890"/>
              <a:ext cx="1737360" cy="1737360"/>
            </a:xfrm>
            <a:prstGeom prst="rect">
              <a:avLst/>
            </a:prstGeom>
          </p:spPr>
        </p:pic>
      </p:grpSp>
    </p:spTree>
    <p:extLst>
      <p:ext uri="{BB962C8B-B14F-4D97-AF65-F5344CB8AC3E}">
        <p14:creationId xmlns:p14="http://schemas.microsoft.com/office/powerpoint/2010/main" val="382090868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Footer Placeholder 12"/>
          <p:cNvSpPr>
            <a:spLocks noGrp="1"/>
          </p:cNvSpPr>
          <p:nvPr>
            <p:ph type="ftr" sz="quarter" idx="11"/>
          </p:nvPr>
        </p:nvSpPr>
        <p:spPr/>
        <p:txBody>
          <a:bodyPr/>
          <a:lstStyle/>
          <a:p>
            <a:r>
              <a:rPr lang="sv-SE" dirty="0"/>
              <a:t>Trịnh Lê Huy</a:t>
            </a:r>
          </a:p>
        </p:txBody>
      </p:sp>
      <p:sp>
        <p:nvSpPr>
          <p:cNvPr id="14" name="Slide Number Placeholder 13"/>
          <p:cNvSpPr>
            <a:spLocks noGrp="1"/>
          </p:cNvSpPr>
          <p:nvPr>
            <p:ph type="sldNum" sz="quarter" idx="12"/>
          </p:nvPr>
        </p:nvSpPr>
        <p:spPr/>
        <p:txBody>
          <a:bodyPr/>
          <a:lstStyle/>
          <a:p>
            <a:r>
              <a:rPr lang="sv-SE" dirty="0"/>
              <a:t>2</a:t>
            </a:r>
            <a:endParaRPr lang="sv-SE" sz="1400" dirty="0">
              <a:latin typeface="Times" pitchFamily="1" charset="0"/>
            </a:endParaRPr>
          </a:p>
        </p:txBody>
      </p:sp>
      <p:sp>
        <p:nvSpPr>
          <p:cNvPr id="74755" name="Rectangle 3"/>
          <p:cNvSpPr>
            <a:spLocks noGrp="1" noChangeArrowheads="1"/>
          </p:cNvSpPr>
          <p:nvPr>
            <p:ph idx="4294967295"/>
          </p:nvPr>
        </p:nvSpPr>
        <p:spPr>
          <a:xfrm>
            <a:off x="1485900" y="935038"/>
            <a:ext cx="8420100" cy="784225"/>
          </a:xfrm>
        </p:spPr>
        <p:txBody>
          <a:bodyPr>
            <a:normAutofit lnSpcReduction="10000"/>
          </a:bodyPr>
          <a:lstStyle/>
          <a:p>
            <a:pPr algn="ctr">
              <a:buFontTx/>
              <a:buNone/>
            </a:pPr>
            <a:r>
              <a:rPr lang="en-US" sz="5400" b="1" dirty="0" err="1">
                <a:latin typeface="+mj-lt"/>
              </a:rPr>
              <a:t>Tổng</a:t>
            </a:r>
            <a:r>
              <a:rPr lang="en-US" sz="5400" b="1" dirty="0">
                <a:latin typeface="+mj-lt"/>
              </a:rPr>
              <a:t> </a:t>
            </a:r>
            <a:r>
              <a:rPr lang="en-US" sz="5400" b="1" dirty="0" err="1">
                <a:latin typeface="+mj-lt"/>
              </a:rPr>
              <a:t>quan</a:t>
            </a:r>
            <a:r>
              <a:rPr lang="en-US" sz="5400" b="1" dirty="0">
                <a:latin typeface="+mj-lt"/>
              </a:rPr>
              <a:t> </a:t>
            </a:r>
            <a:r>
              <a:rPr lang="en-US" sz="5400" b="1" dirty="0" err="1">
                <a:latin typeface="+mj-lt"/>
              </a:rPr>
              <a:t>về</a:t>
            </a:r>
            <a:r>
              <a:rPr lang="en-US" sz="5400" b="1" dirty="0">
                <a:latin typeface="+mj-lt"/>
              </a:rPr>
              <a:t> </a:t>
            </a:r>
            <a:r>
              <a:rPr lang="en-US" sz="5400" b="1" dirty="0" err="1">
                <a:latin typeface="+mj-lt"/>
              </a:rPr>
              <a:t>môn</a:t>
            </a:r>
            <a:r>
              <a:rPr lang="en-US" sz="5400" b="1" dirty="0">
                <a:latin typeface="+mj-lt"/>
              </a:rPr>
              <a:t> </a:t>
            </a:r>
            <a:r>
              <a:rPr lang="en-US" sz="5400" b="1" dirty="0" err="1">
                <a:latin typeface="+mj-lt"/>
              </a:rPr>
              <a:t>học</a:t>
            </a:r>
            <a:endParaRPr lang="en-US" sz="5400" b="1" dirty="0">
              <a:latin typeface="+mj-lt"/>
            </a:endParaRPr>
          </a:p>
        </p:txBody>
      </p:sp>
      <p:sp>
        <p:nvSpPr>
          <p:cNvPr id="7" name="Oval Callout 6"/>
          <p:cNvSpPr/>
          <p:nvPr/>
        </p:nvSpPr>
        <p:spPr bwMode="auto">
          <a:xfrm>
            <a:off x="3692860" y="4607784"/>
            <a:ext cx="1755195" cy="1588939"/>
          </a:xfrm>
          <a:prstGeom prst="wedgeEllipseCallout">
            <a:avLst>
              <a:gd name="adj1" fmla="val 2227"/>
              <a:gd name="adj2" fmla="val -208899"/>
            </a:avLst>
          </a:prstGeom>
          <a:no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sv-SE" sz="1800" b="0" i="0" u="none" strike="noStrike" cap="none" normalizeH="0" baseline="0" dirty="0">
                <a:ln>
                  <a:noFill/>
                </a:ln>
                <a:solidFill>
                  <a:schemeClr val="tx1"/>
                </a:solidFill>
                <a:effectLst/>
                <a:latin typeface="Times" pitchFamily="1" charset="0"/>
              </a:rPr>
              <a:t>Mục</a:t>
            </a:r>
            <a:r>
              <a:rPr kumimoji="0" lang="sv-SE" sz="1800" b="0" i="0" u="none" strike="noStrike" cap="none" normalizeH="0" dirty="0">
                <a:ln>
                  <a:noFill/>
                </a:ln>
                <a:solidFill>
                  <a:schemeClr val="tx1"/>
                </a:solidFill>
                <a:effectLst/>
                <a:latin typeface="Times" pitchFamily="1" charset="0"/>
              </a:rPr>
              <a:t> tiêu</a:t>
            </a:r>
          </a:p>
          <a:p>
            <a:pPr marL="0" marR="0" indent="0" algn="ctr" defTabSz="914400" rtl="0" eaLnBrk="0" fontAlgn="base" latinLnBrk="0" hangingPunct="0">
              <a:lnSpc>
                <a:spcPct val="100000"/>
              </a:lnSpc>
              <a:spcBef>
                <a:spcPct val="0"/>
              </a:spcBef>
              <a:spcAft>
                <a:spcPct val="0"/>
              </a:spcAft>
              <a:buClrTx/>
              <a:buSzTx/>
              <a:buFontTx/>
              <a:buNone/>
              <a:tabLst/>
            </a:pPr>
            <a:r>
              <a:rPr kumimoji="0" lang="sv-SE" sz="1800" b="0" i="0" u="none" strike="noStrike" cap="none" normalizeH="0" dirty="0">
                <a:ln>
                  <a:noFill/>
                </a:ln>
                <a:solidFill>
                  <a:schemeClr val="tx1"/>
                </a:solidFill>
                <a:effectLst/>
                <a:latin typeface="Times" pitchFamily="1" charset="0"/>
              </a:rPr>
              <a:t>môn học?</a:t>
            </a:r>
            <a:endParaRPr kumimoji="0" lang="sv-SE" sz="1800" b="0" i="0" u="none" strike="noStrike" cap="none" normalizeH="0" baseline="0" dirty="0">
              <a:ln>
                <a:noFill/>
              </a:ln>
              <a:solidFill>
                <a:schemeClr val="tx1"/>
              </a:solidFill>
              <a:effectLst/>
              <a:latin typeface="Times" pitchFamily="1" charset="0"/>
            </a:endParaRPr>
          </a:p>
        </p:txBody>
      </p:sp>
      <p:sp>
        <p:nvSpPr>
          <p:cNvPr id="8" name="Oval Callout 7"/>
          <p:cNvSpPr/>
          <p:nvPr/>
        </p:nvSpPr>
        <p:spPr bwMode="auto">
          <a:xfrm>
            <a:off x="447382" y="1977413"/>
            <a:ext cx="1755195" cy="1125125"/>
          </a:xfrm>
          <a:prstGeom prst="wedgeEllipseCallout">
            <a:avLst>
              <a:gd name="adj1" fmla="val 106378"/>
              <a:gd name="adj2" fmla="val -62157"/>
            </a:avLst>
          </a:prstGeom>
          <a:no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sv-SE" sz="1800" dirty="0"/>
              <a:t>Điện tử tương tự </a:t>
            </a:r>
            <a:br>
              <a:rPr lang="sv-SE" sz="1800" dirty="0"/>
            </a:br>
            <a:r>
              <a:rPr lang="sv-SE" sz="1800" dirty="0"/>
              <a:t>là gì?</a:t>
            </a:r>
            <a:endParaRPr kumimoji="0" lang="sv-SE" sz="1800" b="0" i="0" u="none" strike="noStrike" cap="none" normalizeH="0" baseline="0" dirty="0">
              <a:ln>
                <a:noFill/>
              </a:ln>
              <a:solidFill>
                <a:schemeClr val="tx1"/>
              </a:solidFill>
              <a:effectLst/>
              <a:latin typeface="Times" pitchFamily="1" charset="0"/>
            </a:endParaRPr>
          </a:p>
        </p:txBody>
      </p:sp>
      <p:sp>
        <p:nvSpPr>
          <p:cNvPr id="9" name="Oval Callout 8"/>
          <p:cNvSpPr/>
          <p:nvPr/>
        </p:nvSpPr>
        <p:spPr bwMode="auto">
          <a:xfrm>
            <a:off x="1172580" y="4464115"/>
            <a:ext cx="1755195" cy="1125125"/>
          </a:xfrm>
          <a:prstGeom prst="wedgeEllipseCallout">
            <a:avLst>
              <a:gd name="adj1" fmla="val 101632"/>
              <a:gd name="adj2" fmla="val -276399"/>
            </a:avLst>
          </a:prstGeom>
          <a:no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800" b="0" i="0" u="none" strike="noStrike" cap="none" normalizeH="0" baseline="0" dirty="0" err="1">
                <a:ln>
                  <a:noFill/>
                </a:ln>
                <a:solidFill>
                  <a:schemeClr val="tx1"/>
                </a:solidFill>
                <a:effectLst/>
                <a:latin typeface="Times" pitchFamily="1" charset="0"/>
              </a:rPr>
              <a:t>Các</a:t>
            </a:r>
            <a:r>
              <a:rPr kumimoji="0" lang="en-US" sz="1800" b="0" i="0" u="none" strike="noStrike" cap="none" normalizeH="0" dirty="0">
                <a:ln>
                  <a:noFill/>
                </a:ln>
                <a:solidFill>
                  <a:schemeClr val="tx1"/>
                </a:solidFill>
                <a:effectLst/>
                <a:latin typeface="Times" pitchFamily="1" charset="0"/>
              </a:rPr>
              <a:t> </a:t>
            </a:r>
            <a:r>
              <a:rPr kumimoji="0" lang="en-US" sz="1800" b="0" i="0" u="none" strike="noStrike" cap="none" normalizeH="0" dirty="0" err="1">
                <a:ln>
                  <a:noFill/>
                </a:ln>
                <a:solidFill>
                  <a:schemeClr val="tx1"/>
                </a:solidFill>
                <a:effectLst/>
                <a:latin typeface="Times" pitchFamily="1" charset="0"/>
              </a:rPr>
              <a:t>thiết</a:t>
            </a:r>
            <a:r>
              <a:rPr kumimoji="0" lang="en-US" sz="1800" b="0" i="0" u="none" strike="noStrike" cap="none" normalizeH="0" dirty="0">
                <a:ln>
                  <a:noFill/>
                </a:ln>
                <a:solidFill>
                  <a:schemeClr val="tx1"/>
                </a:solidFill>
                <a:effectLst/>
                <a:latin typeface="Times" pitchFamily="1" charset="0"/>
              </a:rPr>
              <a:t> </a:t>
            </a:r>
            <a:r>
              <a:rPr kumimoji="0" lang="en-US" sz="1800" b="0" i="0" u="none" strike="noStrike" cap="none" normalizeH="0" dirty="0" err="1">
                <a:ln>
                  <a:noFill/>
                </a:ln>
                <a:solidFill>
                  <a:schemeClr val="tx1"/>
                </a:solidFill>
                <a:effectLst/>
                <a:latin typeface="Times" pitchFamily="1" charset="0"/>
              </a:rPr>
              <a:t>bị</a:t>
            </a:r>
            <a:r>
              <a:rPr kumimoji="0" lang="en-US" sz="1800" b="0" i="0" u="none" strike="noStrike" cap="none" normalizeH="0" dirty="0">
                <a:ln>
                  <a:noFill/>
                </a:ln>
                <a:solidFill>
                  <a:schemeClr val="tx1"/>
                </a:solidFill>
                <a:effectLst/>
                <a:latin typeface="Times" pitchFamily="1" charset="0"/>
              </a:rPr>
              <a:t> </a:t>
            </a:r>
            <a:r>
              <a:rPr kumimoji="0" lang="en-US" sz="1800" b="0" i="0" u="none" strike="noStrike" cap="none" normalizeH="0" dirty="0" err="1">
                <a:ln>
                  <a:noFill/>
                </a:ln>
                <a:solidFill>
                  <a:schemeClr val="tx1"/>
                </a:solidFill>
                <a:effectLst/>
                <a:latin typeface="Times" pitchFamily="1" charset="0"/>
              </a:rPr>
              <a:t>và</a:t>
            </a:r>
            <a:endParaRPr kumimoji="0" lang="en-US" sz="1800" b="0" i="0" u="none" strike="noStrike" cap="none" normalizeH="0" dirty="0">
              <a:ln>
                <a:noFill/>
              </a:ln>
              <a:solidFill>
                <a:schemeClr val="tx1"/>
              </a:solidFill>
              <a:effectLst/>
              <a:latin typeface="Times" pitchFamily="1" charset="0"/>
            </a:endParaRPr>
          </a:p>
          <a:p>
            <a:pPr marL="0" marR="0" indent="0" algn="ctr" defTabSz="914400" rtl="0" eaLnBrk="0" fontAlgn="base" latinLnBrk="0" hangingPunct="0">
              <a:lnSpc>
                <a:spcPct val="100000"/>
              </a:lnSpc>
              <a:spcBef>
                <a:spcPct val="0"/>
              </a:spcBef>
              <a:spcAft>
                <a:spcPct val="0"/>
              </a:spcAft>
              <a:buClrTx/>
              <a:buSzTx/>
              <a:buFontTx/>
              <a:buNone/>
              <a:tabLst/>
            </a:pPr>
            <a:r>
              <a:rPr kumimoji="0" lang="en-US" sz="1800" b="0" i="0" u="none" strike="noStrike" cap="none" normalizeH="0" dirty="0">
                <a:ln>
                  <a:noFill/>
                </a:ln>
                <a:solidFill>
                  <a:schemeClr val="tx1"/>
                </a:solidFill>
                <a:effectLst/>
                <a:latin typeface="Times" pitchFamily="1" charset="0"/>
              </a:rPr>
              <a:t> </a:t>
            </a:r>
            <a:r>
              <a:rPr kumimoji="0" lang="en-US" sz="1800" b="0" i="0" u="none" strike="noStrike" cap="none" normalizeH="0" dirty="0" err="1">
                <a:ln>
                  <a:noFill/>
                </a:ln>
                <a:solidFill>
                  <a:schemeClr val="tx1"/>
                </a:solidFill>
                <a:effectLst/>
                <a:latin typeface="Times" pitchFamily="1" charset="0"/>
              </a:rPr>
              <a:t>mạch</a:t>
            </a:r>
            <a:r>
              <a:rPr kumimoji="0" lang="en-US" sz="1800" b="0" i="0" u="none" strike="noStrike" cap="none" normalizeH="0" dirty="0">
                <a:ln>
                  <a:noFill/>
                </a:ln>
                <a:solidFill>
                  <a:schemeClr val="tx1"/>
                </a:solidFill>
                <a:effectLst/>
                <a:latin typeface="Times" pitchFamily="1" charset="0"/>
              </a:rPr>
              <a:t> </a:t>
            </a:r>
            <a:r>
              <a:rPr kumimoji="0" lang="en-US" sz="1800" b="0" i="0" u="none" strike="noStrike" cap="none" normalizeH="0" dirty="0" err="1">
                <a:ln>
                  <a:noFill/>
                </a:ln>
                <a:solidFill>
                  <a:schemeClr val="tx1"/>
                </a:solidFill>
                <a:effectLst/>
                <a:latin typeface="Times" pitchFamily="1" charset="0"/>
              </a:rPr>
              <a:t>điện</a:t>
            </a:r>
            <a:r>
              <a:rPr kumimoji="0" lang="en-US" sz="1800" b="0" i="0" u="none" strike="noStrike" cap="none" normalizeH="0" dirty="0">
                <a:ln>
                  <a:noFill/>
                </a:ln>
                <a:solidFill>
                  <a:schemeClr val="tx1"/>
                </a:solidFill>
                <a:effectLst/>
                <a:latin typeface="Times" pitchFamily="1" charset="0"/>
              </a:rPr>
              <a:t> </a:t>
            </a:r>
            <a:r>
              <a:rPr kumimoji="0" lang="en-US" sz="1800" b="0" i="0" u="none" strike="noStrike" cap="none" normalizeH="0" dirty="0" err="1">
                <a:ln>
                  <a:noFill/>
                </a:ln>
                <a:solidFill>
                  <a:schemeClr val="tx1"/>
                </a:solidFill>
                <a:effectLst/>
                <a:latin typeface="Times" pitchFamily="1" charset="0"/>
              </a:rPr>
              <a:t>tử</a:t>
            </a:r>
            <a:r>
              <a:rPr kumimoji="0" lang="en-US" sz="1800" b="0" i="0" u="none" strike="noStrike" cap="none" normalizeH="0" dirty="0">
                <a:ln>
                  <a:noFill/>
                </a:ln>
                <a:solidFill>
                  <a:schemeClr val="tx1"/>
                </a:solidFill>
                <a:effectLst/>
                <a:latin typeface="Times" pitchFamily="1" charset="0"/>
              </a:rPr>
              <a:t>?</a:t>
            </a:r>
            <a:endParaRPr kumimoji="0" lang="sv-SE" sz="1800" b="0" i="0" u="none" strike="noStrike" cap="none" normalizeH="0" baseline="0" dirty="0">
              <a:ln>
                <a:noFill/>
              </a:ln>
              <a:solidFill>
                <a:schemeClr val="tx1"/>
              </a:solidFill>
              <a:effectLst/>
              <a:latin typeface="Times" pitchFamily="1" charset="0"/>
            </a:endParaRPr>
          </a:p>
        </p:txBody>
      </p:sp>
      <p:sp>
        <p:nvSpPr>
          <p:cNvPr id="10" name="Oval Callout 9"/>
          <p:cNvSpPr/>
          <p:nvPr/>
        </p:nvSpPr>
        <p:spPr bwMode="auto">
          <a:xfrm>
            <a:off x="6573180" y="4464115"/>
            <a:ext cx="1755195" cy="1125125"/>
          </a:xfrm>
          <a:prstGeom prst="wedgeEllipseCallout">
            <a:avLst>
              <a:gd name="adj1" fmla="val -73037"/>
              <a:gd name="adj2" fmla="val -269794"/>
            </a:avLst>
          </a:prstGeom>
          <a:no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800" b="0" i="0" u="none" strike="noStrike" cap="none" normalizeH="0" baseline="0" dirty="0" err="1">
                <a:ln>
                  <a:noFill/>
                </a:ln>
                <a:solidFill>
                  <a:schemeClr val="tx1"/>
                </a:solidFill>
                <a:effectLst/>
                <a:latin typeface="Times" pitchFamily="1" charset="0"/>
              </a:rPr>
              <a:t>Nội</a:t>
            </a:r>
            <a:r>
              <a:rPr kumimoji="0" lang="en-US" sz="1800" b="0" i="0" u="none" strike="noStrike" cap="none" normalizeH="0" dirty="0">
                <a:ln>
                  <a:noFill/>
                </a:ln>
                <a:solidFill>
                  <a:schemeClr val="tx1"/>
                </a:solidFill>
                <a:effectLst/>
                <a:latin typeface="Times" pitchFamily="1" charset="0"/>
              </a:rPr>
              <a:t> dung</a:t>
            </a:r>
          </a:p>
          <a:p>
            <a:pPr marL="0" marR="0" indent="0" algn="ctr" defTabSz="914400" rtl="0" eaLnBrk="0" fontAlgn="base" latinLnBrk="0" hangingPunct="0">
              <a:lnSpc>
                <a:spcPct val="100000"/>
              </a:lnSpc>
              <a:spcBef>
                <a:spcPct val="0"/>
              </a:spcBef>
              <a:spcAft>
                <a:spcPct val="0"/>
              </a:spcAft>
              <a:buClrTx/>
              <a:buSzTx/>
              <a:buFontTx/>
              <a:buNone/>
              <a:tabLst/>
            </a:pPr>
            <a:r>
              <a:rPr kumimoji="0" lang="en-US" sz="1800" b="0" i="0" u="none" strike="noStrike" cap="none" normalizeH="0" dirty="0" err="1">
                <a:ln>
                  <a:noFill/>
                </a:ln>
                <a:solidFill>
                  <a:schemeClr val="tx1"/>
                </a:solidFill>
                <a:effectLst/>
                <a:latin typeface="Times" pitchFamily="1" charset="0"/>
              </a:rPr>
              <a:t>mô</a:t>
            </a:r>
            <a:r>
              <a:rPr lang="en-US" sz="1800" dirty="0" err="1"/>
              <a:t>n</a:t>
            </a:r>
            <a:r>
              <a:rPr lang="en-US" sz="1800" dirty="0"/>
              <a:t> </a:t>
            </a:r>
            <a:r>
              <a:rPr lang="en-US" sz="1800" dirty="0" err="1"/>
              <a:t>học</a:t>
            </a:r>
            <a:r>
              <a:rPr lang="en-US" sz="1800" dirty="0"/>
              <a:t>?</a:t>
            </a:r>
            <a:endParaRPr kumimoji="0" lang="en-US" sz="1800" b="0" i="0" u="none" strike="noStrike" cap="none" normalizeH="0" baseline="0" dirty="0">
              <a:ln>
                <a:noFill/>
              </a:ln>
              <a:solidFill>
                <a:schemeClr val="tx1"/>
              </a:solidFill>
              <a:effectLst/>
              <a:latin typeface="Times" pitchFamily="1" charset="0"/>
            </a:endParaRPr>
          </a:p>
        </p:txBody>
      </p:sp>
      <p:sp>
        <p:nvSpPr>
          <p:cNvPr id="11" name="Oval Callout 10"/>
          <p:cNvSpPr/>
          <p:nvPr/>
        </p:nvSpPr>
        <p:spPr bwMode="auto">
          <a:xfrm>
            <a:off x="7968335" y="2110597"/>
            <a:ext cx="1755195" cy="1125125"/>
          </a:xfrm>
          <a:prstGeom prst="wedgeEllipseCallout">
            <a:avLst>
              <a:gd name="adj1" fmla="val -100782"/>
              <a:gd name="adj2" fmla="val -70703"/>
            </a:avLst>
          </a:prstGeom>
          <a:no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r>
              <a:rPr lang="en-US" sz="1800" dirty="0" err="1"/>
              <a:t>Tài</a:t>
            </a:r>
            <a:r>
              <a:rPr lang="en-US" sz="1800" dirty="0"/>
              <a:t> </a:t>
            </a:r>
            <a:r>
              <a:rPr lang="en-US" sz="1800" dirty="0" err="1"/>
              <a:t>liệu</a:t>
            </a:r>
            <a:endParaRPr lang="en-US" sz="1800" dirty="0"/>
          </a:p>
          <a:p>
            <a:r>
              <a:rPr lang="en-US" sz="1800" dirty="0" err="1"/>
              <a:t>tham</a:t>
            </a:r>
            <a:r>
              <a:rPr lang="en-US" sz="1800" dirty="0"/>
              <a:t> </a:t>
            </a:r>
            <a:r>
              <a:rPr lang="en-US" sz="1800" dirty="0" err="1"/>
              <a:t>khảo</a:t>
            </a:r>
            <a:r>
              <a:rPr lang="en-US" sz="1800" dirty="0"/>
              <a:t>?</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blinds(horizontal)">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blinds(horizontal)">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blinds(horizontal)">
                                      <p:cBhvr>
                                        <p:cTn id="17" dur="500"/>
                                        <p:tgtEl>
                                          <p:spTgt spid="9"/>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blinds(horizontal)">
                                      <p:cBhvr>
                                        <p:cTn id="22" dur="500"/>
                                        <p:tgtEl>
                                          <p:spTgt spid="10"/>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blinds(horizontal)">
                                      <p:cBhvr>
                                        <p:cTn id="2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P spid="11"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91540" y="286605"/>
            <a:ext cx="8218604" cy="1450757"/>
          </a:xfrm>
        </p:spPr>
        <p:txBody>
          <a:bodyPr>
            <a:normAutofit/>
          </a:bodyPr>
          <a:lstStyle/>
          <a:p>
            <a:pPr algn="ctr"/>
            <a:r>
              <a:rPr lang="sv-SE" dirty="0"/>
              <a:t>Tín hiệu tương tự (Analog signals)</a:t>
            </a:r>
          </a:p>
        </p:txBody>
      </p:sp>
      <p:sp>
        <p:nvSpPr>
          <p:cNvPr id="11" name="Footer Placeholder 10"/>
          <p:cNvSpPr>
            <a:spLocks noGrp="1"/>
          </p:cNvSpPr>
          <p:nvPr>
            <p:ph type="ftr" sz="quarter" idx="11"/>
          </p:nvPr>
        </p:nvSpPr>
        <p:spPr/>
        <p:txBody>
          <a:bodyPr/>
          <a:lstStyle/>
          <a:p>
            <a:r>
              <a:rPr lang="sv-SE"/>
              <a:t>Trịnh Lê Huy</a:t>
            </a:r>
            <a:endParaRPr lang="sv-SE" dirty="0"/>
          </a:p>
        </p:txBody>
      </p:sp>
      <p:sp>
        <p:nvSpPr>
          <p:cNvPr id="10" name="Slide Number Placeholder 13"/>
          <p:cNvSpPr>
            <a:spLocks noGrp="1"/>
          </p:cNvSpPr>
          <p:nvPr>
            <p:ph type="sldNum" sz="quarter" idx="12"/>
          </p:nvPr>
        </p:nvSpPr>
        <p:spPr/>
        <p:txBody>
          <a:bodyPr/>
          <a:lstStyle/>
          <a:p>
            <a:r>
              <a:rPr lang="sv-SE" dirty="0"/>
              <a:t>3</a:t>
            </a:r>
            <a:endParaRPr lang="sv-SE" sz="1400" dirty="0">
              <a:latin typeface="Times" pitchFamily="1" charset="0"/>
            </a:endParaRPr>
          </a:p>
        </p:txBody>
      </p:sp>
      <p:sp>
        <p:nvSpPr>
          <p:cNvPr id="12" name="Content Placeholder 11"/>
          <p:cNvSpPr>
            <a:spLocks noGrp="1"/>
          </p:cNvSpPr>
          <p:nvPr>
            <p:ph idx="4294967295"/>
          </p:nvPr>
        </p:nvSpPr>
        <p:spPr>
          <a:xfrm>
            <a:off x="1687513" y="1898650"/>
            <a:ext cx="8218487" cy="1350963"/>
          </a:xfrm>
        </p:spPr>
        <p:txBody>
          <a:bodyPr/>
          <a:lstStyle/>
          <a:p>
            <a:pPr>
              <a:buFont typeface="Wingdings" panose="05000000000000000000" pitchFamily="2" charset="2"/>
              <a:buChar char="Ø"/>
            </a:pPr>
            <a:r>
              <a:rPr lang="en-US" dirty="0"/>
              <a:t> </a:t>
            </a:r>
            <a:r>
              <a:rPr lang="en-US" dirty="0" err="1"/>
              <a:t>Là</a:t>
            </a:r>
            <a:r>
              <a:rPr lang="en-US" dirty="0"/>
              <a:t> </a:t>
            </a:r>
            <a:r>
              <a:rPr lang="en-US" dirty="0" err="1"/>
              <a:t>tín</a:t>
            </a:r>
            <a:r>
              <a:rPr lang="en-US" dirty="0"/>
              <a:t> </a:t>
            </a:r>
            <a:r>
              <a:rPr lang="en-US" dirty="0" err="1"/>
              <a:t>hiệu</a:t>
            </a:r>
            <a:r>
              <a:rPr lang="en-US" dirty="0"/>
              <a:t> </a:t>
            </a:r>
            <a:r>
              <a:rPr lang="en-US" dirty="0" err="1"/>
              <a:t>có</a:t>
            </a:r>
            <a:r>
              <a:rPr lang="en-US" dirty="0"/>
              <a:t> </a:t>
            </a:r>
            <a:r>
              <a:rPr lang="en-US" dirty="0" err="1"/>
              <a:t>sự</a:t>
            </a:r>
            <a:r>
              <a:rPr lang="en-US" dirty="0"/>
              <a:t> </a:t>
            </a:r>
            <a:r>
              <a:rPr lang="en-US" dirty="0" err="1"/>
              <a:t>biến</a:t>
            </a:r>
            <a:r>
              <a:rPr lang="en-US" dirty="0"/>
              <a:t> </a:t>
            </a:r>
            <a:r>
              <a:rPr lang="en-US" dirty="0" err="1"/>
              <a:t>thiên</a:t>
            </a:r>
            <a:r>
              <a:rPr lang="en-US" dirty="0"/>
              <a:t> </a:t>
            </a:r>
            <a:r>
              <a:rPr lang="en-US" dirty="0" err="1"/>
              <a:t>một</a:t>
            </a:r>
            <a:r>
              <a:rPr lang="en-US" dirty="0"/>
              <a:t> </a:t>
            </a:r>
            <a:r>
              <a:rPr lang="en-US" dirty="0" err="1"/>
              <a:t>cách</a:t>
            </a:r>
            <a:r>
              <a:rPr lang="en-US" dirty="0"/>
              <a:t> </a:t>
            </a:r>
            <a:r>
              <a:rPr lang="en-US" dirty="0" err="1"/>
              <a:t>liên</a:t>
            </a:r>
            <a:r>
              <a:rPr lang="en-US" dirty="0"/>
              <a:t> </a:t>
            </a:r>
            <a:r>
              <a:rPr lang="en-US" dirty="0" err="1"/>
              <a:t>tục</a:t>
            </a:r>
            <a:r>
              <a:rPr lang="en-US" dirty="0"/>
              <a:t> </a:t>
            </a:r>
            <a:r>
              <a:rPr lang="en-US" dirty="0" err="1"/>
              <a:t>theo</a:t>
            </a:r>
            <a:r>
              <a:rPr lang="en-US" dirty="0"/>
              <a:t> </a:t>
            </a:r>
            <a:r>
              <a:rPr lang="en-US" dirty="0" err="1"/>
              <a:t>thời</a:t>
            </a:r>
            <a:r>
              <a:rPr lang="en-US" dirty="0"/>
              <a:t> </a:t>
            </a:r>
            <a:r>
              <a:rPr lang="en-US" dirty="0" err="1"/>
              <a:t>gian</a:t>
            </a:r>
            <a:r>
              <a:rPr lang="en-US" dirty="0"/>
              <a:t>.</a:t>
            </a:r>
          </a:p>
          <a:p>
            <a:pPr>
              <a:buFont typeface="Wingdings" panose="05000000000000000000" pitchFamily="2" charset="2"/>
              <a:buChar char="Ø"/>
            </a:pPr>
            <a:r>
              <a:rPr lang="en-US" dirty="0"/>
              <a:t> </a:t>
            </a:r>
            <a:r>
              <a:rPr lang="en-US" dirty="0" err="1"/>
              <a:t>Có</a:t>
            </a:r>
            <a:r>
              <a:rPr lang="en-US" dirty="0"/>
              <a:t> </a:t>
            </a:r>
            <a:r>
              <a:rPr lang="en-US" dirty="0" err="1"/>
              <a:t>khả</a:t>
            </a:r>
            <a:r>
              <a:rPr lang="en-US" dirty="0"/>
              <a:t> </a:t>
            </a:r>
            <a:r>
              <a:rPr lang="en-US" dirty="0" err="1"/>
              <a:t>năng</a:t>
            </a:r>
            <a:r>
              <a:rPr lang="en-US" dirty="0"/>
              <a:t> </a:t>
            </a:r>
            <a:r>
              <a:rPr lang="en-US" dirty="0" err="1"/>
              <a:t>lan</a:t>
            </a:r>
            <a:r>
              <a:rPr lang="en-US" dirty="0"/>
              <a:t> </a:t>
            </a:r>
            <a:r>
              <a:rPr lang="en-US" dirty="0" err="1"/>
              <a:t>truyền</a:t>
            </a:r>
            <a:r>
              <a:rPr lang="en-US" dirty="0"/>
              <a:t> </a:t>
            </a:r>
            <a:r>
              <a:rPr lang="en-US" dirty="0" err="1"/>
              <a:t>trong</a:t>
            </a:r>
            <a:r>
              <a:rPr lang="en-US" dirty="0"/>
              <a:t> </a:t>
            </a:r>
            <a:r>
              <a:rPr lang="en-US" dirty="0" err="1"/>
              <a:t>không</a:t>
            </a:r>
            <a:r>
              <a:rPr lang="en-US" dirty="0"/>
              <a:t> </a:t>
            </a:r>
            <a:r>
              <a:rPr lang="en-US" dirty="0" err="1"/>
              <a:t>khí</a:t>
            </a:r>
            <a:r>
              <a:rPr lang="en-US" dirty="0"/>
              <a:t>.</a:t>
            </a:r>
          </a:p>
        </p:txBody>
      </p:sp>
      <p:pic>
        <p:nvPicPr>
          <p:cNvPr id="2050" name="Picture 2" descr="https://www.shodor.org/os411/courses/411b/module03/unit03/images/daily.gif"/>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7786" y="3090223"/>
            <a:ext cx="2324100" cy="2352675"/>
          </a:xfrm>
          <a:prstGeom prst="rect">
            <a:avLst/>
          </a:prstGeom>
          <a:noFill/>
          <a:extLst>
            <a:ext uri="{909E8E84-426E-40dd-AFC4-6F175D3DCCD1}">
              <a14:hiddenFill xmlns:a14="http://schemas.microsoft.com/office/drawing/2010/main" xmlns="">
                <a:solidFill>
                  <a:srgbClr val="FFFFFF"/>
                </a:solidFill>
              </a14:hiddenFill>
            </a:ext>
          </a:extLst>
        </p:spPr>
      </p:pic>
      <p:pic>
        <p:nvPicPr>
          <p:cNvPr id="2052" name="Picture 4" descr="http://cdn.ttgtmedia.com/visuals/ComputerWeekly/Hero%20Images/voice-speech-biometrics-fotolia.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42910" y="3501024"/>
            <a:ext cx="5292480" cy="1764160"/>
          </a:xfrm>
          <a:prstGeom prst="rect">
            <a:avLst/>
          </a:prstGeom>
          <a:noFill/>
          <a:extLst>
            <a:ext uri="{909E8E84-426E-40dd-AFC4-6F175D3DCCD1}">
              <a14:hiddenFill xmlns:a14="http://schemas.microsoft.com/office/drawing/2010/main" xmlns="">
                <a:solidFill>
                  <a:srgbClr val="FFFFFF"/>
                </a:solidFill>
              </a14:hiddenFill>
            </a:ext>
          </a:extLst>
        </p:spPr>
      </p:pic>
      <p:sp>
        <p:nvSpPr>
          <p:cNvPr id="3" name="TextBox 2"/>
          <p:cNvSpPr txBox="1"/>
          <p:nvPr/>
        </p:nvSpPr>
        <p:spPr>
          <a:xfrm>
            <a:off x="639378" y="5409220"/>
            <a:ext cx="2880917" cy="307777"/>
          </a:xfrm>
          <a:prstGeom prst="rect">
            <a:avLst/>
          </a:prstGeom>
          <a:noFill/>
        </p:spPr>
        <p:txBody>
          <a:bodyPr wrap="none" rtlCol="0">
            <a:spAutoFit/>
          </a:bodyPr>
          <a:lstStyle/>
          <a:p>
            <a:r>
              <a:rPr lang="en-US" sz="1400" dirty="0" err="1"/>
              <a:t>Sự</a:t>
            </a:r>
            <a:r>
              <a:rPr lang="en-US" sz="1400" dirty="0"/>
              <a:t> </a:t>
            </a:r>
            <a:r>
              <a:rPr lang="en-US" sz="1400" dirty="0" err="1"/>
              <a:t>biến</a:t>
            </a:r>
            <a:r>
              <a:rPr lang="en-US" sz="1400" dirty="0"/>
              <a:t> </a:t>
            </a:r>
            <a:r>
              <a:rPr lang="en-US" sz="1400" dirty="0" err="1"/>
              <a:t>thiên</a:t>
            </a:r>
            <a:r>
              <a:rPr lang="en-US" sz="1400" dirty="0"/>
              <a:t> </a:t>
            </a:r>
            <a:r>
              <a:rPr lang="en-US" sz="1400" dirty="0" err="1"/>
              <a:t>của</a:t>
            </a:r>
            <a:r>
              <a:rPr lang="en-US" sz="1400" dirty="0"/>
              <a:t> </a:t>
            </a:r>
            <a:r>
              <a:rPr lang="en-US" sz="1400" dirty="0" err="1"/>
              <a:t>nhiệt</a:t>
            </a:r>
            <a:r>
              <a:rPr lang="en-US" sz="1400" dirty="0"/>
              <a:t> </a:t>
            </a:r>
            <a:r>
              <a:rPr lang="en-US" sz="1400" dirty="0" err="1"/>
              <a:t>độ</a:t>
            </a:r>
            <a:r>
              <a:rPr lang="en-US" sz="1400" dirty="0"/>
              <a:t> </a:t>
            </a:r>
            <a:r>
              <a:rPr lang="en-US" sz="1400" dirty="0" err="1"/>
              <a:t>trong</a:t>
            </a:r>
            <a:r>
              <a:rPr lang="en-US" sz="1400" dirty="0"/>
              <a:t> </a:t>
            </a:r>
            <a:r>
              <a:rPr lang="en-US" sz="1400" dirty="0" err="1"/>
              <a:t>ngày</a:t>
            </a:r>
            <a:endParaRPr lang="en-US" sz="1400" dirty="0"/>
          </a:p>
        </p:txBody>
      </p:sp>
      <p:sp>
        <p:nvSpPr>
          <p:cNvPr id="4" name="TextBox 3"/>
          <p:cNvSpPr txBox="1"/>
          <p:nvPr/>
        </p:nvSpPr>
        <p:spPr>
          <a:xfrm>
            <a:off x="5381215" y="5456717"/>
            <a:ext cx="2662908" cy="338554"/>
          </a:xfrm>
          <a:prstGeom prst="rect">
            <a:avLst/>
          </a:prstGeom>
          <a:noFill/>
        </p:spPr>
        <p:txBody>
          <a:bodyPr wrap="none" rtlCol="0">
            <a:spAutoFit/>
          </a:bodyPr>
          <a:lstStyle/>
          <a:p>
            <a:r>
              <a:rPr lang="en-US" sz="1600" dirty="0" err="1"/>
              <a:t>Sóng</a:t>
            </a:r>
            <a:r>
              <a:rPr lang="en-US" sz="1600" dirty="0"/>
              <a:t> </a:t>
            </a:r>
            <a:r>
              <a:rPr lang="en-US" sz="1600" dirty="0" err="1"/>
              <a:t>âm</a:t>
            </a:r>
            <a:r>
              <a:rPr lang="en-US" sz="1600" dirty="0"/>
              <a:t> </a:t>
            </a:r>
            <a:r>
              <a:rPr lang="en-US" sz="1600" dirty="0" err="1"/>
              <a:t>thanh</a:t>
            </a:r>
            <a:r>
              <a:rPr lang="en-US" sz="1600" dirty="0"/>
              <a:t> </a:t>
            </a:r>
            <a:r>
              <a:rPr lang="en-US" sz="1600" dirty="0" err="1"/>
              <a:t>phát</a:t>
            </a:r>
            <a:r>
              <a:rPr lang="en-US" sz="1600" dirty="0"/>
              <a:t> </a:t>
            </a:r>
            <a:r>
              <a:rPr lang="en-US" sz="1600" dirty="0" err="1"/>
              <a:t>ra</a:t>
            </a:r>
            <a:r>
              <a:rPr lang="en-US" sz="1600" dirty="0"/>
              <a:t> </a:t>
            </a:r>
            <a:r>
              <a:rPr lang="en-US" sz="1600" dirty="0" err="1"/>
              <a:t>khi</a:t>
            </a:r>
            <a:r>
              <a:rPr lang="en-US" sz="1600" dirty="0"/>
              <a:t> </a:t>
            </a:r>
            <a:r>
              <a:rPr lang="en-US" sz="1600" dirty="0" err="1"/>
              <a:t>nói</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
          <p:cNvSpPr>
            <a:spLocks noGrp="1"/>
          </p:cNvSpPr>
          <p:nvPr>
            <p:ph type="title"/>
          </p:nvPr>
        </p:nvSpPr>
        <p:spPr>
          <a:xfrm>
            <a:off x="891540" y="286605"/>
            <a:ext cx="8218604" cy="1450757"/>
          </a:xfrm>
        </p:spPr>
        <p:txBody>
          <a:bodyPr>
            <a:normAutofit/>
          </a:bodyPr>
          <a:lstStyle/>
          <a:p>
            <a:pPr algn="ctr"/>
            <a:r>
              <a:rPr lang="sv-SE" dirty="0"/>
              <a:t>Tín hiệu điện tử</a:t>
            </a:r>
          </a:p>
        </p:txBody>
      </p:sp>
      <p:sp>
        <p:nvSpPr>
          <p:cNvPr id="11" name="Footer Placeholder 10"/>
          <p:cNvSpPr>
            <a:spLocks noGrp="1"/>
          </p:cNvSpPr>
          <p:nvPr>
            <p:ph type="ftr" sz="quarter" idx="11"/>
          </p:nvPr>
        </p:nvSpPr>
        <p:spPr/>
        <p:txBody>
          <a:bodyPr/>
          <a:lstStyle/>
          <a:p>
            <a:r>
              <a:rPr lang="sv-SE"/>
              <a:t>Trịnh Lê Huy</a:t>
            </a:r>
          </a:p>
        </p:txBody>
      </p:sp>
      <p:sp>
        <p:nvSpPr>
          <p:cNvPr id="14" name="Slide Number Placeholder 13"/>
          <p:cNvSpPr>
            <a:spLocks noGrp="1"/>
          </p:cNvSpPr>
          <p:nvPr>
            <p:ph type="sldNum" sz="quarter" idx="12"/>
          </p:nvPr>
        </p:nvSpPr>
        <p:spPr/>
        <p:txBody>
          <a:bodyPr/>
          <a:lstStyle/>
          <a:p>
            <a:fld id="{7BFA1187-AABD-43BF-AA5A-EFAB2BE4579F}" type="slidenum">
              <a:rPr lang="sv-SE" smtClean="0"/>
              <a:pPr/>
              <a:t>4</a:t>
            </a:fld>
            <a:endParaRPr lang="sv-SE" sz="1400">
              <a:latin typeface="Times" pitchFamily="1" charset="0"/>
            </a:endParaRPr>
          </a:p>
        </p:txBody>
      </p:sp>
      <p:pic>
        <p:nvPicPr>
          <p:cNvPr id="89090" name="Picture 2" descr="http://upload.wikimedia.org/wikipedia/commons/3/32/LDR.jpg"/>
          <p:cNvPicPr>
            <a:picLocks noChangeAspect="1" noChangeArrowheads="1"/>
          </p:cNvPicPr>
          <p:nvPr/>
        </p:nvPicPr>
        <p:blipFill>
          <a:blip r:embed="rId3" cstate="print"/>
          <a:srcRect/>
          <a:stretch>
            <a:fillRect/>
          </a:stretch>
        </p:blipFill>
        <p:spPr bwMode="auto">
          <a:xfrm>
            <a:off x="1290777" y="4198157"/>
            <a:ext cx="632873" cy="1815057"/>
          </a:xfrm>
          <a:prstGeom prst="rect">
            <a:avLst/>
          </a:prstGeom>
          <a:noFill/>
        </p:spPr>
      </p:pic>
      <p:sp>
        <p:nvSpPr>
          <p:cNvPr id="9" name="TextBox 8"/>
          <p:cNvSpPr txBox="1"/>
          <p:nvPr/>
        </p:nvSpPr>
        <p:spPr>
          <a:xfrm>
            <a:off x="572098" y="6018918"/>
            <a:ext cx="2070230" cy="246221"/>
          </a:xfrm>
          <a:prstGeom prst="rect">
            <a:avLst/>
          </a:prstGeom>
          <a:noFill/>
        </p:spPr>
        <p:txBody>
          <a:bodyPr wrap="square" rtlCol="0">
            <a:spAutoFit/>
          </a:bodyPr>
          <a:lstStyle/>
          <a:p>
            <a:r>
              <a:rPr lang="en-US" sz="1000" dirty="0" err="1"/>
              <a:t>Quang</a:t>
            </a:r>
            <a:r>
              <a:rPr lang="en-US" sz="1000" dirty="0"/>
              <a:t> </a:t>
            </a:r>
            <a:r>
              <a:rPr lang="en-US" sz="1000" dirty="0" err="1"/>
              <a:t>điện</a:t>
            </a:r>
            <a:r>
              <a:rPr lang="en-US" sz="1000" dirty="0"/>
              <a:t> </a:t>
            </a:r>
            <a:r>
              <a:rPr lang="en-US" sz="1000" dirty="0" err="1"/>
              <a:t>trở</a:t>
            </a:r>
            <a:endParaRPr lang="sv-SE" sz="1000" dirty="0"/>
          </a:p>
        </p:txBody>
      </p:sp>
      <p:sp>
        <p:nvSpPr>
          <p:cNvPr id="13" name="Content Placeholder 11"/>
          <p:cNvSpPr txBox="1">
            <a:spLocks/>
          </p:cNvSpPr>
          <p:nvPr/>
        </p:nvSpPr>
        <p:spPr>
          <a:xfrm>
            <a:off x="891540" y="1898017"/>
            <a:ext cx="8218604" cy="3646217"/>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fontAlgn="auto">
              <a:buFont typeface="Wingdings" panose="05000000000000000000" pitchFamily="2" charset="2"/>
              <a:buChar char="Ø"/>
            </a:pPr>
            <a:r>
              <a:rPr lang="en-US" dirty="0"/>
              <a:t> </a:t>
            </a:r>
            <a:r>
              <a:rPr lang="en-US" dirty="0" err="1"/>
              <a:t>Các</a:t>
            </a:r>
            <a:r>
              <a:rPr lang="en-US" dirty="0"/>
              <a:t> </a:t>
            </a:r>
            <a:r>
              <a:rPr lang="en-US" dirty="0" err="1"/>
              <a:t>tín</a:t>
            </a:r>
            <a:r>
              <a:rPr lang="en-US" dirty="0"/>
              <a:t> </a:t>
            </a:r>
            <a:r>
              <a:rPr lang="en-US" dirty="0" err="1"/>
              <a:t>hiệu</a:t>
            </a:r>
            <a:r>
              <a:rPr lang="en-US" dirty="0"/>
              <a:t> </a:t>
            </a:r>
            <a:r>
              <a:rPr lang="en-US" dirty="0" err="1"/>
              <a:t>trong</a:t>
            </a:r>
            <a:r>
              <a:rPr lang="en-US" dirty="0"/>
              <a:t> </a:t>
            </a:r>
            <a:r>
              <a:rPr lang="en-US" dirty="0" err="1"/>
              <a:t>tự</a:t>
            </a:r>
            <a:r>
              <a:rPr lang="en-US" dirty="0"/>
              <a:t> </a:t>
            </a:r>
            <a:r>
              <a:rPr lang="en-US" dirty="0" err="1"/>
              <a:t>nhiên</a:t>
            </a:r>
            <a:r>
              <a:rPr lang="en-US" dirty="0"/>
              <a:t> </a:t>
            </a:r>
            <a:r>
              <a:rPr lang="en-US" dirty="0" err="1"/>
              <a:t>thường</a:t>
            </a:r>
            <a:r>
              <a:rPr lang="en-US" dirty="0"/>
              <a:t> ở </a:t>
            </a:r>
            <a:r>
              <a:rPr lang="en-US" dirty="0" err="1"/>
              <a:t>dạng</a:t>
            </a:r>
            <a:r>
              <a:rPr lang="en-US" dirty="0"/>
              <a:t> </a:t>
            </a:r>
            <a:r>
              <a:rPr lang="en-US" dirty="0" err="1">
                <a:solidFill>
                  <a:schemeClr val="accent3">
                    <a:lumMod val="75000"/>
                  </a:schemeClr>
                </a:solidFill>
              </a:rPr>
              <a:t>ánh</a:t>
            </a:r>
            <a:r>
              <a:rPr lang="en-US" dirty="0">
                <a:solidFill>
                  <a:schemeClr val="accent3">
                    <a:lumMod val="75000"/>
                  </a:schemeClr>
                </a:solidFill>
              </a:rPr>
              <a:t> </a:t>
            </a:r>
            <a:r>
              <a:rPr lang="en-US" dirty="0" err="1">
                <a:solidFill>
                  <a:schemeClr val="accent3">
                    <a:lumMod val="75000"/>
                  </a:schemeClr>
                </a:solidFill>
              </a:rPr>
              <a:t>sáng</a:t>
            </a:r>
            <a:r>
              <a:rPr lang="en-US" dirty="0">
                <a:solidFill>
                  <a:schemeClr val="accent3">
                    <a:lumMod val="75000"/>
                  </a:schemeClr>
                </a:solidFill>
              </a:rPr>
              <a:t>, </a:t>
            </a:r>
            <a:r>
              <a:rPr lang="en-US" dirty="0" err="1">
                <a:solidFill>
                  <a:schemeClr val="accent3">
                    <a:lumMod val="75000"/>
                  </a:schemeClr>
                </a:solidFill>
              </a:rPr>
              <a:t>âm</a:t>
            </a:r>
            <a:r>
              <a:rPr lang="en-US" dirty="0">
                <a:solidFill>
                  <a:schemeClr val="accent3">
                    <a:lumMod val="75000"/>
                  </a:schemeClr>
                </a:solidFill>
              </a:rPr>
              <a:t> </a:t>
            </a:r>
            <a:r>
              <a:rPr lang="en-US" dirty="0" err="1">
                <a:solidFill>
                  <a:schemeClr val="accent3">
                    <a:lumMod val="75000"/>
                  </a:schemeClr>
                </a:solidFill>
              </a:rPr>
              <a:t>thanh</a:t>
            </a:r>
            <a:r>
              <a:rPr lang="en-US" dirty="0">
                <a:solidFill>
                  <a:schemeClr val="accent3">
                    <a:lumMod val="75000"/>
                  </a:schemeClr>
                </a:solidFill>
              </a:rPr>
              <a:t>, </a:t>
            </a:r>
            <a:r>
              <a:rPr lang="en-US" dirty="0" err="1">
                <a:solidFill>
                  <a:schemeClr val="accent3">
                    <a:lumMod val="75000"/>
                  </a:schemeClr>
                </a:solidFill>
              </a:rPr>
              <a:t>nhiệt</a:t>
            </a:r>
            <a:r>
              <a:rPr lang="en-US" dirty="0">
                <a:solidFill>
                  <a:schemeClr val="accent3">
                    <a:lumMod val="75000"/>
                  </a:schemeClr>
                </a:solidFill>
              </a:rPr>
              <a:t> </a:t>
            </a:r>
            <a:r>
              <a:rPr lang="en-US" dirty="0" err="1">
                <a:solidFill>
                  <a:schemeClr val="accent3">
                    <a:lumMod val="75000"/>
                  </a:schemeClr>
                </a:solidFill>
              </a:rPr>
              <a:t>độ</a:t>
            </a:r>
            <a:r>
              <a:rPr lang="en-US" dirty="0">
                <a:solidFill>
                  <a:schemeClr val="accent3">
                    <a:lumMod val="75000"/>
                  </a:schemeClr>
                </a:solidFill>
              </a:rPr>
              <a:t> </a:t>
            </a:r>
            <a:r>
              <a:rPr lang="en-US" dirty="0" err="1">
                <a:solidFill>
                  <a:schemeClr val="accent3">
                    <a:lumMod val="75000"/>
                  </a:schemeClr>
                </a:solidFill>
              </a:rPr>
              <a:t>hoặc</a:t>
            </a:r>
            <a:r>
              <a:rPr lang="en-US" dirty="0">
                <a:solidFill>
                  <a:schemeClr val="accent3">
                    <a:lumMod val="75000"/>
                  </a:schemeClr>
                </a:solidFill>
              </a:rPr>
              <a:t> </a:t>
            </a:r>
            <a:r>
              <a:rPr lang="en-US" dirty="0" err="1">
                <a:solidFill>
                  <a:schemeClr val="accent3">
                    <a:lumMod val="75000"/>
                  </a:schemeClr>
                </a:solidFill>
              </a:rPr>
              <a:t>nồng</a:t>
            </a:r>
            <a:r>
              <a:rPr lang="en-US" dirty="0">
                <a:solidFill>
                  <a:schemeClr val="accent3">
                    <a:lumMod val="75000"/>
                  </a:schemeClr>
                </a:solidFill>
              </a:rPr>
              <a:t> </a:t>
            </a:r>
            <a:r>
              <a:rPr lang="en-US" dirty="0" err="1">
                <a:solidFill>
                  <a:schemeClr val="accent3">
                    <a:lumMod val="75000"/>
                  </a:schemeClr>
                </a:solidFill>
              </a:rPr>
              <a:t>độ</a:t>
            </a:r>
            <a:r>
              <a:rPr lang="en-US" dirty="0">
                <a:solidFill>
                  <a:schemeClr val="accent3">
                    <a:lumMod val="75000"/>
                  </a:schemeClr>
                </a:solidFill>
              </a:rPr>
              <a:t> </a:t>
            </a:r>
            <a:r>
              <a:rPr lang="en-US" dirty="0" err="1">
                <a:solidFill>
                  <a:schemeClr val="accent3">
                    <a:lumMod val="75000"/>
                  </a:schemeClr>
                </a:solidFill>
              </a:rPr>
              <a:t>hóa</a:t>
            </a:r>
            <a:r>
              <a:rPr lang="en-US" dirty="0">
                <a:solidFill>
                  <a:schemeClr val="accent3">
                    <a:lumMod val="75000"/>
                  </a:schemeClr>
                </a:solidFill>
              </a:rPr>
              <a:t> </a:t>
            </a:r>
            <a:r>
              <a:rPr lang="en-US" dirty="0" err="1">
                <a:solidFill>
                  <a:schemeClr val="accent3">
                    <a:lumMod val="75000"/>
                  </a:schemeClr>
                </a:solidFill>
              </a:rPr>
              <a:t>chất</a:t>
            </a:r>
            <a:r>
              <a:rPr lang="en-US" dirty="0"/>
              <a:t>.</a:t>
            </a:r>
          </a:p>
          <a:p>
            <a:pPr fontAlgn="auto">
              <a:buFont typeface="Wingdings" panose="05000000000000000000" pitchFamily="2" charset="2"/>
              <a:buChar char="Ø"/>
            </a:pPr>
            <a:r>
              <a:rPr lang="en-US" dirty="0"/>
              <a:t> </a:t>
            </a:r>
            <a:r>
              <a:rPr lang="en-US" dirty="0" err="1">
                <a:solidFill>
                  <a:schemeClr val="accent3">
                    <a:lumMod val="75000"/>
                  </a:schemeClr>
                </a:solidFill>
              </a:rPr>
              <a:t>Tín</a:t>
            </a:r>
            <a:r>
              <a:rPr lang="en-US" dirty="0">
                <a:solidFill>
                  <a:schemeClr val="accent3">
                    <a:lumMod val="75000"/>
                  </a:schemeClr>
                </a:solidFill>
              </a:rPr>
              <a:t> </a:t>
            </a:r>
            <a:r>
              <a:rPr lang="en-US" dirty="0" err="1">
                <a:solidFill>
                  <a:schemeClr val="accent3">
                    <a:lumMod val="75000"/>
                  </a:schemeClr>
                </a:solidFill>
              </a:rPr>
              <a:t>hiệu</a:t>
            </a:r>
            <a:r>
              <a:rPr lang="en-US" dirty="0">
                <a:solidFill>
                  <a:schemeClr val="accent3">
                    <a:lumMod val="75000"/>
                  </a:schemeClr>
                </a:solidFill>
              </a:rPr>
              <a:t> </a:t>
            </a:r>
            <a:r>
              <a:rPr lang="en-US" dirty="0" err="1">
                <a:solidFill>
                  <a:schemeClr val="accent3">
                    <a:lumMod val="75000"/>
                  </a:schemeClr>
                </a:solidFill>
              </a:rPr>
              <a:t>trong</a:t>
            </a:r>
            <a:r>
              <a:rPr lang="en-US" dirty="0">
                <a:solidFill>
                  <a:schemeClr val="accent3">
                    <a:lumMod val="75000"/>
                  </a:schemeClr>
                </a:solidFill>
              </a:rPr>
              <a:t> </a:t>
            </a:r>
            <a:r>
              <a:rPr lang="en-US" dirty="0" err="1">
                <a:solidFill>
                  <a:schemeClr val="accent3">
                    <a:lumMod val="75000"/>
                  </a:schemeClr>
                </a:solidFill>
              </a:rPr>
              <a:t>tự</a:t>
            </a:r>
            <a:r>
              <a:rPr lang="en-US" dirty="0">
                <a:solidFill>
                  <a:schemeClr val="accent3">
                    <a:lumMod val="75000"/>
                  </a:schemeClr>
                </a:solidFill>
              </a:rPr>
              <a:t> </a:t>
            </a:r>
            <a:r>
              <a:rPr lang="en-US" dirty="0" err="1">
                <a:solidFill>
                  <a:schemeClr val="accent3">
                    <a:lumMod val="75000"/>
                  </a:schemeClr>
                </a:solidFill>
              </a:rPr>
              <a:t>nhiên</a:t>
            </a:r>
            <a:r>
              <a:rPr lang="en-US" dirty="0">
                <a:solidFill>
                  <a:schemeClr val="accent3">
                    <a:lumMod val="75000"/>
                  </a:schemeClr>
                </a:solidFill>
              </a:rPr>
              <a:t> </a:t>
            </a:r>
            <a:r>
              <a:rPr lang="en-US" dirty="0" err="1"/>
              <a:t>cần</a:t>
            </a:r>
            <a:r>
              <a:rPr lang="en-US" dirty="0"/>
              <a:t> </a:t>
            </a:r>
            <a:r>
              <a:rPr lang="en-US" dirty="0" err="1"/>
              <a:t>được</a:t>
            </a:r>
            <a:r>
              <a:rPr lang="en-US" dirty="0"/>
              <a:t> </a:t>
            </a:r>
            <a:r>
              <a:rPr lang="en-US" dirty="0" err="1"/>
              <a:t>chuyển</a:t>
            </a:r>
            <a:r>
              <a:rPr lang="en-US" dirty="0"/>
              <a:t> </a:t>
            </a:r>
            <a:r>
              <a:rPr lang="en-US" dirty="0" err="1"/>
              <a:t>đổi</a:t>
            </a:r>
            <a:r>
              <a:rPr lang="en-US" dirty="0"/>
              <a:t> sang </a:t>
            </a:r>
            <a:r>
              <a:rPr lang="en-US" dirty="0" err="1">
                <a:solidFill>
                  <a:srgbClr val="FF0000"/>
                </a:solidFill>
              </a:rPr>
              <a:t>tín</a:t>
            </a:r>
            <a:r>
              <a:rPr lang="en-US" dirty="0">
                <a:solidFill>
                  <a:srgbClr val="FF0000"/>
                </a:solidFill>
              </a:rPr>
              <a:t> </a:t>
            </a:r>
            <a:r>
              <a:rPr lang="en-US" dirty="0" err="1">
                <a:solidFill>
                  <a:srgbClr val="FF0000"/>
                </a:solidFill>
              </a:rPr>
              <a:t>hiệu</a:t>
            </a:r>
            <a:r>
              <a:rPr lang="en-US" dirty="0">
                <a:solidFill>
                  <a:srgbClr val="FF0000"/>
                </a:solidFill>
              </a:rPr>
              <a:t> </a:t>
            </a:r>
            <a:r>
              <a:rPr lang="en-US" dirty="0" err="1">
                <a:solidFill>
                  <a:srgbClr val="FF0000"/>
                </a:solidFill>
              </a:rPr>
              <a:t>điện</a:t>
            </a:r>
            <a:r>
              <a:rPr lang="en-US" dirty="0">
                <a:solidFill>
                  <a:srgbClr val="FF0000"/>
                </a:solidFill>
              </a:rPr>
              <a:t> </a:t>
            </a:r>
            <a:r>
              <a:rPr lang="en-US" dirty="0" err="1">
                <a:solidFill>
                  <a:srgbClr val="FF0000"/>
                </a:solidFill>
              </a:rPr>
              <a:t>tử</a:t>
            </a:r>
            <a:r>
              <a:rPr lang="en-US" dirty="0">
                <a:solidFill>
                  <a:srgbClr val="FF0000"/>
                </a:solidFill>
              </a:rPr>
              <a:t> </a:t>
            </a:r>
            <a:r>
              <a:rPr lang="en-US" dirty="0" err="1"/>
              <a:t>để</a:t>
            </a:r>
            <a:r>
              <a:rPr lang="en-US" dirty="0"/>
              <a:t> </a:t>
            </a:r>
            <a:r>
              <a:rPr lang="en-US" dirty="0" err="1"/>
              <a:t>xử</a:t>
            </a:r>
            <a:r>
              <a:rPr lang="en-US" dirty="0"/>
              <a:t> </a:t>
            </a:r>
            <a:r>
              <a:rPr lang="en-US" dirty="0" err="1"/>
              <a:t>lý</a:t>
            </a:r>
            <a:r>
              <a:rPr lang="en-US" dirty="0"/>
              <a:t>.</a:t>
            </a:r>
          </a:p>
          <a:p>
            <a:pPr fontAlgn="auto">
              <a:buFont typeface="Wingdings" panose="05000000000000000000" pitchFamily="2" charset="2"/>
              <a:buChar char="Ø"/>
            </a:pPr>
            <a:r>
              <a:rPr lang="en-US" dirty="0"/>
              <a:t> </a:t>
            </a:r>
            <a:r>
              <a:rPr lang="en-US" dirty="0" err="1"/>
              <a:t>Các</a:t>
            </a:r>
            <a:r>
              <a:rPr lang="en-US" dirty="0"/>
              <a:t> </a:t>
            </a:r>
            <a:r>
              <a:rPr lang="en-US" dirty="0" err="1"/>
              <a:t>thiết</a:t>
            </a:r>
            <a:r>
              <a:rPr lang="en-US" dirty="0"/>
              <a:t> </a:t>
            </a:r>
            <a:r>
              <a:rPr lang="en-US" dirty="0" err="1"/>
              <a:t>bị</a:t>
            </a:r>
            <a:r>
              <a:rPr lang="en-US" dirty="0"/>
              <a:t> </a:t>
            </a:r>
            <a:r>
              <a:rPr lang="en-US" dirty="0" err="1"/>
              <a:t>chuyển</a:t>
            </a:r>
            <a:r>
              <a:rPr lang="en-US" dirty="0"/>
              <a:t> </a:t>
            </a:r>
            <a:r>
              <a:rPr lang="en-US" dirty="0" err="1"/>
              <a:t>đổi</a:t>
            </a:r>
            <a:r>
              <a:rPr lang="en-US" dirty="0"/>
              <a:t> </a:t>
            </a:r>
            <a:r>
              <a:rPr lang="en-US" dirty="0" err="1"/>
              <a:t>này</a:t>
            </a:r>
            <a:r>
              <a:rPr lang="en-US" dirty="0"/>
              <a:t> </a:t>
            </a:r>
            <a:r>
              <a:rPr lang="en-US" dirty="0" err="1"/>
              <a:t>thường</a:t>
            </a:r>
            <a:r>
              <a:rPr lang="en-US" dirty="0"/>
              <a:t> </a:t>
            </a:r>
            <a:r>
              <a:rPr lang="en-US" dirty="0" err="1"/>
              <a:t>được</a:t>
            </a:r>
            <a:r>
              <a:rPr lang="en-US" dirty="0"/>
              <a:t> </a:t>
            </a:r>
            <a:r>
              <a:rPr lang="en-US" dirty="0" err="1"/>
              <a:t>gọi</a:t>
            </a:r>
            <a:r>
              <a:rPr lang="en-US" dirty="0"/>
              <a:t> </a:t>
            </a:r>
            <a:r>
              <a:rPr lang="en-US" dirty="0" err="1"/>
              <a:t>là</a:t>
            </a:r>
            <a:r>
              <a:rPr lang="en-US" dirty="0"/>
              <a:t> </a:t>
            </a:r>
            <a:r>
              <a:rPr lang="en-US" dirty="0" err="1"/>
              <a:t>đầu</a:t>
            </a:r>
            <a:r>
              <a:rPr lang="en-US" dirty="0"/>
              <a:t> </a:t>
            </a:r>
            <a:r>
              <a:rPr lang="en-US" dirty="0" err="1"/>
              <a:t>dò</a:t>
            </a:r>
            <a:r>
              <a:rPr lang="en-US" dirty="0"/>
              <a:t> </a:t>
            </a:r>
            <a:r>
              <a:rPr lang="en-US" dirty="0" err="1"/>
              <a:t>hoặc</a:t>
            </a:r>
            <a:r>
              <a:rPr lang="en-US" dirty="0"/>
              <a:t> </a:t>
            </a:r>
            <a:r>
              <a:rPr lang="en-US" dirty="0" err="1"/>
              <a:t>cảm</a:t>
            </a:r>
            <a:r>
              <a:rPr lang="en-US" dirty="0"/>
              <a:t> </a:t>
            </a:r>
            <a:r>
              <a:rPr lang="en-US" dirty="0" err="1"/>
              <a:t>biến</a:t>
            </a:r>
            <a:r>
              <a:rPr lang="en-US" dirty="0"/>
              <a:t>.</a:t>
            </a:r>
          </a:p>
          <a:p>
            <a:pPr fontAlgn="auto">
              <a:buFont typeface="Wingdings" panose="05000000000000000000" pitchFamily="2" charset="2"/>
              <a:buChar char="Ø"/>
            </a:pPr>
            <a:r>
              <a:rPr lang="en-US" dirty="0"/>
              <a:t> </a:t>
            </a:r>
            <a:r>
              <a:rPr lang="en-US" dirty="0" err="1"/>
              <a:t>Công</a:t>
            </a:r>
            <a:r>
              <a:rPr lang="en-US" dirty="0"/>
              <a:t> </a:t>
            </a:r>
            <a:r>
              <a:rPr lang="en-US" dirty="0" err="1"/>
              <a:t>việc</a:t>
            </a:r>
            <a:r>
              <a:rPr lang="en-US" dirty="0"/>
              <a:t> </a:t>
            </a:r>
            <a:r>
              <a:rPr lang="en-US" dirty="0" err="1"/>
              <a:t>liên</a:t>
            </a:r>
            <a:r>
              <a:rPr lang="en-US" dirty="0"/>
              <a:t> </a:t>
            </a:r>
            <a:r>
              <a:rPr lang="en-US" dirty="0" err="1"/>
              <a:t>quan</a:t>
            </a:r>
            <a:r>
              <a:rPr lang="en-US" dirty="0"/>
              <a:t> </a:t>
            </a:r>
            <a:r>
              <a:rPr lang="en-US" dirty="0" err="1"/>
              <a:t>đến</a:t>
            </a:r>
            <a:r>
              <a:rPr lang="en-US" dirty="0"/>
              <a:t> </a:t>
            </a:r>
            <a:r>
              <a:rPr lang="en-US" dirty="0" err="1"/>
              <a:t>chuyển</a:t>
            </a:r>
            <a:r>
              <a:rPr lang="en-US" dirty="0"/>
              <a:t> </a:t>
            </a:r>
            <a:r>
              <a:rPr lang="en-US" dirty="0" err="1"/>
              <a:t>đổi</a:t>
            </a:r>
            <a:r>
              <a:rPr lang="en-US" dirty="0"/>
              <a:t> </a:t>
            </a:r>
            <a:r>
              <a:rPr lang="en-US" dirty="0" err="1"/>
              <a:t>và</a:t>
            </a:r>
            <a:r>
              <a:rPr lang="en-US" dirty="0"/>
              <a:t> </a:t>
            </a:r>
            <a:r>
              <a:rPr lang="en-US" dirty="0" err="1"/>
              <a:t>xử</a:t>
            </a:r>
            <a:r>
              <a:rPr lang="en-US" dirty="0"/>
              <a:t> </a:t>
            </a:r>
            <a:r>
              <a:rPr lang="en-US" dirty="0" err="1"/>
              <a:t>lý</a:t>
            </a:r>
            <a:r>
              <a:rPr lang="en-US" dirty="0"/>
              <a:t> </a:t>
            </a:r>
            <a:r>
              <a:rPr lang="en-US" dirty="0" err="1"/>
              <a:t>những</a:t>
            </a:r>
            <a:r>
              <a:rPr lang="en-US" dirty="0"/>
              <a:t> </a:t>
            </a:r>
            <a:r>
              <a:rPr lang="en-US" dirty="0" err="1"/>
              <a:t>tín</a:t>
            </a:r>
            <a:r>
              <a:rPr lang="en-US" dirty="0"/>
              <a:t> </a:t>
            </a:r>
            <a:r>
              <a:rPr lang="en-US" dirty="0" err="1"/>
              <a:t>hiệu</a:t>
            </a:r>
            <a:r>
              <a:rPr lang="en-US" dirty="0"/>
              <a:t> </a:t>
            </a:r>
            <a:r>
              <a:rPr lang="en-US" dirty="0" err="1"/>
              <a:t>điện</a:t>
            </a:r>
            <a:r>
              <a:rPr lang="en-US" dirty="0"/>
              <a:t> </a:t>
            </a:r>
            <a:r>
              <a:rPr lang="en-US" dirty="0" err="1"/>
              <a:t>tử</a:t>
            </a:r>
            <a:r>
              <a:rPr lang="en-US" dirty="0"/>
              <a:t> </a:t>
            </a:r>
            <a:r>
              <a:rPr lang="en-US" dirty="0" err="1"/>
              <a:t>này</a:t>
            </a:r>
            <a:r>
              <a:rPr lang="en-US" dirty="0"/>
              <a:t> </a:t>
            </a:r>
            <a:r>
              <a:rPr lang="en-US" dirty="0" err="1"/>
              <a:t>được</a:t>
            </a:r>
            <a:r>
              <a:rPr lang="en-US" dirty="0"/>
              <a:t> </a:t>
            </a:r>
            <a:r>
              <a:rPr lang="en-US" dirty="0" err="1"/>
              <a:t>gọi</a:t>
            </a:r>
            <a:r>
              <a:rPr lang="en-US" dirty="0"/>
              <a:t> </a:t>
            </a:r>
            <a:r>
              <a:rPr lang="en-US" dirty="0" err="1"/>
              <a:t>là</a:t>
            </a:r>
            <a:r>
              <a:rPr lang="en-US" dirty="0"/>
              <a:t> </a:t>
            </a:r>
            <a:r>
              <a:rPr lang="en-US" dirty="0" err="1"/>
              <a:t>điện</a:t>
            </a:r>
            <a:r>
              <a:rPr lang="en-US" dirty="0"/>
              <a:t> </a:t>
            </a:r>
            <a:r>
              <a:rPr lang="en-US" dirty="0" err="1"/>
              <a:t>tử</a:t>
            </a:r>
            <a:r>
              <a:rPr lang="en-US" dirty="0"/>
              <a:t> </a:t>
            </a:r>
            <a:r>
              <a:rPr lang="en-US" dirty="0" err="1"/>
              <a:t>tương</a:t>
            </a:r>
            <a:r>
              <a:rPr lang="en-US" dirty="0"/>
              <a:t> </a:t>
            </a:r>
            <a:r>
              <a:rPr lang="en-US" dirty="0" err="1"/>
              <a:t>tự</a:t>
            </a:r>
            <a:r>
              <a:rPr lang="en-US" dirty="0"/>
              <a:t>.</a:t>
            </a:r>
          </a:p>
          <a:p>
            <a:pPr fontAlgn="auto">
              <a:buFont typeface="Wingdings" panose="05000000000000000000" pitchFamily="2" charset="2"/>
              <a:buChar char="Ø"/>
            </a:pPr>
            <a:endParaRPr lang="en-US" dirty="0"/>
          </a:p>
          <a:p>
            <a:pPr marL="0" indent="0" fontAlgn="auto">
              <a:buNone/>
            </a:pPr>
            <a:endParaRPr lang="en-US" dirty="0">
              <a:solidFill>
                <a:srgbClr val="FF0000"/>
              </a:solidFill>
            </a:endParaRPr>
          </a:p>
        </p:txBody>
      </p:sp>
      <p:pic>
        <p:nvPicPr>
          <p:cNvPr id="3074" name="Picture 2" descr="http://www.elechouse.com/elechouse/images/product/sound%20sensor%20for%20Arduino.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76524" y="4177950"/>
            <a:ext cx="2381250" cy="1952625"/>
          </a:xfrm>
          <a:prstGeom prst="rect">
            <a:avLst/>
          </a:prstGeom>
          <a:noFill/>
          <a:extLst>
            <a:ext uri="{909E8E84-426E-40dd-AFC4-6F175D3DCCD1}">
              <a14:hiddenFill xmlns:a14="http://schemas.microsoft.com/office/drawing/2010/main" xmlns="">
                <a:solidFill>
                  <a:srgbClr val="FFFFFF"/>
                </a:solidFill>
              </a14:hiddenFill>
            </a:ext>
          </a:extLst>
        </p:spPr>
      </p:pic>
      <p:pic>
        <p:nvPicPr>
          <p:cNvPr id="3076" name="Picture 4" descr="http://www.tweaking4all.com/wp-content/uploads/2014/03/ds18b20-waterproof.jp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5432744" y="4307524"/>
            <a:ext cx="1480810" cy="1828800"/>
          </a:xfrm>
          <a:prstGeom prst="rect">
            <a:avLst/>
          </a:prstGeom>
          <a:ln>
            <a:noFill/>
          </a:ln>
          <a:effectLst>
            <a:softEdge rad="112500"/>
          </a:effectLst>
          <a:extLst>
            <a:ext uri="{909E8E84-426E-40dd-AFC4-6F175D3DCCD1}">
              <a14:hiddenFill xmlns:a14="http://schemas.microsoft.com/office/drawing/2010/main" xmlns="">
                <a:solidFill>
                  <a:srgbClr val="FFFFFF"/>
                </a:solidFill>
              </a14:hiddenFill>
            </a:ext>
          </a:extLst>
        </p:spPr>
      </p:pic>
      <p:pic>
        <p:nvPicPr>
          <p:cNvPr id="3078" name="Picture 6" descr="http://www.robotshop.com/media/files/images/analog-ph-meter-kit-large.jpg"/>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7234734" y="4540022"/>
            <a:ext cx="2232140" cy="1228480"/>
          </a:xfrm>
          <a:prstGeom prst="rect">
            <a:avLst/>
          </a:prstGeom>
          <a:noFill/>
          <a:extLst>
            <a:ext uri="{909E8E84-426E-40dd-AFC4-6F175D3DCCD1}">
              <a14:hiddenFill xmlns:a14="http://schemas.microsoft.com/office/drawing/2010/main" xmlns="">
                <a:solidFill>
                  <a:srgbClr val="FFFFFF"/>
                </a:solidFill>
              </a14:hiddenFill>
            </a:ext>
          </a:extLst>
        </p:spPr>
      </p:pic>
      <p:sp>
        <p:nvSpPr>
          <p:cNvPr id="15" name="TextBox 14"/>
          <p:cNvSpPr txBox="1"/>
          <p:nvPr/>
        </p:nvSpPr>
        <p:spPr>
          <a:xfrm>
            <a:off x="2726688" y="6020494"/>
            <a:ext cx="2070230" cy="246221"/>
          </a:xfrm>
          <a:prstGeom prst="rect">
            <a:avLst/>
          </a:prstGeom>
          <a:noFill/>
        </p:spPr>
        <p:txBody>
          <a:bodyPr wrap="square" rtlCol="0">
            <a:spAutoFit/>
          </a:bodyPr>
          <a:lstStyle/>
          <a:p>
            <a:r>
              <a:rPr lang="en-US" sz="1000" dirty="0"/>
              <a:t>Module </a:t>
            </a:r>
            <a:r>
              <a:rPr lang="en-US" sz="1000" dirty="0" err="1"/>
              <a:t>cảm</a:t>
            </a:r>
            <a:r>
              <a:rPr lang="en-US" sz="1000" dirty="0"/>
              <a:t> </a:t>
            </a:r>
            <a:r>
              <a:rPr lang="en-US" sz="1000" dirty="0" err="1"/>
              <a:t>biến</a:t>
            </a:r>
            <a:r>
              <a:rPr lang="en-US" sz="1000" dirty="0"/>
              <a:t> </a:t>
            </a:r>
            <a:r>
              <a:rPr lang="en-US" sz="1000" dirty="0" err="1"/>
              <a:t>âm</a:t>
            </a:r>
            <a:r>
              <a:rPr lang="en-US" sz="1000" dirty="0"/>
              <a:t> </a:t>
            </a:r>
            <a:r>
              <a:rPr lang="en-US" sz="1000" dirty="0" err="1"/>
              <a:t>thanh</a:t>
            </a:r>
            <a:endParaRPr lang="sv-SE" sz="1000" dirty="0"/>
          </a:p>
        </p:txBody>
      </p:sp>
      <p:sp>
        <p:nvSpPr>
          <p:cNvPr id="16" name="TextBox 15"/>
          <p:cNvSpPr txBox="1"/>
          <p:nvPr/>
        </p:nvSpPr>
        <p:spPr>
          <a:xfrm>
            <a:off x="5091970" y="6013214"/>
            <a:ext cx="2070230" cy="246221"/>
          </a:xfrm>
          <a:prstGeom prst="rect">
            <a:avLst/>
          </a:prstGeom>
          <a:noFill/>
        </p:spPr>
        <p:txBody>
          <a:bodyPr wrap="square" rtlCol="0">
            <a:spAutoFit/>
          </a:bodyPr>
          <a:lstStyle/>
          <a:p>
            <a:r>
              <a:rPr lang="en-US" sz="1000" dirty="0" err="1"/>
              <a:t>Đầu</a:t>
            </a:r>
            <a:r>
              <a:rPr lang="en-US" sz="1000" dirty="0"/>
              <a:t> </a:t>
            </a:r>
            <a:r>
              <a:rPr lang="en-US" sz="1000" dirty="0" err="1"/>
              <a:t>dò</a:t>
            </a:r>
            <a:r>
              <a:rPr lang="en-US" sz="1000" dirty="0"/>
              <a:t> </a:t>
            </a:r>
            <a:r>
              <a:rPr lang="en-US" sz="1000" dirty="0" err="1"/>
              <a:t>nhiệt</a:t>
            </a:r>
            <a:r>
              <a:rPr lang="en-US" sz="1000" dirty="0"/>
              <a:t> </a:t>
            </a:r>
            <a:r>
              <a:rPr lang="en-US" sz="1000" dirty="0" err="1"/>
              <a:t>độ</a:t>
            </a:r>
            <a:endParaRPr lang="sv-SE" sz="1000" dirty="0"/>
          </a:p>
        </p:txBody>
      </p:sp>
      <p:sp>
        <p:nvSpPr>
          <p:cNvPr id="17" name="TextBox 16"/>
          <p:cNvSpPr txBox="1"/>
          <p:nvPr/>
        </p:nvSpPr>
        <p:spPr>
          <a:xfrm>
            <a:off x="7044230" y="6018917"/>
            <a:ext cx="2070230" cy="246221"/>
          </a:xfrm>
          <a:prstGeom prst="rect">
            <a:avLst/>
          </a:prstGeom>
          <a:noFill/>
        </p:spPr>
        <p:txBody>
          <a:bodyPr wrap="square" rtlCol="0">
            <a:spAutoFit/>
          </a:bodyPr>
          <a:lstStyle/>
          <a:p>
            <a:r>
              <a:rPr lang="en-US" sz="1000" dirty="0" err="1"/>
              <a:t>Đầu</a:t>
            </a:r>
            <a:r>
              <a:rPr lang="en-US" sz="1000" dirty="0"/>
              <a:t> </a:t>
            </a:r>
            <a:r>
              <a:rPr lang="en-US" sz="1000" dirty="0" err="1"/>
              <a:t>dò</a:t>
            </a:r>
            <a:r>
              <a:rPr lang="en-US" sz="1000" dirty="0"/>
              <a:t> </a:t>
            </a:r>
            <a:r>
              <a:rPr lang="en-US" sz="1000" dirty="0" err="1"/>
              <a:t>nồng</a:t>
            </a:r>
            <a:r>
              <a:rPr lang="en-US" sz="1000" dirty="0"/>
              <a:t> </a:t>
            </a:r>
            <a:r>
              <a:rPr lang="en-US" sz="1000" dirty="0" err="1"/>
              <a:t>độ</a:t>
            </a:r>
            <a:r>
              <a:rPr lang="en-US" sz="1000" dirty="0"/>
              <a:t> pH</a:t>
            </a:r>
            <a:endParaRPr lang="sv-SE"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
          <p:cNvSpPr>
            <a:spLocks noGrp="1"/>
          </p:cNvSpPr>
          <p:nvPr>
            <p:ph type="title"/>
          </p:nvPr>
        </p:nvSpPr>
        <p:spPr>
          <a:xfrm>
            <a:off x="0" y="286605"/>
            <a:ext cx="9906000" cy="1450757"/>
          </a:xfrm>
        </p:spPr>
        <p:txBody>
          <a:bodyPr>
            <a:normAutofit/>
          </a:bodyPr>
          <a:lstStyle/>
          <a:p>
            <a:pPr algn="ctr"/>
            <a:r>
              <a:rPr lang="sv-SE" dirty="0"/>
              <a:t>Thiết kế các thiết bị &amp; mạch điện tử</a:t>
            </a:r>
          </a:p>
        </p:txBody>
      </p:sp>
      <p:sp>
        <p:nvSpPr>
          <p:cNvPr id="10" name="Footer Placeholder 9"/>
          <p:cNvSpPr>
            <a:spLocks noGrp="1"/>
          </p:cNvSpPr>
          <p:nvPr>
            <p:ph type="ftr" sz="quarter" idx="11"/>
          </p:nvPr>
        </p:nvSpPr>
        <p:spPr/>
        <p:txBody>
          <a:bodyPr/>
          <a:lstStyle/>
          <a:p>
            <a:r>
              <a:rPr lang="sv-SE"/>
              <a:t>Trịnh Lê Huy</a:t>
            </a:r>
          </a:p>
        </p:txBody>
      </p:sp>
      <p:sp>
        <p:nvSpPr>
          <p:cNvPr id="4" name="Slide Number Placeholder 3"/>
          <p:cNvSpPr>
            <a:spLocks noGrp="1"/>
          </p:cNvSpPr>
          <p:nvPr>
            <p:ph type="sldNum" sz="quarter" idx="12"/>
          </p:nvPr>
        </p:nvSpPr>
        <p:spPr/>
        <p:txBody>
          <a:bodyPr/>
          <a:lstStyle/>
          <a:p>
            <a:fld id="{1DB5ABAE-A3C1-4AF6-9B4A-B8A593CBFB77}" type="slidenum">
              <a:rPr lang="sv-SE" smtClean="0"/>
              <a:pPr/>
              <a:t>5</a:t>
            </a:fld>
            <a:endParaRPr lang="sv-SE" sz="1400">
              <a:latin typeface="Times" pitchFamily="1" charset="0"/>
            </a:endParaRPr>
          </a:p>
        </p:txBody>
      </p:sp>
      <p:sp>
        <p:nvSpPr>
          <p:cNvPr id="3" name="Content Placeholder 2"/>
          <p:cNvSpPr>
            <a:spLocks noGrp="1"/>
          </p:cNvSpPr>
          <p:nvPr>
            <p:ph idx="4294967295"/>
          </p:nvPr>
        </p:nvSpPr>
        <p:spPr>
          <a:xfrm>
            <a:off x="1690688" y="1860550"/>
            <a:ext cx="8215312" cy="4313238"/>
          </a:xfrm>
        </p:spPr>
        <p:txBody>
          <a:bodyPr/>
          <a:lstStyle/>
          <a:p>
            <a:pPr>
              <a:buFont typeface="Wingdings" pitchFamily="2" charset="2"/>
              <a:buChar char="v"/>
            </a:pPr>
            <a:r>
              <a:rPr lang="en-US" sz="2200" dirty="0"/>
              <a:t> </a:t>
            </a:r>
            <a:r>
              <a:rPr lang="en-US" dirty="0" err="1"/>
              <a:t>Thiết</a:t>
            </a:r>
            <a:r>
              <a:rPr lang="en-US" dirty="0"/>
              <a:t> </a:t>
            </a:r>
            <a:r>
              <a:rPr lang="en-US" dirty="0" err="1"/>
              <a:t>kế</a:t>
            </a:r>
            <a:r>
              <a:rPr lang="en-US" dirty="0"/>
              <a:t> </a:t>
            </a:r>
            <a:r>
              <a:rPr lang="en-US" dirty="0" err="1"/>
              <a:t>mạch</a:t>
            </a:r>
            <a:r>
              <a:rPr lang="en-US" dirty="0"/>
              <a:t> </a:t>
            </a:r>
            <a:r>
              <a:rPr lang="en-US" dirty="0" err="1"/>
              <a:t>điện</a:t>
            </a:r>
            <a:r>
              <a:rPr lang="en-US" dirty="0"/>
              <a:t> </a:t>
            </a:r>
            <a:r>
              <a:rPr lang="en-US" dirty="0" err="1"/>
              <a:t>tử</a:t>
            </a:r>
            <a:r>
              <a:rPr lang="en-US" dirty="0"/>
              <a:t> </a:t>
            </a:r>
            <a:r>
              <a:rPr lang="en-US" dirty="0" err="1"/>
              <a:t>chính</a:t>
            </a:r>
            <a:r>
              <a:rPr lang="en-US" dirty="0"/>
              <a:t> </a:t>
            </a:r>
            <a:r>
              <a:rPr lang="en-US" dirty="0" err="1"/>
              <a:t>là</a:t>
            </a:r>
            <a:r>
              <a:rPr lang="en-US" dirty="0"/>
              <a:t> </a:t>
            </a:r>
            <a:r>
              <a:rPr lang="en-US" dirty="0" err="1"/>
              <a:t>nghệ</a:t>
            </a:r>
            <a:r>
              <a:rPr lang="en-US" dirty="0"/>
              <a:t> </a:t>
            </a:r>
            <a:r>
              <a:rPr lang="en-US" dirty="0" err="1"/>
              <a:t>thuật</a:t>
            </a:r>
            <a:r>
              <a:rPr lang="en-US" dirty="0"/>
              <a:t> </a:t>
            </a:r>
            <a:r>
              <a:rPr lang="en-US" dirty="0" err="1"/>
              <a:t>xử</a:t>
            </a:r>
            <a:r>
              <a:rPr lang="en-US" dirty="0"/>
              <a:t> </a:t>
            </a:r>
            <a:r>
              <a:rPr lang="en-US" dirty="0" err="1"/>
              <a:t>lý</a:t>
            </a:r>
            <a:r>
              <a:rPr lang="en-US" dirty="0"/>
              <a:t> </a:t>
            </a:r>
            <a:r>
              <a:rPr lang="en-US" dirty="0" err="1"/>
              <a:t>những</a:t>
            </a:r>
            <a:r>
              <a:rPr lang="en-US" dirty="0"/>
              <a:t> </a:t>
            </a:r>
            <a:r>
              <a:rPr lang="en-US" dirty="0" err="1"/>
              <a:t>tín</a:t>
            </a:r>
            <a:r>
              <a:rPr lang="en-US" dirty="0"/>
              <a:t> </a:t>
            </a:r>
            <a:r>
              <a:rPr lang="en-US" dirty="0" err="1"/>
              <a:t>hiệu</a:t>
            </a:r>
            <a:r>
              <a:rPr lang="en-US" dirty="0"/>
              <a:t> </a:t>
            </a:r>
            <a:r>
              <a:rPr lang="en-US" dirty="0" err="1"/>
              <a:t>điện</a:t>
            </a:r>
            <a:r>
              <a:rPr lang="en-US" dirty="0"/>
              <a:t> </a:t>
            </a:r>
            <a:r>
              <a:rPr lang="en-US" dirty="0" err="1"/>
              <a:t>tử</a:t>
            </a:r>
            <a:r>
              <a:rPr lang="en-US" dirty="0"/>
              <a:t> </a:t>
            </a:r>
            <a:r>
              <a:rPr lang="en-US" dirty="0" err="1"/>
              <a:t>có</a:t>
            </a:r>
            <a:r>
              <a:rPr lang="en-US" dirty="0"/>
              <a:t> </a:t>
            </a:r>
            <a:r>
              <a:rPr lang="en-US" dirty="0" err="1"/>
              <a:t>mang</a:t>
            </a:r>
            <a:r>
              <a:rPr lang="en-US" dirty="0"/>
              <a:t> </a:t>
            </a:r>
            <a:r>
              <a:rPr lang="en-US" dirty="0" err="1"/>
              <a:t>những</a:t>
            </a:r>
            <a:r>
              <a:rPr lang="en-US" dirty="0"/>
              <a:t> </a:t>
            </a:r>
            <a:r>
              <a:rPr lang="en-US" dirty="0" err="1"/>
              <a:t>thông</a:t>
            </a:r>
            <a:r>
              <a:rPr lang="en-US" dirty="0"/>
              <a:t> tin </a:t>
            </a:r>
            <a:r>
              <a:rPr lang="en-US" dirty="0" err="1"/>
              <a:t>hữu</a:t>
            </a:r>
            <a:r>
              <a:rPr lang="en-US" dirty="0"/>
              <a:t> </a:t>
            </a:r>
            <a:r>
              <a:rPr lang="en-US" dirty="0" err="1"/>
              <a:t>ích</a:t>
            </a:r>
            <a:r>
              <a:rPr lang="en-US" dirty="0"/>
              <a:t>:</a:t>
            </a:r>
          </a:p>
          <a:p>
            <a:pPr>
              <a:buFont typeface="Wingdings" pitchFamily="2" charset="2"/>
              <a:buChar char="v"/>
            </a:pPr>
            <a:endParaRPr lang="en-US" sz="100" dirty="0"/>
          </a:p>
          <a:p>
            <a:pPr lvl="1" algn="just">
              <a:buFont typeface="Wingdings" pitchFamily="2" charset="2"/>
              <a:buChar char="§"/>
            </a:pPr>
            <a:r>
              <a:rPr lang="en-US" sz="1600" dirty="0" err="1"/>
              <a:t>Thông</a:t>
            </a:r>
            <a:r>
              <a:rPr lang="en-US" sz="1600" dirty="0"/>
              <a:t> </a:t>
            </a:r>
            <a:r>
              <a:rPr lang="en-US" sz="1600" dirty="0" err="1"/>
              <a:t>thường</a:t>
            </a:r>
            <a:r>
              <a:rPr lang="en-US" sz="1600" dirty="0"/>
              <a:t> </a:t>
            </a:r>
            <a:r>
              <a:rPr lang="en-US" sz="1600" dirty="0" err="1"/>
              <a:t>các</a:t>
            </a:r>
            <a:r>
              <a:rPr lang="en-US" sz="1600" dirty="0"/>
              <a:t> </a:t>
            </a:r>
            <a:r>
              <a:rPr lang="en-US" sz="1600" dirty="0" err="1"/>
              <a:t>tín</a:t>
            </a:r>
            <a:r>
              <a:rPr lang="en-US" sz="1600" dirty="0"/>
              <a:t> </a:t>
            </a:r>
            <a:r>
              <a:rPr lang="en-US" sz="1600" dirty="0" err="1"/>
              <a:t>hiệu</a:t>
            </a:r>
            <a:r>
              <a:rPr lang="en-US" sz="1600" dirty="0"/>
              <a:t> </a:t>
            </a:r>
            <a:r>
              <a:rPr lang="en-US" sz="1600" dirty="0" err="1"/>
              <a:t>thu</a:t>
            </a:r>
            <a:r>
              <a:rPr lang="en-US" sz="1600" dirty="0"/>
              <a:t> </a:t>
            </a:r>
            <a:r>
              <a:rPr lang="en-US" sz="1600" dirty="0" err="1"/>
              <a:t>được</a:t>
            </a:r>
            <a:r>
              <a:rPr lang="en-US" sz="1600" dirty="0"/>
              <a:t> </a:t>
            </a:r>
            <a:r>
              <a:rPr lang="en-US" sz="1600" dirty="0" err="1"/>
              <a:t>từ</a:t>
            </a:r>
            <a:r>
              <a:rPr lang="en-US" sz="1600" dirty="0"/>
              <a:t> </a:t>
            </a:r>
            <a:r>
              <a:rPr lang="en-US" sz="1600" dirty="0" err="1"/>
              <a:t>các</a:t>
            </a:r>
            <a:r>
              <a:rPr lang="en-US" sz="1600" dirty="0"/>
              <a:t> </a:t>
            </a:r>
            <a:r>
              <a:rPr lang="en-US" sz="1600" dirty="0" err="1"/>
              <a:t>đầu</a:t>
            </a:r>
            <a:r>
              <a:rPr lang="en-US" sz="1600" dirty="0"/>
              <a:t> </a:t>
            </a:r>
            <a:r>
              <a:rPr lang="en-US" sz="1600" dirty="0" err="1"/>
              <a:t>dò</a:t>
            </a:r>
            <a:r>
              <a:rPr lang="en-US" sz="1600" dirty="0"/>
              <a:t> </a:t>
            </a:r>
            <a:r>
              <a:rPr lang="en-US" sz="1600" dirty="0" err="1"/>
              <a:t>và</a:t>
            </a:r>
            <a:r>
              <a:rPr lang="en-US" sz="1600" dirty="0"/>
              <a:t> </a:t>
            </a:r>
            <a:r>
              <a:rPr lang="en-US" sz="1600" dirty="0" err="1"/>
              <a:t>cảm</a:t>
            </a:r>
            <a:r>
              <a:rPr lang="en-US" sz="1600" dirty="0"/>
              <a:t> </a:t>
            </a:r>
            <a:r>
              <a:rPr lang="en-US" sz="1600" dirty="0" err="1"/>
              <a:t>biến</a:t>
            </a:r>
            <a:r>
              <a:rPr lang="en-US" sz="1600" dirty="0"/>
              <a:t> </a:t>
            </a:r>
            <a:r>
              <a:rPr lang="en-US" sz="1600" dirty="0" err="1"/>
              <a:t>thường</a:t>
            </a:r>
            <a:r>
              <a:rPr lang="en-US" sz="1600" dirty="0"/>
              <a:t> </a:t>
            </a:r>
            <a:r>
              <a:rPr lang="en-US" sz="1600" dirty="0" err="1"/>
              <a:t>có</a:t>
            </a:r>
            <a:r>
              <a:rPr lang="en-US" sz="1600" dirty="0"/>
              <a:t> </a:t>
            </a:r>
            <a:r>
              <a:rPr lang="en-US" sz="1600" dirty="0" err="1"/>
              <a:t>cường</a:t>
            </a:r>
            <a:r>
              <a:rPr lang="en-US" sz="1600" dirty="0"/>
              <a:t> </a:t>
            </a:r>
            <a:r>
              <a:rPr lang="en-US" sz="1600" dirty="0" err="1"/>
              <a:t>độ</a:t>
            </a:r>
            <a:r>
              <a:rPr lang="en-US" sz="1600" dirty="0"/>
              <a:t> </a:t>
            </a:r>
            <a:r>
              <a:rPr lang="en-US" sz="1600" dirty="0" err="1"/>
              <a:t>rất</a:t>
            </a:r>
            <a:r>
              <a:rPr lang="en-US" sz="1600" dirty="0"/>
              <a:t> </a:t>
            </a:r>
            <a:r>
              <a:rPr lang="en-US" sz="1600" dirty="0" err="1"/>
              <a:t>yếu</a:t>
            </a:r>
            <a:r>
              <a:rPr lang="en-US" sz="1600" dirty="0"/>
              <a:t> </a:t>
            </a:r>
            <a:r>
              <a:rPr lang="en-US" sz="1600" dirty="0" err="1"/>
              <a:t>và</a:t>
            </a:r>
            <a:r>
              <a:rPr lang="en-US" sz="1600" dirty="0"/>
              <a:t> </a:t>
            </a:r>
            <a:r>
              <a:rPr lang="en-US" sz="1600" dirty="0" err="1"/>
              <a:t>dễ</a:t>
            </a:r>
            <a:r>
              <a:rPr lang="en-US" sz="1600" dirty="0"/>
              <a:t> </a:t>
            </a:r>
            <a:r>
              <a:rPr lang="en-US" sz="1600" dirty="0" err="1"/>
              <a:t>bị</a:t>
            </a:r>
            <a:r>
              <a:rPr lang="en-US" sz="1600" dirty="0"/>
              <a:t> </a:t>
            </a:r>
            <a:r>
              <a:rPr lang="en-US" sz="1600" dirty="0" err="1"/>
              <a:t>nhiễu</a:t>
            </a:r>
            <a:r>
              <a:rPr lang="en-US" sz="1600" dirty="0"/>
              <a:t>.</a:t>
            </a:r>
          </a:p>
          <a:p>
            <a:pPr lvl="1" algn="just">
              <a:buNone/>
            </a:pPr>
            <a:endParaRPr lang="en-US" sz="1600" dirty="0"/>
          </a:p>
          <a:p>
            <a:pPr lvl="1">
              <a:buFont typeface="Wingdings" pitchFamily="2" charset="2"/>
              <a:buChar char="§"/>
            </a:pPr>
            <a:r>
              <a:rPr lang="en-US" sz="1600" dirty="0" err="1"/>
              <a:t>Những</a:t>
            </a:r>
            <a:r>
              <a:rPr lang="en-US" sz="1600" dirty="0"/>
              <a:t> </a:t>
            </a:r>
            <a:r>
              <a:rPr lang="en-US" sz="1600" dirty="0" err="1"/>
              <a:t>tín</a:t>
            </a:r>
            <a:r>
              <a:rPr lang="en-US" sz="1600" dirty="0"/>
              <a:t> </a:t>
            </a:r>
            <a:r>
              <a:rPr lang="en-US" sz="1600" dirty="0" err="1"/>
              <a:t>hiệu</a:t>
            </a:r>
            <a:r>
              <a:rPr lang="en-US" sz="1600" dirty="0"/>
              <a:t> </a:t>
            </a:r>
            <a:r>
              <a:rPr lang="en-US" sz="1600" dirty="0" err="1"/>
              <a:t>này</a:t>
            </a:r>
            <a:r>
              <a:rPr lang="en-US" sz="1600" dirty="0"/>
              <a:t> </a:t>
            </a:r>
            <a:r>
              <a:rPr lang="en-US" sz="1600" dirty="0" err="1"/>
              <a:t>sẽ</a:t>
            </a:r>
            <a:r>
              <a:rPr lang="en-US" sz="1600" dirty="0"/>
              <a:t> </a:t>
            </a:r>
            <a:r>
              <a:rPr lang="en-US" sz="1600" dirty="0" err="1"/>
              <a:t>được</a:t>
            </a:r>
            <a:r>
              <a:rPr lang="en-US" sz="1600" dirty="0"/>
              <a:t> </a:t>
            </a:r>
            <a:r>
              <a:rPr lang="en-US" sz="1600" dirty="0" err="1"/>
              <a:t>để</a:t>
            </a:r>
            <a:r>
              <a:rPr lang="en-US" sz="1600" dirty="0"/>
              <a:t> </a:t>
            </a:r>
            <a:r>
              <a:rPr lang="en-US" sz="1600" dirty="0" err="1"/>
              <a:t>loại</a:t>
            </a:r>
            <a:r>
              <a:rPr lang="en-US" sz="1600" dirty="0"/>
              <a:t> </a:t>
            </a:r>
            <a:r>
              <a:rPr lang="en-US" sz="1600" dirty="0" err="1"/>
              <a:t>bỏ</a:t>
            </a:r>
            <a:r>
              <a:rPr lang="en-US" sz="1600" dirty="0"/>
              <a:t> </a:t>
            </a:r>
            <a:r>
              <a:rPr lang="en-US" sz="1600" dirty="0" err="1"/>
              <a:t>nhiễu</a:t>
            </a:r>
            <a:r>
              <a:rPr lang="en-US" sz="1600" dirty="0"/>
              <a:t> </a:t>
            </a:r>
            <a:r>
              <a:rPr lang="en-US" sz="1600" dirty="0" err="1"/>
              <a:t>và</a:t>
            </a:r>
            <a:r>
              <a:rPr lang="en-US" sz="1600" dirty="0"/>
              <a:t> </a:t>
            </a:r>
            <a:r>
              <a:rPr lang="en-US" sz="1600" dirty="0" err="1"/>
              <a:t>khuếch</a:t>
            </a:r>
            <a:r>
              <a:rPr lang="en-US" sz="1600" dirty="0"/>
              <a:t> </a:t>
            </a:r>
            <a:r>
              <a:rPr lang="en-US" sz="1600" dirty="0" err="1"/>
              <a:t>đại</a:t>
            </a:r>
            <a:r>
              <a:rPr lang="en-US" sz="1600" dirty="0"/>
              <a:t> </a:t>
            </a:r>
            <a:r>
              <a:rPr lang="en-US" sz="1600" dirty="0" err="1"/>
              <a:t>để</a:t>
            </a:r>
            <a:r>
              <a:rPr lang="en-US" sz="1600" dirty="0"/>
              <a:t> </a:t>
            </a:r>
            <a:r>
              <a:rPr lang="en-US" sz="1600" dirty="0" err="1"/>
              <a:t>dễ</a:t>
            </a:r>
            <a:r>
              <a:rPr lang="en-US" sz="1600" dirty="0"/>
              <a:t> </a:t>
            </a:r>
            <a:r>
              <a:rPr lang="en-US" sz="1600" dirty="0" err="1"/>
              <a:t>dàng</a:t>
            </a:r>
            <a:r>
              <a:rPr lang="en-US" sz="1600" dirty="0"/>
              <a:t> </a:t>
            </a:r>
            <a:r>
              <a:rPr lang="en-US" sz="1600" dirty="0" err="1"/>
              <a:t>đọc</a:t>
            </a:r>
            <a:r>
              <a:rPr lang="en-US" sz="1600" dirty="0"/>
              <a:t> </a:t>
            </a:r>
            <a:r>
              <a:rPr lang="en-US" sz="1600" dirty="0" err="1"/>
              <a:t>và</a:t>
            </a:r>
            <a:r>
              <a:rPr lang="en-US" sz="1600" dirty="0"/>
              <a:t> </a:t>
            </a:r>
            <a:r>
              <a:rPr lang="en-US" sz="1600" dirty="0" err="1"/>
              <a:t>xử</a:t>
            </a:r>
            <a:r>
              <a:rPr lang="en-US" sz="1600" dirty="0"/>
              <a:t> </a:t>
            </a:r>
            <a:r>
              <a:rPr lang="en-US" sz="1600" dirty="0" err="1"/>
              <a:t>lý</a:t>
            </a:r>
            <a:r>
              <a:rPr lang="en-US" sz="1600" dirty="0"/>
              <a:t>.</a:t>
            </a:r>
          </a:p>
          <a:p>
            <a:pPr lvl="1">
              <a:buNone/>
            </a:pPr>
            <a:endParaRPr lang="en-US" sz="1600" dirty="0"/>
          </a:p>
          <a:p>
            <a:pPr lvl="1">
              <a:buFont typeface="Wingdings" pitchFamily="2" charset="2"/>
              <a:buChar char="§"/>
            </a:pPr>
            <a:r>
              <a:rPr lang="en-US" sz="1600" dirty="0"/>
              <a:t>Sau </a:t>
            </a:r>
            <a:r>
              <a:rPr lang="en-US" sz="1600" dirty="0" err="1"/>
              <a:t>khi</a:t>
            </a:r>
            <a:r>
              <a:rPr lang="en-US" sz="1600" dirty="0"/>
              <a:t> </a:t>
            </a:r>
            <a:r>
              <a:rPr lang="en-US" sz="1600" dirty="0" err="1"/>
              <a:t>ghi</a:t>
            </a:r>
            <a:r>
              <a:rPr lang="en-US" sz="1600" dirty="0"/>
              <a:t> </a:t>
            </a:r>
            <a:r>
              <a:rPr lang="en-US" sz="1600" dirty="0" err="1"/>
              <a:t>nhận</a:t>
            </a:r>
            <a:r>
              <a:rPr lang="en-US" sz="1600" dirty="0"/>
              <a:t> </a:t>
            </a:r>
            <a:r>
              <a:rPr lang="en-US" sz="1600" dirty="0" err="1"/>
              <a:t>và</a:t>
            </a:r>
            <a:r>
              <a:rPr lang="en-US" sz="1600" dirty="0"/>
              <a:t> </a:t>
            </a:r>
            <a:r>
              <a:rPr lang="en-US" sz="1600" dirty="0" err="1"/>
              <a:t>xử</a:t>
            </a:r>
            <a:r>
              <a:rPr lang="en-US" sz="1600" dirty="0"/>
              <a:t> </a:t>
            </a:r>
            <a:r>
              <a:rPr lang="en-US" sz="1600" dirty="0" err="1"/>
              <a:t>lý</a:t>
            </a:r>
            <a:r>
              <a:rPr lang="en-US" sz="1600" dirty="0"/>
              <a:t> </a:t>
            </a:r>
            <a:r>
              <a:rPr lang="en-US" sz="1600" dirty="0" err="1"/>
              <a:t>những</a:t>
            </a:r>
            <a:r>
              <a:rPr lang="en-US" sz="1600" dirty="0"/>
              <a:t> </a:t>
            </a:r>
            <a:r>
              <a:rPr lang="en-US" sz="1600" dirty="0" err="1"/>
              <a:t>tín</a:t>
            </a:r>
            <a:r>
              <a:rPr lang="en-US" sz="1600" dirty="0"/>
              <a:t> </a:t>
            </a:r>
            <a:r>
              <a:rPr lang="en-US" sz="1600" dirty="0" err="1"/>
              <a:t>hiệu</a:t>
            </a:r>
            <a:r>
              <a:rPr lang="en-US" sz="1600" dirty="0"/>
              <a:t> </a:t>
            </a:r>
            <a:r>
              <a:rPr lang="en-US" sz="1600" dirty="0" err="1"/>
              <a:t>điện</a:t>
            </a:r>
            <a:r>
              <a:rPr lang="en-US" sz="1600" dirty="0"/>
              <a:t> </a:t>
            </a:r>
            <a:r>
              <a:rPr lang="en-US" sz="1600" dirty="0" err="1"/>
              <a:t>tử</a:t>
            </a:r>
            <a:r>
              <a:rPr lang="en-US" sz="1600" dirty="0"/>
              <a:t> </a:t>
            </a:r>
            <a:r>
              <a:rPr lang="en-US" sz="1600" dirty="0" err="1"/>
              <a:t>này</a:t>
            </a:r>
            <a:r>
              <a:rPr lang="en-US" sz="1600" dirty="0"/>
              <a:t>, </a:t>
            </a:r>
            <a:r>
              <a:rPr lang="en-US" sz="1600" dirty="0" err="1"/>
              <a:t>hệ</a:t>
            </a:r>
            <a:r>
              <a:rPr lang="en-US" sz="1600" dirty="0"/>
              <a:t> </a:t>
            </a:r>
            <a:r>
              <a:rPr lang="en-US" sz="1600" dirty="0" err="1"/>
              <a:t>thống</a:t>
            </a:r>
            <a:r>
              <a:rPr lang="en-US" sz="1600" dirty="0"/>
              <a:t> </a:t>
            </a:r>
            <a:r>
              <a:rPr lang="en-US" sz="1600" dirty="0" err="1"/>
              <a:t>sẽ</a:t>
            </a:r>
            <a:r>
              <a:rPr lang="en-US" sz="1600" dirty="0"/>
              <a:t> </a:t>
            </a:r>
            <a:r>
              <a:rPr lang="en-US" sz="1600" dirty="0" err="1"/>
              <a:t>đưa</a:t>
            </a:r>
            <a:r>
              <a:rPr lang="en-US" sz="1600" dirty="0"/>
              <a:t> </a:t>
            </a:r>
            <a:r>
              <a:rPr lang="en-US" sz="1600" dirty="0" err="1"/>
              <a:t>ra</a:t>
            </a:r>
            <a:r>
              <a:rPr lang="en-US" sz="1600" dirty="0"/>
              <a:t> </a:t>
            </a:r>
            <a:r>
              <a:rPr lang="en-US" sz="1600" dirty="0" err="1"/>
              <a:t>những</a:t>
            </a:r>
            <a:r>
              <a:rPr lang="en-US" sz="1600" dirty="0"/>
              <a:t> </a:t>
            </a:r>
            <a:r>
              <a:rPr lang="en-US" sz="1600" dirty="0" err="1"/>
              <a:t>lệnh</a:t>
            </a:r>
            <a:r>
              <a:rPr lang="en-US" sz="1600" dirty="0"/>
              <a:t> </a:t>
            </a:r>
            <a:r>
              <a:rPr lang="en-US" sz="1600" dirty="0" err="1"/>
              <a:t>phục</a:t>
            </a:r>
            <a:r>
              <a:rPr lang="en-US" sz="1600" dirty="0"/>
              <a:t> </a:t>
            </a:r>
            <a:r>
              <a:rPr lang="en-US" sz="1600" dirty="0" err="1"/>
              <a:t>vụ</a:t>
            </a:r>
            <a:r>
              <a:rPr lang="en-US" sz="1600" dirty="0"/>
              <a:t> </a:t>
            </a:r>
            <a:r>
              <a:rPr lang="en-US" sz="1600" dirty="0" err="1"/>
              <a:t>cho</a:t>
            </a:r>
            <a:r>
              <a:rPr lang="en-US" sz="1600" dirty="0"/>
              <a:t> </a:t>
            </a:r>
            <a:r>
              <a:rPr lang="en-US" sz="1600" dirty="0" err="1"/>
              <a:t>nhiều</a:t>
            </a:r>
            <a:r>
              <a:rPr lang="en-US" sz="1600" dirty="0"/>
              <a:t> </a:t>
            </a:r>
            <a:r>
              <a:rPr lang="en-US" sz="1600" dirty="0" err="1"/>
              <a:t>mục</a:t>
            </a:r>
            <a:r>
              <a:rPr lang="en-US" sz="1600" dirty="0"/>
              <a:t> </a:t>
            </a:r>
            <a:r>
              <a:rPr lang="en-US" sz="1600" dirty="0" err="1"/>
              <a:t>đích</a:t>
            </a:r>
            <a:r>
              <a:rPr lang="en-US" sz="1600" dirty="0"/>
              <a:t> </a:t>
            </a:r>
            <a:r>
              <a:rPr lang="en-US" sz="1600" dirty="0" err="1"/>
              <a:t>khác</a:t>
            </a:r>
            <a:r>
              <a:rPr lang="en-US" sz="1600" dirty="0"/>
              <a:t> </a:t>
            </a:r>
            <a:r>
              <a:rPr lang="en-US" sz="1600" dirty="0" err="1"/>
              <a:t>nhau</a:t>
            </a:r>
            <a:r>
              <a:rPr lang="en-US" sz="1600" dirty="0"/>
              <a:t> </a:t>
            </a:r>
            <a:r>
              <a:rPr lang="en-US" sz="1600" dirty="0" err="1"/>
              <a:t>như</a:t>
            </a:r>
            <a:r>
              <a:rPr lang="en-US" sz="1600" dirty="0"/>
              <a:t> </a:t>
            </a:r>
            <a:r>
              <a:rPr lang="en-US" sz="1600" dirty="0" err="1"/>
              <a:t>hiển</a:t>
            </a:r>
            <a:r>
              <a:rPr lang="en-US" sz="1600" dirty="0"/>
              <a:t> </a:t>
            </a:r>
            <a:r>
              <a:rPr lang="en-US" sz="1600" dirty="0" err="1"/>
              <a:t>thị</a:t>
            </a:r>
            <a:r>
              <a:rPr lang="en-US" sz="1600" dirty="0"/>
              <a:t> </a:t>
            </a:r>
            <a:r>
              <a:rPr lang="en-US" sz="1600" dirty="0" err="1"/>
              <a:t>kết</a:t>
            </a:r>
            <a:r>
              <a:rPr lang="en-US" sz="1600" dirty="0"/>
              <a:t> </a:t>
            </a:r>
            <a:r>
              <a:rPr lang="en-US" sz="1600" dirty="0" err="1"/>
              <a:t>quả</a:t>
            </a:r>
            <a:r>
              <a:rPr lang="en-US" sz="1600" dirty="0"/>
              <a:t>, </a:t>
            </a:r>
            <a:r>
              <a:rPr lang="en-US" sz="1600" dirty="0" err="1"/>
              <a:t>báo</a:t>
            </a:r>
            <a:r>
              <a:rPr lang="en-US" sz="1600" dirty="0"/>
              <a:t> </a:t>
            </a:r>
            <a:r>
              <a:rPr lang="en-US" sz="1600" dirty="0" err="1"/>
              <a:t>động</a:t>
            </a:r>
            <a:r>
              <a:rPr lang="en-US" sz="1600" dirty="0"/>
              <a:t>, </a:t>
            </a:r>
            <a:r>
              <a:rPr lang="en-US" sz="1600" dirty="0" err="1"/>
              <a:t>đóng</a:t>
            </a:r>
            <a:r>
              <a:rPr lang="en-US" sz="1600" dirty="0"/>
              <a:t>/</a:t>
            </a:r>
            <a:r>
              <a:rPr lang="en-US" sz="1600" dirty="0" err="1"/>
              <a:t>mở</a:t>
            </a:r>
            <a:r>
              <a:rPr lang="en-US" sz="1600" dirty="0"/>
              <a:t> </a:t>
            </a:r>
            <a:r>
              <a:rPr lang="en-US" sz="1600" dirty="0" err="1"/>
              <a:t>các</a:t>
            </a:r>
            <a:r>
              <a:rPr lang="en-US" sz="1600" dirty="0"/>
              <a:t> module </a:t>
            </a:r>
            <a:r>
              <a:rPr lang="en-US" sz="1600" dirty="0" err="1"/>
              <a:t>khác</a:t>
            </a:r>
            <a:r>
              <a:rPr lang="en-US" sz="1600" dirty="0"/>
              <a:t>.</a:t>
            </a:r>
          </a:p>
          <a:p>
            <a:pPr lvl="1">
              <a:buNone/>
            </a:pPr>
            <a:endParaRPr lang="en-US" dirty="0"/>
          </a:p>
          <a:p>
            <a:pPr lvl="1">
              <a:buNone/>
            </a:pPr>
            <a:endParaRPr lang="en-US" dirty="0"/>
          </a:p>
          <a:p>
            <a:pPr lvl="1">
              <a:buNone/>
            </a:pPr>
            <a:endParaRPr lang="en-US" dirty="0"/>
          </a:p>
          <a:p>
            <a:pPr lvl="1"/>
            <a:endParaRPr lang="en-US" dirty="0"/>
          </a:p>
        </p:txBody>
      </p:sp>
      <p:sp>
        <p:nvSpPr>
          <p:cNvPr id="107522" name="AutoShape 2" descr="data:image/jpeg;base64,/9j/4AAQSkZJRgABAQAAAQABAAD/2wCEAAkGBhQSERUUExQWFRUWGRsaGRgYGRsaHRocGBccGBoaIBwcHCYfHCAjHxsdIC8gIycpLC0sGh8xNTAqNSYsLCkBCQoKDgwOGg8PGjQlHyQ2KioqKjAsLC8sLSksLCwsLCwsLywsLCwsLCwsLCwvLCwsLCwsLCwsLCwsLCwsLCwsLP/AABEIAM4A9AMBIgACEQEDEQH/xAAbAAADAQADAQAAAAAAAAAAAAAEBQYDAAIHAf/EAEMQAAECAwYCCQMCBQIEBgMAAAECEQADIQQFEjFBUWFxBhMiMoGRobHwQsHRUuEUI2KC8QczFXKS0hZTY6KywiQ0Q//EABsBAAIDAQEBAAAAAAAAAAAAAAQFAgMGAQAH/8QAMREAAgIBAwIEBAUFAQEAAAAAAQIAAxEEEiExQQUTIlFhcZGhFDKBsfAVI8HR8eFS/9oADAMBAAIRAxEAPwD1NctGI9lOZ0EfJiEs5AbkIWyL5QtakF5cwE9hYYkfqSclDiCeNY2mWh66D3jN2MwJzGwrMGtaUqIdIA24bwvtmFKFMB3S3+YKnTMRcGmukD2mzYkqD1ahgdXIfMtC+8JThwJKQBQe0d7NaOrWJlSGZQ4fkZxhYJ2OQl829Rn6xlMnhjrl4PGoXDrg9JfUu9MGBXleBs1qdLMFONiFVbxBjoL1CZpUggh/Q184V9I5gUhKh9Jw+Gnq/nE1LtikqFY4XC8Nzxgx1VpUsrG7rjB+P8/zPV12glBMtnUHSc+ORESHSWzql2lRqAsJUORDEeYhz0evQrljVtRGXSyV/trajYFf/JP3EB1qEsxMjq6DTlPY/aA3XaFOTxpFFY7dRlRL3cW303MO5agAHiqzlpTWMrKawK7aSNQQfeMOk9jdKZiCRMBw0+sKoUmFFmt60LBSxoaGufjQwfMvoTlSUnsELClg8MmPOALchobTQ6kWDpGV1XsickBNC1U7NSMrf/KmpnDIsiZyJ7KvA08YUdKLKuzvapFP/MGYY5qA+VrAt39IUrsM1CjiWgMN1BeXjVvCINUdnmJ0k0qBIZOh4I+fWKbKEqnzgnuFailJ4l/DOCrTd6wcSWNMjmeDwP1ZlT8KqKAA8qezRSykhSOUVl2B4+kY62lHC55GBgyVs944nSAKaGhBFNax1RblP2W5Z18+ENbfdKVKKwGVkrcjjvAViuwCYTk4388oJrYWDIiZqNh5hMu1rwFyxADg08aRH9I7YZ0xMrGoiqlCuhoPGsUtoLkjNnc5feJqwShMtEyYBQrKRyQ496+MM9BX5lvPbmVXnbXBrHIcEFw21ILs0kEKYENqdaw/l3U704uWrtGN4WHCMnJzh61i52gwMJ1YiTtuJJJbPT75xnYpE1AfGoVIOWZALeDjxJhohOKYpYAKJNSN6OKbw1vuwdRZpdASFFan1UQVKHqQ3AQu1Vgsbb27wvR1nBY/pFF43vPlSAEKImg1UD9Iq2EhvGLLova1TbPLXMIKyKkb8ePKIu2WtLOoHLz+fYwXd9/iSKHC9WIPm2nKE2u8PS6nbUADnMIYFTmegL5eUTPSuUJ5lWaoM6YHZiyUdonzaFs3psup7AADnPJjQB9GhJbunKkTpNowJUpMtSUIKiB2yO2WB0FBxMDeHeDauvUCxQCVyRz3xx1+OINdYpXaY/ue8pFlEyQtQWZcxSQpWtB7FxzBjkQ8pSpjrVLSVKUpRqc1HEd9THI3r+Di077HO49fn37xcGZRgDj9Z7JeFjRNDLzSSUqFFJVUODofeALPehSMFoIegTNAZKq0SofSr0Om0G26dhBO8LkSwqWoqGIZEGoLnjGTqASva3I6x6LMtNJazifLcbwUmobyhMZxkqAU5lLYJX+gnJCj+k6KPKGVmWXIJaF1lWz5HpDAMjM+3UyVzJej4h/dn6x1nS8JIdkqdJ8cvVo5ayEKTM0BY8iW9DrGd7rbCSxQqhObKphOzaeUNNDbldp69JOj8xWTV5WUgHNicz7NE2sxbW5GMGgAUHA2IqTEhOs5CuME3D2miobKyl6HzDVLmvuKiK69LH11mUABiZwOI+esRdyApwkZ7xeWGZoC0UW8EGZ3xZM2Z95G2KYMWQDmo+cX+GHUuRi/IjG3XYZUxWbHtDxNR943s85iNXIHlELOTmJqxgYgNnk/zCo1YsP8tHeZbU42V+W9YOtsliXSz1B3rp5wmvCUagPn8HOF7EnrNDpgGUfKUVivUpDUWghik14N+0St52E2eaFy0kocKGrAKBwKbQVrs20AWm8VSlAoJBGgyJ1etabw1uzpD1pwrZOWeR8TlFqBlTK9D1En5PltvAhd8WxFoVKnoAq6FDYioB4tDiwTqJ4hoR2270MVyxhUGUrDkpsyQKEt4wdc87EPWAX27vTPMn9gD2jdUti+8LbbY04iWbWlOcMxUNlA9rS6S1C3tEEby7M9jACMjmTl4zESULW7MC/hl+IXdGbvPVJUQxVUtx19Yy6RzcYTLBopQfkk15xQ3LZgJSQGBb56RpNCcKX9+Is1QBIWH4QlLF2y+0Ib8tQAcZAUGlRDy3TAEsc/aJq7ZfX2jCQ8uV2lHQq+lLEVq5gwegFzKdhchRNrjsxSEyiBim/zV7tLUCA+lSPB4P6ZWYKs9VFsaWzpnBfRqVjVPnMC5wIGQwIoTzKsXg0A9MbUTJwlgCoDyekKt2CSY5qqG5UHwkeZYzKz5PtqfvHZVpCRQiuY4vvA81DHNizZ8M4xlyivsJDnJ9AeD5mPAntGVumQeozraisqwmqVZJGvABvXdoe3b/pwJmFcwrSD9ANW0dR15Q76HdFRLUqYsOp/qqcj+Ys8ISkq4e0R1Gtu0ZVKjhjyT3x7RDcEtOAOJGyOiEpKQMKQ3F/UxyKTqya1jkaAWuRnMjxF1+2rt4QaD5pGcv8A/XUX+oMfGArxnYl4SCheZSTvRwdUvqPeCyf/AMRdMlJ9wH94TuMIffEHpzunZExKklCxiSoMQdQaGBLBaFSViROND/tLJ/3Ej6ST9aRQ70MYS54Hl7wUVpnI6tVBmDkUqFQQd/msB1YddjdIxrs28GM1ywuWUqqDQ8o6WIY5ZkrZWENXIjQwNdtqLmTMLzQMzTGP1j0caQdPBSQtIqnMbp1ECMx01oLQgjuImKCkqlqPaRVJP1Iy8waHwOsILdZjjBYsdefz1irvqzYkBaA6k9pP9VO0j+4U5gGFFqQmYkFORAUmjOG/xSNCfUsa6W7Ina6GA8xyipsS2IUG2PznEbY3SutARSusU0hGJGJIJwntMdNFe7wNqCq1gt7gfrBfEasjdGl+SMUvEA5SKimRz/MK7qlOEl2LjlypDqyTkzU70gC7pfVzFIOTluUV44zEOzHSUE2xJWgJUHDM/wCIjrbIZa0l2SopSsuzsKKOTxc9blCm6EBaFuxC1qLHiYRJeKwc8j2l+mtNYJ7cTz+8bveqxk/aGm33hf1qO1ipoCGj0S9ejownA+FiMG3L8RGSrpCwp98jlDnTXJYoCmOar1tXImFltypSgCezpxBp4wfY7dgUQKiqk8j+MoQ3hLUgAkMxIIY8/LjB11qKxhJwsTgUckkjI8CKcKGI3aYWcr1lm4KPV0lvLnhQoXBjO0KZNfmkI7ovAgYFUIOZ9oZ2i1goGv8AiFNi5EFaoo2JIdVitZr3E08XHsH8Yp7BasKATtl99om7tZU6et6Yykf2gA+rwVeFpCU0YO3lGn0teKgIkvObDifL7v5ywqTRhm5yjtZUfw9nKUk9dMUBWoK1lgT4e0KrrsKpizNVUA9ka1zVu0OZalLtAzaUMSneildlIyYsHPiIE1Op3NtXtGGlo2+ppQYBLQhCCzBvtpCLphODIls2a3zyDD3hshKlEqeoiQvW3qtNoUxZCWQVAnTMBtS5L6UgdAWaMNOoD7j26xdZ7CuaSEghOqnz4J4vr8FhcVzpkpxNU5PWn5jW7bMlKQEpbbbKG9nlOGzIHt/mHNGnC4Jgmt1DWZHaEWYFlFtn8vKPtttoCOQ+0B228USpZJVTgau4oE1KlcPOJu+rTNmSsVZSCoJwhnUC+am1YUFM84UeI6Rn1ykcA4+0WUEY5jOf0pkoOErBPAxyJ2z2NKUgMDQHJ9N45D/JHAEt2iU99ShNCcnBdJeqTk/7Qks98FImSJ7ImM42WB9SfuIcWlbh+OXvAtsu9E9Csbgp7SCBVJAzD88oHur4wYFonVuDEs6aQsAnJ/bOGFjnnN3oISyHC+rWGWkAp/qGh9GbTyhxLJTl4txhQtWw4hhXBjG0yBOQA7LT2kLB7SSPtw1EE3ZaFKxImUmIbEA+RyUP6VaeUC3ep8uMF35ZjiRMlf70pykOwWD3pZ4FqbFjF1+nW6sh+3SHUEkbZsEYeyD2TlwO0TS19VMVLy7WNFND3012VXkrhFRKmonS0rSaK20O3MENzET/AEusZVKxJ/3EEHLb8gkeMV6K1gPLfqJfS2xsTGa2Jw2fhQZhucVPRKc61J/oBPmR94i7utSVpStnceu3OLHomkdcW1QW/wCoaxZr1zpmz8D94VrMGhoRIUZE5SDk7jkco72xVQoZiGl7WELTi+pPt8rCGdPIQo6iKNFdvXES6c7jHkm2YpRVmwLtwEZXGGkp5qPq0JLLbcaFpBw4kkHI5wyuW2jCJZotL55KckuDryzEKNdobadzgZBOZZZQURh8Y1tFowpUrYE+QiZsdzPZErAOKqgMs1FgPDSGt+WgJkkar7IHv6QZY5TSkgaAe0BV3PVWGXqSftK0Y115Hc/t/wBkksSwoCdLxAOOYIrn7wtVhkdxkgtiJHoHBi0vKxoUkksCBn+Y8tvK14lKSlWNANH++8ONP4l5qZHURtpFGpz94ZelreaFI1TmOGXLn4QbKtipoCWUgAYph4PQBt4VWSxDASVMsAEBvjDSGlvR1FhUVuFKSSWLdohgByiar5jbveE3YqTB7RFc1uCZall2UtSgzZFRI9I0kWZdqnAP2Us53Gw+awnsLrwSUMCSA/jn5Vj1G7LnRJlgJ0FDqS9SfGG+pt8tdgmfqrGd7fwxZapyZKa9lIFch3QYyuaaUyQqYkhcxRWqjZ90f2pwjwgS/J3Wz5chx21drbCmpGWtB4mC+kV6ply1KJq2FI3UdBo8LKwXMY9Bz3mV93yaypVFzQW/oRkpRpntuTGd3XWiWkJQKMwzc1BJ5/mBOjV0qUrrJjFay5PhQch+TFnZ7C1S2rNqc/28Ye6TShRuaUX6gIuFnWyWEpDks3pw/eBr2vEgYZAxKVscnFFHhV4CvG8lzZhkye83eoQnRiNSS7Q6uO4BKluCSsntE5qNanjDAstfJ6xY5JHqgtw3BgQpc5RmTS/ACuQSKB3fcwB0rlsiSkUJW+3dST7kRaqkpShgACQx/PnET0kmhS2d8IbShJc8qAQpah79ULc8CdoHMS4ePqfsI5HX+EUqrMNK6As8chqa4cEEo58ts0sXz+cY5dc3tKTuC/iOMYlVCHqDVvfOA5dumInIUlOMHMBgTpR+G+0VXDdzM9peJy23YJyXFJiR2FDfZzmNxA912tSwQsMtNFJ3bUbiDRPSvEUl2JB3GrEaGBbysjgTpTdYkZZBQ2/HGBdRTj1CM6LQ58to1sKGVsDyr8eGNrLn94RdHLy64OKMWIOYL5Hk0UE+ucCNYNhEa1KUODEt0zeptRlH/bn4lo4TB/uI8e8P7obXvY8SThGIjQZnhC29bFjQwDLSQuWrZae6eRyO7wzu28xPkpmZHUbHIiFlhP516iWWKc7hPPrldFoUkChdSU5GruniXfzj0Hoor+a5p2TRv+WFV92BCZsqelLYldXMpQpWCxyp2sNeJgm5poRaE5gFRH/UG92ygyyzztK5HsfqOZYx30MPgZbTZucTF5WZisANqOIMUEKL4VUFqAFJ94zvhVztqMdjFemGHGJDW+0LlElJ28WMNbmvRM1LHszB77wtvJiTzp+IRqmlKnBaNu49OT0myXTrfXjv7z0W025UwyUK7wWA4+p1ACnKHtvvNElBWtQSlPrwA1PCIS6L760OodpFDx4wtv8At0ybO7aipsgaBIbbc7xmdd4aHKlDheeIlPhu+wVtwBnP17TnSHpXMtXZQ8uUD4lnqr8QvsOFA7VVaDzf8vHWVId1JVV6AJJ8XGTR3s1wziScGeqiABm2dfCLqNEqjAHEaF6aF2JwIwszKmpwjUHPY+0df9T7UEWaWBnNWBywdv7AeMD9HyTPIOUtJJrnoPV/KEv+otsM62SZEtzgThb+pZr5APF9WDYB2HP0ijxJ/Tx8vrHn+m929kzzUqoKfSKHzi9tU5JQTmOO/DjAPR26RZ7OhGeFIG+Q3jK/LbgllWgBPHwDQvNr22k9jBa0zhfaI7ns4VOnTSKJ7IcZ6qY+UZ3VYDbbTjUP5UhTB6grep8MubxpaAoS5dmk0mTSATmxUcS18g5PkNYtbFdiLPKTLQGCW5lvF4d6KoYzOatypnWXZUoIGE4jw2hFeF4TpsxcqTRKT25hfsuAezv9vCOlvvBc6fgldquegahDvUZg8Q28Pbru0o7BPFT6+1YdWP5YwIoDAnLdZr0euNMhLAauou7vnXWHhIGW+ftAK1hJYGhzjgnljWkL9pY5nrOZ2vC0hKSo0AGvCIWfaesdR1JJdqeHJj4Qw6TXgqb/ACZZNC8055VCeZ2hMmzTCGyGVXByFId6PSgLucwW3V+WNqDJna0XshJABBYD5mI+woRc7uFoIKS2eYYEHPjHIZ/h9OOpMpGt1OOgj6XMxYiHCg2IVLctxr6QFarXhUkgspwctq6eGsMU2V6hgpm9cjAF4ozJFQO6cwfnvGUTULYu3uJKj0jmG3zYQpYUklKlpBxJ3GhGsBotykJwzhgfJf0H8eMM7L/NswBFZfH4dYw6kTJbEBiKg5c/3i17Bt2tL0B38RNa0Ks85NolAlLfzEgEOB9XFg+UW1htCZqErQQoKFDuImrJYTZg4eZZiC4qoyn1G8vhpGF1zTZZ4QlY/h57mWod0F+6D9s25GEGoOM7ef5+80dXrTHcSxmIS1WifsM0SbWMVJU5wRomZRjyOX93CLSRdqW3O7wD0n6OJn2aYlIZbYkEEhlJqMt4WpqwDtbvxKV1Ccqe/eLemdyrXZliW7EGgNRqCPECAejlmNslyJ2Q7KlF8inPxJGUPOjN9C12VKz3g6VjZQoaHeJ6xWZUi1T7OgMlxPloGqFBlhO2FQy4x3S6sg2UOdp9/sZZW7gFCcEd5bz7Q1E1PoOZgO8GVJUkEFQ7Q4kFz55eMIF3k4whVNmI4DZj+IXm8FY6kgAEmvD15w10Wir03K8k95yvRsCD7cxffC0ggjWElpDl473raDjUmpANKNQ1H4hdMtJcg5QbbeDlZrqSK0BzG9xTf5iiR2WilsNzScap86qUoGHQJqz8+PExIWNRFRkAH0zhj0stRTZpRctjAzoThdPA5QK6eYhBJHy6xXqybGPOMx9K6SWAd1Kg2TqmAcGcfiJ69OmWMFEt0yyCHc4j+OcS1nSuasITVSiAkaknQRUWboDOEvFOCZamcS1LSlRD1OyWzqawOFKnCk/Un94GKqKjnPX3M26HS6TV0zCRyDK+5iZ6NkT7yM5RYFZYmuYJbLZh4xUdaZN3TJgFSlRFKuoMKeMC9CLhwolqLUUArQ4sOvn7R1cLWx9+P0gmry93HQc/4E9FQSEjZuMTl9TQuYiVxxq4JSQR5lvWH9vm4JZOQGZ4RB2eeLTaDhf+erC+0mW7n+5+fa4QHpk3NgTtRwC0rOiVjou1LDGYT1Y2QD2SNsXe8RHL3vRc1SpMnvt2lHJH7nhlHa/r3EmWlCA6z2UjNsgCRrWjQX0ZuMS0YiGUqqjq5zr45xpqcLgCK9XYVBY9T0ml23WmSlmckB1a5n7wdPng0zOe+cbTSEa5V5+kI7fbFZAjSu+riDFp808RMbvLHMIm22pFD9t4Ctl6LAwS2KjV6UGpIfwb8QLPtacRYBzvmOJP24xmhxVIqe8WYnk+mXzM3ykrHScpFt5yekIsVkTLDpLnclyonNR4vG/WUoK77xjYXckln5R8nOD8zasQZiTzGi6VRAZ6+0XBfwj7GFptiAplEOw+ZxyLBcokvwsNu60ArL14B46XxLxpxgVGY3De8BXcntdk18ocqnMC4b35xkslOYnVjFdxWnBM/pVWtH0/EHWiTgnFIDpIxDUVhWhaRN6suEqcoJ0OZS+xzEPJC+sQ31S6eDfDBW/zUyI10rDOTGV3SXYbiFPSfoj1clfUpKpSjjXLS5VLmConyhq31IHeD8ocXXOHWAU7vwxRvSEbWNWxb6/KE2OykYkP0E6U9YkSZih1iAz/AKtvDbhxBinsF6CaFlPdSrCDuzOeVfSIPp90f6id/EyAWUCZqE7UxLHm9NX3gvoTfQxmUSCFgLSaMWYU5g+kC6rTBqzdT88fvLmrW1DYvX2ny1TDYbzxBhZ7UKpywrcAnmDXko7CBOll/BU1EyS4VZ1F5gbuq7KgBqA4L8IK/wBSHKZaAh6lYVxFMPiHeJm7ZqZstSeBSd6jM+B83i3SaZbwuos6gY+fbn9OI20lKsBY/XHH6cc/pGEie6ymYTWuIn9VHbwj7MsygSlddiCwUMgYXWIlSBiquWcBGR7Pu+fjFDc6kzGQsVSXD8C/uIa79vpWH2egbh0iPpZhQpKKAoAB44qnnVqwgCa7/KfiH97SesmTFK+pRDPShYHLb3hVbLvMhZlk0000ce8dHJ5l1RIUKYXclmCytI2T75mvhBPTBOGzJR/6iaZ5A1jp0YVWaTSiRwLv7Zxn0nteNUtArXFzoQ/rFwXiLrWy+Ips8jDhYsc+IhtbLataUIUpRNEpxF2BOQJ4OY6IlISlJJr6OKZ+MbSRinMaCX4dpTEjwEQdNi7p3zOcR5eNjC5MpByxpBS1SB2iHfKjPxEbXesIlz00dK0L5Cmldj6xlbkvPkE1BQtuJOEDTYmsC31ahZgVVImJwKIqXD4D5lvEQusBzt+EV2n1fP8A3C+mF9vLEpJYzAQTskCp+3nGXQ+68MtU+YkIBSMFGVgAOEcX+8JLBLVap8vQljMGbI2HCh5uYo77n9bMTIllkoLE1bL/AOo/9xG0dqI0oCnr1b5CdxgY+s6XTZps2aZ0xLihRwAep8B7nWLeXakCXQ1OzHXyiSVeIlMlIJJ7IA4Bg+wqA/GOfx0wINQg5UrnnUwz8Od7/wC4RjMUaqwWde0bWy9ElLqBxbPXd2AeAbRPxsD2R6sDuMvCAEJSVUqqrk7ac4361KazFhAGRJw7b8duMaQAKOINXRnlprKswT3QniTx4kPB9lsYzNT83hNMv/8A8lC5tc6JHma+LRsJ0+YC6koBGSUufNT+wgSy5V6mHKyLxmFXrbpcgdshL90EsSRUN7QNd9jm2kOoGUijfqP4HrH2x3KjFiU8xe6i5G+eXIRT2Nkhiajb5SEmq11pO1Bj4zragjhRFsjo5KQGwPzD+rxyDJ96JBZx5iPkIy7k8kyjDHmSF1pOKvysMjNqwq1IQXbeAJYU5a8YLRPJXhSFPm5yz9Ib6rG3iLNOeeZ16QXc6esSci43BFQ2kE3VemIJmAELDJXo/o3HXON7VKJlqqGIL/kRIWS3dTP/AKSGIOor/mB9K7I3wjBiMgS9nzMLLQQQKgbj6k8x94qbttgWhKhqAaxF3TbEEKlqyORcZmmW37iG1z2woJlLNR3eVPODnpVvVjrD1Iurx3E50ttYTMGIOkylAAVetR7R5BYBNkzEysbVUZK3yz7L5cI9b6a2fHIxDNFeY1+x8I8zXbccspUgu5r4s/kYiK9nbrLK3CARzI6RG1AS5qiicMk0Yls07gVcGsJRO6uckkYBMcFObKevkfeOWGUi0ISmd2V6TElilf6qaE6aHnGVsWsKMucAZmpGUwaTAM8Q15cIkVXHoGAOo/18I3pdsAfQ/wCD/OY1UMNoI0mB/wC5OfoB5GGFzzz1qc3yPiCN94Q9cpctM1wVSi5I1bPzSYYqtyUrSpPdIChtv+IHUerLRsy7lx8JvbQRiD5FXCmlOfvGXS2U/b1wpOX9PKG15NiJ0IBDDJxCTpLMxyJKQe8O0+yAcZiJbL4EFd/SGi2yWzqZAUaqU+FOZJ48hGtrsxARNUp+sSaN3SC2HlygKyyetUSDhUkAoGQwpoRu9H8TD2dIKrGkliULHkpwfWDkHMCyc5MFRNATiUykgP4ttkDxgy7JJOH6nGJR3JJc8iYU2l8A/S4YZ5qr7iLK4rtoSrUcwPxHbl3Mqwe5tgJgV6pUqWmgKg2FT1TvtT1iTnidNSmYtQ6tKmCiWSQHJUltGBZ9Wj0G/wBOIIkoDKmd5X6EJqT45ePCBulPR8Ks0vqxSTUpAzRQFPkH5xI11ggwLziwAMnej94GzgrSkYlpHZP0v3E8hlTYw3ss7COycS1d41IFS/HPxhJa7SkFJGylCr7BL+pjOzXgqWgDOlM3J5bxC7QpcfV8Cf3wZRc7KNoPWUNlSpKVdp1F3OTndtIT26+HUADjIySnfIuagVbfKO1ns82eO2ooQX7I+p69os+VKU5w5sd0oQ1Gb7wd+IWkYQf6EXgAcLF9ilTFUJ6sZEILqruTXyhj/wAFlgggPxUST5ufKDTLA2c7CO3X4dBAVuqZ/wAxlq1k9Z8EuoYBtSC+WsFGYEhveFk22HenysZqtQyJzhe2o5wIQKsQ9VtAdlMeBgGde2Yqf3gefaBTh884DVbydPn7REOW6y1FAhKryY5eccgMrxVIB0+VjkEjTqeZPcYnRejMcGE0rVvsR7RQSL2DBXg415x3sU2RNTTC5zTR4TWzq0qZKSlSSSzUccMiDwibICw3TNitgMrG828lrGBLCp8Q+kI7xsR2HLan5hVd999opmAIIo9fDP5WHVovFKzh3YfNy8ENpQw3IZDzWU4eG9HryBGE/SGKWzD0NRp8aKS12hXV4wHVKqkjVLh0nf8AaPPrQpUlbgUVQg7ajxivuicJiMKT2VJKdmxAh3z2i9MNXg9o10Vn90RsOkQmoSoMASxfQ5M28IxKlIUSJYFX4DSgj5aJbMtADkDGMwpvvxjrMnAgMDXLTVszQRA3LUD5nabGmisHaw5iu9LAHMyWlv1IFAoHPkdaRxSRPkpSpTqSMSJgYFhT/qTkRlkdYYlwACwB+Zn8CFKECWrGCRLUXL5pOQWAMgciNoV/iVss/ty96VHKjjuJjd08pWUr7JDBWxH6htnWDpNhAQoozBUAxywk08i8DXnKBaYC2HsqYuwOtNA/kTwh1cssJlv3gtieYB38ou1S7VGOkmLCo2+33EJl1ky1AOUdg00GXzjCxFmTMSrGSEpXhcVISrtqI3YgUpBFjtacRRkFs2feGXm0d7Fa/wCWrEGwzQFDJnDV8x8MLks5zKLVIBH85iU2BSXmS6qlgrct3QQK+bEDeKGyyTMkrSkgiYglIfI5jkyhCfpJMEqYqVoQnU1GYrlnTgwjDoteWGYUu4qQDp+offzhpWwbDCB3PleItn2tgkj9aGHBx9vaPT7rm4ZBUSwemlPjx5df6EoWpH6F+hLt5ERXdIL5VKsKZaX6xfZHDsuTnmBFt1i7x8oFajOB8Y5ueb1hXOI7xIS+iEHsj3U/Ew3MvsOrMhlDnnHnfQ3pipBTKm91IIdqhtx8zi6nW4d5JLEAgaUpyyiL2KOe8FWmzI44nmFvspkWxcggqGFOH/ldRFHpmBTaKC5LpA7a2KtH0rzjXpOhJnJnMQXCSRkwD+/3gZF4DNiXq9aRTZq+fhPXUsfTmUKpgGXhrHRdq1yzhBNvYNVTRyyFU2kpClE65D1gd78jPaQFASO1Wir/ADxjBc06n1jojoxa1ntYZfi59PzDSR0MX9U0E8Ege5MBvemOv7zpJH5RFTUcv5x0bb5xrDmb0SYd5RblCy33DMSDhWGr9NeGufhA6XVM2C2PnkTwFpHSCTJ4G3DL2gKdaAD/AM2nrzMby7Iy8MwrfPCQEuw0IGw0J4x8tM+UCewC1WJJenGhh7ToywBBgrakpwRBv+IJD/n945A1oviSgt1SMgf9ts+QjkHDSNjr9pR+OHtMrnsCEpxqz3Ci/mmsMGQpbushmJJbxDwmsFpSEEpdKeLVygQ3wtdAB4wpZHZjuMEFgxxGd8WaSpncq+ooGhOWWcKZkrqWUgqMt6EggpPHRoaC0rCCVoADUY+rfMoBvW80ql4RWgdxtpFqM1Z4nsB+s0tFsxsVHEM+XFjDPoleOCbhfssGJ8z84RLWeb2cwNq18oMkIm0MpCnSR2jQM+b/AGi24kjcvEu0aMLBgZnokjspqQM21NfaFVtnolnEA6Toa4XqTyMLZv8AFTBiXMSgU7oryJrtwhfPsCS4WtSzrU/cwmLNY3rfPwE32xmGcc/T/wBjCdfUtWS0im7fePs295WHDiS3v5QHYLIhAokE8g+dDyPoYLtdtlYgEJBJ+kAe/uYK04WpiVhFLMV9WP5+sAuy9ZcqZ1b4pSwQ4dTbBvMQ3sksBJSMQGJw9SKUrlkAIXSEgKK+zi0w5APkP+7WGFnlkmtGbhXP54Ry+0vwOk5VQVyzH5fATraUqxBwognRzhPPSp9IaylYpczGDjUhpoqcSU92YB+pOuuu0cmXjLT2SMUwVSzMH0O3I1YwovrpEtABRgTMSXS3aajNkGer6ROnTlhmJNRqHLYxxGNvsf8AFWcpH+7IyYg40EOG3p6xLWBZlT0qVoQ54UHtGtx35M/iFLBPaPd0yc00GdIOv6yhxMQD1cz/ANqtRwjzE1NsMv06rYMwLpYQmeSlqhCudGfb6YYdLpxM9KR9CBXd6wsvCelSZCdQjteCv8+cHX8sKtk0uCHSx/sTEWYnBl9NY3gTW57hmTxjwtpjJDH4NvSKex3V1SAlSyoCoGKg5HMiBrtvIiUJYFACdtdYzWpSlOSQ+0NdLpEddzcwjy2JIOABDLQtBQQwAS+R3zhbZrGhVQAQ2RH3EGSrK4avwamNRYGD+sX26FW6ThrqxgxX/Bykqfq2I17xfPUOIZ3ffwlmoy2r8pGU6UQmg/f8won3ctipn2OfCrQnv8MZTkc/eXLRU67egl5YOk6V1oYcyLxSrJo8pky1oLMRu2Q2MUd3pJZl9ob6jdwYBai5DtxmLNT4ci8rLxK0naOs+UkgUES8u2zEVLj5w+8Fyb5dnp4xWrheHXEWHSsOQZ9va5ULBdOY033B0IiPt91AEIWxJfAps9cJ2VTxaPQEW0KzIhBfdiQt8VUH0IYghtQajYwVptQdO2VOV7iD3U+au1uvYyEnWMpLFIVxJYxyMLfNVImKRMJd3B/UDkaDz4gxyNojq6hgeDMy6FWIIiub1Qo2I7Jyd8jo44QMm6p2YGAeJPqIqZNzollDgOBp7x3vu2y0yygDEtnZ3bidhzgl0rtf1DMoX0iRtutE1HYJeru7vyjspU0pSFAYXdiW41/zA8uYuYtpYMxWVMhDS1XPPSgGfhCKb0OQoAHrSF2q0tZJ8oc/aFUWKpHmTtdiZYJIwpfUgE8cJ0T4e1WE6YMJwTlKYd1xtlsIQLn5AAjQuGI3DHI8Iqbg6JKtEoTJk0BBBwJTVRagfxGVYzeoJTl24mu0vlkAqIALySlIYl+NXPEwF/GurTf9o6XjZVIWUKzHDMcj6xlIs2MpbPb5lFa1oBu94ze+1m2jtGxnmgSQ+5LAJOZJ0b3EZokKcgOkDUiqmpUZgbCBrYWThSaHMl+1y4DTzhnIlY2mH6kpqTkQmr+Izis+leITvG/nrCrBYmSysuNPvlA9othIMuTnkV6Btq1pqfWNpi1zUBEtKhLBqrVZObf0+/KCZNzJAqCAxO/mRTwjlSjOW6+0Hu1JxhZMSipJJJ7W5qK686esfJVmxrq5J134/wCYaXge8lKXJpWgDDT7xSdGujwCEKWGYU4iDrtWtFe9v+xYwC/mmdwdFcKVTVByoUS2VNNzTPgIMtVkSxSqgWa8CAGPPQw/VaAzNlTekSt8XgkJ7Q7LZEs5Zs9Hb0hBRqLNTad3U9P9QnTW4BJ6RDb7rCkIB7MwTDLcbntJ8MoWTLKpC1IWwWlxmc2qx1h8m0CZgS5fGl+OA0L7sWfhH2/7KZlqmqrhK6eQGfhDpLGoOxxLLKU1JDoef51iORbpkojCpRYDMv7iGkrpTN/Qggb+2dIxtdgMpl1UndsidG8YJl3QJqcTlOmInPXkYf6a2lkDZih9RfS5rJOIzsnS4t2pTbssfcQcjpSghjLVXin8wkRdfV0U5H6k1T56QVYbCkqdnPhpDALU3SeOovxuDZ+kopdulqTUKTzSftGqRKyKkjnr5wHLILeDD4YNm2dKk/aO+UhwJ7+oXKDN03WkvkX4wObqAU4px1gFVmbX3Hs0EWebOTTFTR6+9fWOWaJSOv1kq/FmPBEZSiRQ+Ij4bAhehTxTSM03l+tPin8E+0b2S3omd1QfbXyNYAu0YYepciFDUox4ODB5lkWjulw29YwGLV1cNfKHK6/mBZ8rXXcQps8JqPKHEt4brExKT3kpUcnIjkGKFe0QTxAPvH2B/wCn2jgNOGgewkNfl7YE1OFJfJiuYf6Q2Wj5UhbYrmm2ntTP5UmnYBqrR1KzeGdzXSq0TTOnEk7nTgBkAOFIeXlPRZ0P8Ow4xphcTxMAeOkCs8mTZhhCQNABmeUb2m14U411J7qf3PvGF0XaVLM2ZVdaH6RtCzpFIWpSqs2hOj/iCVClwp6d5FVY9Op6Qe4LuRNtWOekqlYlKUwYO7hJ3Tod4rLTfSJKyEYQkl8LB21IGQifsywmXhHjx+CNrTZ0zMBwOpIqobbRjfFFQ3+n8s+n6Xw/8NQpY5JHPtPl9IFpKVJolyAMif6mGQ0qYn5tkVKWqpSMqVoci/mCYczsKVrISzUCXPi/4hTap7UNRUGuT584HpBUbe3tOMVY7h27wG0zSDhpmw9orbqu3rJVnJPZwV/tcVHNXoYiFzcWeYeLDopeRFCxSAEjgAMOb7+8EWJwIIbSzHErBJHIBm+eEIb2vMOQB85wZet5FCaa0ZuB94UWS7DMWAaP3tWFfnnFaYALdpUcINzwvo3dZmr6xTYOOZ+esU820JDAafHjpZbNhlgDk3ACArdIoFAscoT6ktY5LfpFZu8xsmEz5oyDur0Gr7ROdJLKTLzoFJUrlWtcsxDFE8AOTnQ/PvHeXagUkkOmrUd6ZZxPRHyLVsx0IMaeUfJK56iS1qWJbIIGRNHBqfeB5U8HspJBc6kDlnpDa8pASrqpgLgOlXAig+3hGF33MVTBhFHrX8/M4+p20Jb6178iZ2m/auG4m9n6PLwFVC4BL58oMu21MGNQzOBkQ1Yf2OxsGWcTvQV/ztGKblUpXYTXZtMnhHdpGcZEvOpCHnpOIQlQ7OTV2VSsAS7Ak1lrKTsajyenykUQ6JzEpPackd0nLhxzhFarpVLUa5gOWYFqcxAdQuqOc8S8Wo49HWBzrbMR3zTJwRy0y/cRqm2rwu/Z01+8byLVmDR99vPKNE2FCh2Th5VBz0jQUapcDMCYZOH4mf8AxFWqQ+z7QRZr0BFaQIbGpP0uK933bPjAvL1DVGlYOD12CU+S6+pDmNv4/PPDGC5aVNUZUOTGAjaiBV9oGn2tT1GXL3ia1c+nidNm0YYZlHZryWgB1lYFK1I8Xc+MGSb5RMp3VF6HXl81iUl3lox8RTzjSelxUUzBfX5rFN2lUj1Dn3Eu0+rZW9B49j/OJWGWDWORO2a2TAmhB/5s/eOQrOlOeojka4Y6H+frGVkkJlSxow1pEyZ38TaFK/8A5yz2dioZniwjbpdeipeGWM1jPZyAfeA7LdKQlCQkEkOXUoOctNIpVdp3mYzOeJSJnJSM0h+WlIQ3ogTXZQUzUHmctGzjWRZnVWXLxPQgq4eOmmwj4ma04IYJBoQngKgE8IKocB+ZE5GCJ0s8osxTk9WzGnNsuLRsu1iWEgCjHnmSeHzhFBIuopQkqIwKqABXMjI0GUTV/LCeyAO05fLIxnPFXrF3lpyZ9F02pbV1A2dBFs+zpWSXIVVjklQFalifTSEi1Kx4SGcq0pv9oaomDUONKChbP7QJbZIbEzDNn4ekCLxKu/BieUQ58w0MbktmAJ8IXAVBjWzIYBuXzygxV3AiChsMD85U2q0dYr6aAFtzoBvD6xAS05uo1PlkOUT/AESspnFayaSywHHfLYtFDMk8d9IXXek7B2/eC6qzzDgdJvZbYcgoZj9xHLeosQ+Y0fWFoSATQPn8EGSl4knh+WgC5OcynT15YCApsuJwHAb0j4u71YSlLpJGejjI+cOZNnDvwY+0G2aUDNA4j00jiEs4UR3n0kmdb2uETUoSp8W4YafmEkq6pklyQpaRqln8eHLhFvbFgKFKj7wMFg0bP8xuKdW1YA6j2ihdCtqZPB94slXjLThZAJz7RfOsG2e/Dj7qQ/PyhdePR8ElcshKmqDVJrtoeUT0yauVMCVkHEWDGnDMQ2pau5fSefaKNTpmpb1dPeegLvk1cgMHLDSBpy0zKqq4oTx22ian9IcFMPx44rpOB9Knbg2bbxxtI5HScSytTiPJthAzIA2LbV1jRNllKGWn+IkpvSpUwUDcda56xjI6UzTmEtlkc984o/pNoBI/eXnxGo9ZWqsKdDlShbxMZpu12xBJzpnSEcjpCorwlIJORc+ObwxRb1kjL9tKtERpLEPXE5+IrYcTrOuRJPZBHJvY/aMf/DiswEngzH1pDixypkwv2RT9R/EO5dyzTqgDmfxEnuZeMyddi/8AZEzbqANRh+/o0dDIAFByEWdquC0q7hkgccX/AGwP/wCD5ywy+pTxQVP5FLRNdQcepp4305xt+kj0pBj7FMv/AE6nElpstuIVHIl5yf8A1CPOqn//2Q=="/>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sv-SE"/>
          </a:p>
        </p:txBody>
      </p:sp>
      <p:sp>
        <p:nvSpPr>
          <p:cNvPr id="70658" name="AutoShape 2" descr="data:image/jpeg;base64,/9j/4AAQSkZJRgABAQAAAQABAAD/2wBDAAkGBwgHBgkIBwgKCgkLDRYPDQwMDRsUFRAWIB0iIiAdHx8kKDQsJCYxJx8fLT0tMTU3Ojo6Iys/RD84QzQ5Ojf/2wBDAQoKCg0MDRoPDxo3JR8lNzc3Nzc3Nzc3Nzc3Nzc3Nzc3Nzc3Nzc3Nzc3Nzc3Nzc3Nzc3Nzc3Nzc3Nzc3Nzc3Nzf/wAARCADCAQMDASIAAhEBAxEB/8QAHAAAAgIDAQEAAAAAAAAAAAAAAwQCBQABBgcI/8QAQBAAAgEDAgQDBQQJAgUFAAAAAQIDAAQREiEFMUFREyJhBjJxgZEUQlKhByNicoKxwdHhFTMkQ1OS8BY0RJOi/8QAGQEAAwEBAQAAAAAAAAAAAAAAAAECAwQF/8QAJREAAgICAgMAAgIDAAAAAAAAAAECEQMhEjETQVEUQgQiUmFx/9oADAMBAAIRAxEAPwDxdpnbrUSWPM1LTWYqDUhWVLFaNAyJqJqRqNMlmGtDnW6wcxTJOv8AY/2a/wBbEkjTeHHGQGAG5rof/SvD1nMD+IXH7fP4UD9GV4kMNzGSNWpWwT7wrsJ3glfxGj8wG2/KuTLKXLTOvHjTjdHPN7E8LaEgi5jm/f2xjnVdP7CwhVMFzLjPm1AbCutScF1kTfHMGn1ulC4wuBywKz5z+l+OPw4m39ibRtmuJiwxkbCrCD2MtLSZv94yI3lbV+Yq/FwftKTALlDlRjanHuzIxkd1Bx02FJzk/YcIrpFfBw91Ro2dip79qbNjC+gNGo09QN6w3cYIAcb9t6Kl1CDk7/Opos2lnFHuI9x2rUngnIKruNgetFn4lbaQNKr33qqmuRJIWPlA5elOqAWv7HWdHNSd/SkpeB2twS7Lg47Z3q1+0p5Niew71NFLjJ2zyA6UtroVJnMNw9bZigt1bG2V/tVZd2LMcoWB7EV2jqok1Y3IwfWlZ4EkXGjIpqbQvGmcJcWd0gP6osP2d6qZ2YEqwIPY7V6OLEgkIx26EZFL3HBhcqRLbxuAMlugHetY5vpEsPw82ahMxFdvL7I28p1xXRUYzpiGrPwJoSexqOgYJdnPQlVP8q18sTLxT+HHLIaMktdQfYeYt5HkUHlq0nFFT2CuGz/xQGP2M0/LD6Hhn8OWE29HilBro19htyDfPq9Itv50aL2FYbtfN8ov80eaH0fgyfDnFYGpbZrqo/YmNT5ryQ/BAKcT2SsYx5vFkP7T4/lS88Br+PkZxYxWV2h9mLIHHhf/ALNZS/IiP8aZ5fWjUq0a0MQZqBqbc6gapARNardZTJNVrrUqj1pksu+DXUtrKskLaW/nXXwceZ4wsi4PU5ribAHbAq7hRiB5TWcoxfZpCco9HSw8SXPvYHxpleLDA86BR3rnorSeTCpE7E8gBzqUfsrxTiUpjRPBUc3fpWDhFezdTk+kXTcbgjLE7nO3nrdhxVuIPiFXkK/dVcimuEfo74dZhZL3XeTDn4h8mf3f711VtYRwRhLeFVQclVcAVk5L0axhLuWigSC4SHXLiMdMDJogtdUYKMTkZ3JzV1P4axhXZQA2cHkaQa7iuZHEaqoBIyowCPSpdj1YgLGSaPWsjgEnGOorScNkLFzI5zyG2B+VXKyHSETAGByFTyxBGdjSKSRXXEMssaJgRhRsyjesjtpwNnOwqwGo8ydsDeoS5XfrSstRQh4EjH/dwR6UzHZs+BryfQVJV1qoK4OfeJ5D0p2BZQpJJPTfpRVkuSXoT+yRx4xlmPP0qbWgwVYll5lOSj0xyozoSdWrSVOc1glbOHkiA7sMU0PkvYJLdY1XSoUL0H8qWnV2byAjejG5lcsqmPynAIPP1pS9urywCSzQ5hP3mG39KA8iCRpcA+7k86k/2kAqEAz8c01HxS2ZQwOnI5aT/OpLxO1fJMi5zyIxVUvoubKpmlj2KEfKpB3I2I+lXYkguYwUZG9M0jcxw2p1PKACdgFNDiCm/Yqocjc7VMLv3NSW6tDsZgCe+2a2FVsmFw46gGpplqaI6F6msrdZSplWeFisNZUgpY4UEnsK7zygTCoGrOLhsjDVMdC9utMR29tDyXUe5pPIkUospo7eWU+SNj8qai4VO/vEKKtPGxsoxWw7nlUPK/Q+CLj2e9hIruBbq/lkETe4qbavUmrOL2Q4erNItthASAGyxI710fAuJ2h4Vb5fACBWAGcGrCXiNohAt2YjGSWXG/wrJym/ZtGEa0jnrL2VtFfW6sqdEGxNWv8ApVnaRl44VQ8hk759M1YTcVtmGYrUFyNyBjHwqtubx3UeJBhQcgDfepd/S0v9DNnCJMmVQWx7wXera1VETynaudgv1VcNt0A2G/SmV4g5Qqqg5GD5/wCgqUh3R0HjwIhZ2JA/CCfzoEvFYWhIiUg8uVUE3EZcaWcDYbYOCKRueIFnZjMQSOQAx9Kr/gr+lrcXXjA55E/ShQwqpGGxjliqNuJaADJKuc7DIFGsOKJcI5D50vg/WlTL5IulHhqfDO/QZqX2o4w3lPak45gwyG2qTuGIxikF10OpOO9FD5xyNVQwW2JzRoy2SA2+OppUNTLizhWVtyPrT8kPhBlJxjnt17VTxSnbff0qwiYtGNRyDvv0q1VES2ClXXgKo1dyKXmt4wj5I1jBw29W9pFG8oUsNXRTsD86jxC1VYHkO407rjtt/Wnw1ZPLdHOhJTMFjTkd8UaZ1eJoLxS2VIwTU7QCykDlmeIgkk7lR/Wkrt5b2+EmkrCnuDriooZVwCS1uTagao+aZO4HarFvDDDWpx1BG9TurXxIsgYYe63UVC3EksOmYedeR70gIiDVnS+GJ2AoE3jA4kJYDbc06UBGG8rdK0dQGJACOpoHbFoSGGlts8sjahNFJFL4kJ0ONvQ06EjYZB51BlIO+4pis0OJygAPFlhzIOAaylmljDEYO1ZTsLPJ7W1kupRHEuT1PargQQ8PXC4aXqxo/D1HDuFiXH62YZ+XSq92aRyz9a6JOzmSoySV5DuTUQp61IDsKIF71mURVRRkFaAqa0gGrW4lt2zE5GeY6GrSPjD7awflVMpoq0rKUmui9TjpUYGsbdF5mhScZn8MrGpZjzJFVi5oqg0WO2aa4vZRjyr605Fd3aAfrlztny0BV9aIE9aLALJc3s7DxbrCZ5KgyBQTamWQNLNIV/CDjPxNEVfWiovrSsAkNvboNoU+YyabRI9OnQAD2GKXjX1phF9aLHQRIG/5czL8RmpJaXZ5Sxsc8zkVtNqahcimqHsGtvfICWRHPTTJ/fFaV5kYGWB07nOoflT8ZeQ6UGSadgsQzanOrH0odArN2CrIgbTnIyKsgvlwNqiihRhRgU1b27SuQcLpGog9qSTY2yUUblRI5ymPLg8qzil2GslVh5ycE96Hc3iqxQMFXmWXvVPd3Rlk5+VTsO1W3SoSV7MmlWOIhgTvsKSmuMABVwfWjS4MTytuFGQKXABjSVty/KsygeuaYgFiq9Nqt7C01wO2QSg1HPMik1jLMOXyp6RxYyRI5y0yEac9MU0DVApYEY74ockGIj2oj+aTA5Ua+kWPh6hVw2CSaVAc6ZNMhVRsaN4h21YBpeFDO5ftTc0StGpkO45EdKKEZ4IO/esqKeLpGnSw6E1lFAcLxWPFnaOn+2yAj6VU4ya6D2cC8Z4F9jkI8aE6UP8AKqW6t5bWZoplKsp61q9aMe9gxtUhURvU1GOdSBsAmiKvetDJqQWkxklxRUJoYFTXNIYdc0VR60FM96Mo9aBhFA70QYoagUQaaQExiiLioDFEXFABEphPjQUC0wiigYVKctEaVgqgk0C0tzcSiNfiT2FdFaQJEgSNcevU0FJWZbWoQAdepp5E5KoFEghzz2FFaeC3wxIkbnj/ADVKPtg3WkMxx29n+smIby8j39KRvOLvIT4aJHsQMDfFV93ePO2Tj+gqjvOKIpdIWDadmboDTcvSFxrbHLi7zIV1bgb0u9yoGc9cVzcN+bmeRUljQlvfkbGaO/EYoI2W2imuZgdnK4X5ZqKL5qi64heLb2WliS8hwiDct8qFY3kUio8jAKpwB3I/pXMOOIXT6riSNNXMruwHYVjCz4XE1xMRjqZDnV6YqlGzPmduLsNJpjOWP5fSjEiWSKWXBKDAyetc3wPiltxG0W4hBjDZBUnABFXoSTQCGQj0pNNaLTsYWfDBxjbvQ+IyM9oFyScYNCLafLzNF8CaaEBVJZmoBi0CiNI0jG4G59alMmoOKsPsH2dfMSGx25mhtb6RvRQhKNSEAH8qym/DrKBnj3stxA2XE1UnCS+U/HpXolzY2fGYQtyNMoHlkXn/AJryVcowZdiDkGvReAcQ+1WUcoO+MOOxrfJH2c+N+it4n7O3vDgZAnjwf9WMZx8R0qqUd69It7xhjB+R60ve8O4Zfkma3EUp++nlP5Viacfhwa1MCuhufZK5QFrWZJV6BtjVVPwu+ts+NaygD7wXUPqKQqYuCK2Ca0oA2qYpAbXNFQetQFTFAwy0VQKApxRVYUAGUCioooKkUaNh3oAbhg1UyLRgM5oEDgY3po3BxQBYcDj0vIx57AHtXSJGscWvIOee/LlVBw/MduCDu25rdzcaFOG/xTTNeOixu70R6lVs774qukvA2SzADqa5fi/tAlq+hgWB7VUS8cmvCY7WN5W5kKNl+NOmxc4xOl4nxdRGyRPoU7agd8Vy8t3LdzfZ7bZfTko7mtrw66uDrvZdK89Cbn5npTKTWlomiPSAOenf6miqIcrD28McMSxqBt1I3J70R2CgliAo5knlVLd8bVciJRnoTvVFe3090f1srMOgJ2+lUo2Q5UXnEfaGC2ytqBPJ3+6Pn1rlrq6ueITh7mQueg6D4CoMCxo8KrGpcjlW8Ul0ZSd9na/ozYGS9tiRhND49TkH+Qrv5YIQFOgAH8BwTXinstxKbhvHredD5ZXEcoPVWP8ATnXtsMLxy+Y5yKyzRcZbNsMlKJC3sG1rJhgoO2TmrhVWOKNSc5yWGOnSogqSuAcAYHc1rfGTms+jSrNTtuPT8qSuHCjJIrdzcAEgb4qtnkaWQBTgdzSuy+NB/EboKyjnidhFiMxsSoAJAO+1ZRRFng8kTIcMMVaezPEvsV54UhxFKcfA0/xOxQKSBXNTp4bnHSuhPkqOZpxZ6nEyuAVIB/KjiRl2PL13Fcn7NcZ8eMQTN+uQY3+8K6aOXI5/XcVm1RqnY3FcNHvG7J+6dvpTUfEZRzEUnxGDVdsd8Y9RWiueTA1JVlm8thcf+74dG2eugN/n86Un4PwKf/bV4G/ZLD8jmlsuncVIXMg21fUUUAN/Zm0J/U359MgH+1Bb2XmAzHdRt8UI/vTJuA3vIjfKteOo5K6/uuRU8Q0JH2cvV5NC38ZH9K1/oV8v/LQ/CQU/9qPSWZf4s1hvXHKeX5gUUGhD/SrxecQ/7x/epjh9yvNFH8Yph79+tw//AGigveux3mfH7gophoktrOBvoH8VbMbD3nX86WN4+CPGb0wooElyx5ySH5gUUGi+PEVRdKq2B8Kr7u/V9WqXRn9reqiWVW56j8WNLyOo30L86FEpzbN3UfDJHLymSVvVzj8qjFdQ2iMljbeGhOfKvP5nNLtM3TA+AoMjk8yTVGdk57y4cnOB+8c0hM7P78hP8qlIT8KWc1SRLYOTHSgO3aiOTUYrea4kEcMbyOeSopJ/KtEQwI3amVjMgVFUknkAMkmup4H7BXc7JLxOQW0Z38Mbuf7V3vCeBcN4WB9ktvP1kfdjVxzwg77YpYJz10jz7gXsLxC+kSS5zZw88sPOfgOnzr1i3h8NFDOXYAAu3M+tYATy+lY8gjGXPyrDJmlkds6MWGOJUg4x059TQJ58goh3paS8Z/LEMDlmgBliyXbLHpWZqnRqVWYHkF6nvUXWOJPEkOAo61MyqwyRq9ByFc/x+6kdCgbA7ClRMmK3fHYxcSBckA86yqAtGh0nGRzrKqkZ2wV9dBgRVDcJrYnFMhjIcmiCMGrTozeyrjaS3lWSMkMpyDXbcF4oLy3BJw42YdjXNPbBhyqFuZbGcSxfxL3FW2pISuJ38c22QfpRhKDzAPwqms7pZ41dDzHKnUkz71Z0aWPBh0Yj51hJ64PxpYOcbN9a3rbt9DQOwrY6p9DUCF/aFQMmO4rRl9aANlV/EfpUGVfx/lWGU9xUGk9FpARZR+P8qEyj8dSaT0FDaT0FAEGUfjoTBfxE1JpPShNL8KAIsF9TQZAOimiNLnrS8r7c6BMG56YFAkOOuK2W55paWTA54piIysPU1C1t5765S2tIjJK5wFX/AM2pnhXC73jV0ILGIufvOdlQdya9H4Dwa29n4GihYTXMgxNPjH8I7ChyUQUXIp+DexFnlG4g7TOB5kVsJnttvXaWPC7fh8SpZ20cKHkEXGf61Lh6pGjuJfCkUeRdOdXf4UWe7EcbOCNYwSTzrK2+zZJLpEgEVgrsEJ6kbfWpSFIzpcnIquv72I3GhCSrLkA8xSP25mieB2JdRlCeooKbLS4vFUYQ4HpSNxeqPebGaqZLxjFnl3xSrzD3nOpqdEtllJxHfES5x1NQEpY6pGJPbkKqnuwpOelI3HG4ocgyAt+FdzTSFdHSy3wVNPIDoK5/id8uk7/Oq433ELxSLSzmcdWKmqq4s+LTsc21wT6RmtoYXJmc8yiiTzjUf71lV7cK4nqP/CXX/wBbVla/jr/JHP5n8G4lwKOoqCjYVPNc7NgigVjIrVEGprUjCWha3bK7qea1d28yygaWBP4W51RqSOVEWQj40W0NHQLjrkfGpYPTf4Gqu24hIuFc6h60/HcxvvjHwp3YBSWHf6VAsfQ1MOrDyMfrmtEnsD8qYwRI6qKGxH4aK2OoH1obAdAfkRQAF2Hagsw7GjPgc9VBcqPxUACY+lCZvSitg8gxoLkDmp+tIRrJzyoE7YHSihx+ECkby4IJCjf0FNITBu/PnQra3n4jeRWlomuaVtKj+vwoBju5VLpDKyjqFr0T9GnB4IJDxIN+ukgCsjDJjOd+ffFXVIS/s6OgteEnhHB4LCxwrkfrZAN2PU1q5vbCwhQFy0mPdG5q6e4LODqGkZO65J9K8q+0lrucsfekY5+ZrCtm10jp4uKyXN4zINMSjAX1p5JdXvnORvmuXsrlIxpB8wBOB8aaN+A+NQooaZaytpkDk8gVPr/4Kq7q7yysh06GHl6g/wBqBxDiYKAKwz19aqhdKkmXbUxGNI5mhIbaLWa5GpjyUpy7b7Ul9pkuZvBs0aWT9nkPiaZseBXvFGDTareE8xjzEV2PB+BwcOh0QKPpufjT0iaZQ8L9m5XIe/8A1hP3AcKP710VvwmCFMR28SfuqKdCujdMURXYDfFK7HQt9mMaFUUUpIksUeHyAPvAZqzaUUPxc5GM0gKoJqGRc7VlTktwZGIUYz2rKQHkplx1qayZpCdyHo9q2eddLRzJjq5ogOK0mMVp2ArMoKDWtWKAZgOtDa4XvRTCxzxcUa3mOrYkGqdrkZ501ZT5alKNKxqWzoYizjJwaY8wHM/Wg8MHitj0qyNu6+6MjsaIu0UxIuw6/UUJpD+z+Yp14h95CtLvCDyNUAq0jDkq/JqC8pPNAf4qNLbnNKSxEUCNSTsBjSMdtVKST4/6YrJUO9JTKRToVlhwyN+I3y2yShMglmC8gO1eg2PDraK3SOONRpG+QCc+przLgl+vD+KRTMfIfK59DXqFtMFdWY7NUyReOmFfhsEwKtGvLoKlw2yThJdkbZz7uOVMIQ8mx36EUfwxOpBAx1qDWiru7rSNiDgnymuV9obBIbc3cKpHkjIXrmuj4rYzBWaFjgdBzrlOK23FL3RHFbusaj7z5+dNEyRSCd0OVPMYodxfFBuzHHamZvZnjIjyY48cz5iC3p6VUTcPvrFWN1GwhU8wQ1axjF+zFtr0O2ZnvZlVToU7ZO5r0HgHAbK1QSOQ8vVm515lZX6xOCjEY5ZFdTZ8WuJ1RVlx8DSnErHJXs9KiSIKArLnuKY0k9a43ghL3SmS4JYblfT1rpobyElkQ7jpWT0a3YaRtPP+dCLlvdG1TCmQ5YACipHtsNqQC4Q8zUZSI0J60/HFncLqqCwssjRzqCOZFFCsRjU6Bmsp5ooVYhWwO1ZRQWfO13Jh6yG80UC6bVIa1Emo138Vx2cVu9FivEDiovek1kFiZOQpxeEntWLljTNEpMrzOzHbNbXxH5A1bxcKHarG14WoIytZvNFdFKDZz8NlNIeRq2s+HOmCQa6K24fGo5CnRbRoOQrGWZyLWNIW4NAUbJFXRQgZxqX05ik7JdDk42NWaEY8taLooU2bkw+DCgzRasnw1+VWJjifZ1xnrQp7SEH9XK3ypiKaeEY/2zmkJ4h0T8qu5YGHKSkpYW3y9OxUUU0bZ2U/Sq66iOcv/Or6aIb6mJNVlwig+7n407JaKSRQOlXPBPaK8tp7a0uJwbTWqnVzUZ79hVXdZ1HoKSkq0rIuuj3eNAYy6kFlPTtR7eTIxnGo15Z7Gca4iLuOzWYyxEY0yHOlR2NehQXLo3ueXmQedYSjxdHTB8kWZi1862tpH+EVuCRX3U7GmlO21Ki6Yq9nHIhVuXpVBxXgAuWC6P1fU+ldUFBOdgagVPpvSoXE8w4r7CwyIHty1uUGMhRhviKX4D7Hyfb9Ut3rhjGSFBXJr1OaJGGl1yvUUE20ccTCFAuarnKqsnxxu6KfhllDCHZYwp5ZFFtIAl07d6bCeGp2xRbK2Mr5Az61C2V0GQZGTyo2CFyBtW3jSMYzgjv1oLTMcgHAxiqJ7CCYxqQDseYoZmcyEk4LGghtTVmoM+kdKLHRqTLOTWVp5EViC24rKQHzmTk5NHtveFBZdLYosOxFejLo4IrZ1PClUqM1bsIwvIVz/DpCqirHxieteZNOzri9DgdQdhRUmwarw/rRA9TQ7LRLrHWjLOZCFHWqlG1EAVb2MBXDGrjHYNltbRjQBTIixuNqDCcAUyrHpWoG9B0DK/MUGZNHQ07CSOm3cCg3Lajhj9RinWhWVcr4+7Sc8gUbJk1ZSKMGkplBG9SNlTK0jZ2Ciqu5Vsmr2fTpIAqsuABmqIZQ3MeaRkXBq0uutV0qnNWjNnV/o14cbi/uLxh5IVCL+8f8D867m9BhHiLjUOWfpvVf+j61Fr7Nwvjz3DNKfhnA/IVZ8VAa2kVuRUgn41hOVyOvGqhRGx4lbyyERyASL78ZO4/xV1HMGryDizXkd2ZbWKYvgFWjUnBFdb7I+0T38Itb9HhvUHJ1KiQdx6+lVxdWEcnpnbK2TRM5pCKU09GcryqS7NFSxrTLg5NFBwai4BVmp0Q7ZWXhUsAh3+9Rba5eJNKbA9aBNs9QEoG5NRZooKtjJkJJJz8TUCd6D4rHfGBQZJsczTJaGHmCDC86C0/gIWO7nlSrThMueZoakyHXIcnoO1BNGjFLKS7PgtvisooY4rKYUeHT+8ayH3hWVld36nD+xdWfIU8Kysrhl2brokDvU8nFZWVIxmx3lGe9dVEBoXbpWVlaLoaGI6MvOsrKYx6P3KTuveNZWVo+iPYnLypCXm1ZWVmUxG4Plqvm5msrKZJWzczSM9ZWVSIZ677JgD2bscD/AOOlOuqtJ5gD8RWVlc8uzth0SkVQpAUY+FUPEo0Olyi6lJw2NxWVlEewydFxaEmNCSSSozVvD7grKyqEiZ/rQpjWVlBRW3HM0lGcyHPesrKkpDLe5SFwfOKysoCQud5t6MOVZWVRmuhpANA2rKysoIP/2Q=="/>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sv-SE"/>
          </a:p>
        </p:txBody>
      </p:sp>
      <p:sp>
        <p:nvSpPr>
          <p:cNvPr id="6" name="Down Arrow 5"/>
          <p:cNvSpPr/>
          <p:nvPr/>
        </p:nvSpPr>
        <p:spPr>
          <a:xfrm>
            <a:off x="4592960" y="3023955"/>
            <a:ext cx="450050" cy="315035"/>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Down Arrow 11"/>
          <p:cNvSpPr/>
          <p:nvPr/>
        </p:nvSpPr>
        <p:spPr>
          <a:xfrm>
            <a:off x="4593054" y="3802108"/>
            <a:ext cx="450050" cy="315035"/>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102" name="Picture 6" descr="http://orig03.deviantart.net/e937/f/2012/044/d/2/asterix_drinking_magic_potion_by_zenitram_anth-d4pmhmb.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668595" y="4689630"/>
            <a:ext cx="1526736" cy="1697262"/>
          </a:xfrm>
          <a:prstGeom prst="rect">
            <a:avLst/>
          </a:prstGeom>
          <a:ln>
            <a:noFill/>
          </a:ln>
          <a:effectLst>
            <a:softEdge rad="112500"/>
          </a:effectLst>
          <a:extLst>
            <a:ext uri="{909E8E84-426E-40dd-AFC4-6F175D3DCCD1}">
              <a14:hiddenFill xmlns:a14="http://schemas.microsoft.com/office/drawing/2010/main" xmlns="">
                <a:solidFill>
                  <a:srgbClr val="FFFFFF"/>
                </a:solidFill>
              </a14:hiddenFill>
            </a:ext>
          </a:extLst>
        </p:spPr>
      </p:pic>
      <p:pic>
        <p:nvPicPr>
          <p:cNvPr id="4104" name="Picture 8" descr="http://vignette3.wikia.nocookie.net/asterix/images/a/ad/Getafix_brewing.jpg/revision/latest?cb=20150710202238"/>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239244" y="4679798"/>
            <a:ext cx="1505216" cy="1645920"/>
          </a:xfrm>
          <a:prstGeom prst="rect">
            <a:avLst/>
          </a:prstGeom>
          <a:ln>
            <a:noFill/>
          </a:ln>
          <a:effectLst>
            <a:softEdge rad="112500"/>
          </a:effectLst>
          <a:extLst>
            <a:ext uri="{909E8E84-426E-40dd-AFC4-6F175D3DCCD1}">
              <a14:hiddenFill xmlns:a14="http://schemas.microsoft.com/office/drawing/2010/main" xmlns="">
                <a:solidFill>
                  <a:srgbClr val="FFFFFF"/>
                </a:solidFill>
              </a14:hiddenFill>
            </a:ext>
          </a:extLst>
        </p:spPr>
      </p:pic>
      <p:pic>
        <p:nvPicPr>
          <p:cNvPr id="4106" name="Picture 10" descr="http://www.asterix.com/asterix-de-a-a-z/les-personnages/perso/g46b.gif"/>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82570" y="4824155"/>
            <a:ext cx="1321630" cy="1501852"/>
          </a:xfrm>
          <a:prstGeom prst="rect">
            <a:avLst/>
          </a:prstGeom>
          <a:noFill/>
          <a:extLst>
            <a:ext uri="{909E8E84-426E-40dd-AFC4-6F175D3DCCD1}">
              <a14:hiddenFill xmlns:a14="http://schemas.microsoft.com/office/drawing/2010/main" xmlns="">
                <a:solidFill>
                  <a:srgbClr val="FFFFFF"/>
                </a:solidFill>
              </a14:hiddenFill>
            </a:ext>
          </a:extLst>
        </p:spPr>
      </p:pic>
      <p:sp>
        <p:nvSpPr>
          <p:cNvPr id="7" name="Right Arrow 6"/>
          <p:cNvSpPr/>
          <p:nvPr/>
        </p:nvSpPr>
        <p:spPr>
          <a:xfrm>
            <a:off x="2539215" y="5502758"/>
            <a:ext cx="585065" cy="22149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ight Arrow 18"/>
          <p:cNvSpPr/>
          <p:nvPr/>
        </p:nvSpPr>
        <p:spPr>
          <a:xfrm>
            <a:off x="4994439" y="5502758"/>
            <a:ext cx="585065" cy="22149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108" name="Picture 12" descr="http://4.bp.blogspot.com/-2W-04qT1EJM/UaBm_B2-ddI/AAAAAAAAAEQ/N15kh9S4UEM/s1600/asterix-roman.jp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935926" y="4604074"/>
            <a:ext cx="1354039" cy="1782818"/>
          </a:xfrm>
          <a:prstGeom prst="rect">
            <a:avLst/>
          </a:prstGeom>
          <a:ln>
            <a:noFill/>
          </a:ln>
          <a:effectLst>
            <a:softEdge rad="112500"/>
          </a:effectLst>
          <a:extLst>
            <a:ext uri="{909E8E84-426E-40dd-AFC4-6F175D3DCCD1}">
              <a14:hiddenFill xmlns:a14="http://schemas.microsoft.com/office/drawing/2010/main" xmlns="">
                <a:solidFill>
                  <a:srgbClr val="FFFFFF"/>
                </a:solidFill>
              </a14:hiddenFill>
            </a:ext>
          </a:extLst>
        </p:spPr>
      </p:pic>
      <p:sp>
        <p:nvSpPr>
          <p:cNvPr id="21" name="Right Arrow 20"/>
          <p:cNvSpPr/>
          <p:nvPr/>
        </p:nvSpPr>
        <p:spPr>
          <a:xfrm>
            <a:off x="7195331" y="5507196"/>
            <a:ext cx="585065" cy="22149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3" presetClass="entr" presetSubtype="1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animEffect transition="in" filter="blinds(horizontal)">
                                      <p:cBhvr>
                                        <p:cTn id="11" dur="500"/>
                                        <p:tgtEl>
                                          <p:spTgt spid="3">
                                            <p:txEl>
                                              <p:pRg st="2" end="2"/>
                                            </p:txEl>
                                          </p:spTgt>
                                        </p:tgtEl>
                                      </p:cBhvr>
                                    </p:animEffect>
                                  </p:childTnLst>
                                </p:cTn>
                              </p:par>
                              <p:par>
                                <p:cTn id="12" presetID="1" presetClass="entr" presetSubtype="0" fill="hold" grpId="0" nodeType="withEffect">
                                  <p:stCondLst>
                                    <p:cond delay="0"/>
                                  </p:stCondLst>
                                  <p:childTnLst>
                                    <p:set>
                                      <p:cBhvr>
                                        <p:cTn id="13" dur="1" fill="hold">
                                          <p:stCondLst>
                                            <p:cond delay="0"/>
                                          </p:stCondLst>
                                        </p:cTn>
                                        <p:tgtEl>
                                          <p:spTgt spid="6"/>
                                        </p:tgtEl>
                                        <p:attrNameLst>
                                          <p:attrName>style.visibility</p:attrName>
                                        </p:attrNameLst>
                                      </p:cBhvr>
                                      <p:to>
                                        <p:strVal val="visible"/>
                                      </p:to>
                                    </p:set>
                                  </p:childTnLst>
                                </p:cTn>
                              </p:par>
                              <p:par>
                                <p:cTn id="14" presetID="1" presetClass="entr" presetSubtype="0" fill="hold" nodeType="withEffect">
                                  <p:stCondLst>
                                    <p:cond delay="0"/>
                                  </p:stCondLst>
                                  <p:childTnLst>
                                    <p:set>
                                      <p:cBhvr>
                                        <p:cTn id="15" dur="1" fill="hold">
                                          <p:stCondLst>
                                            <p:cond delay="0"/>
                                          </p:stCondLst>
                                        </p:cTn>
                                        <p:tgtEl>
                                          <p:spTgt spid="4106"/>
                                        </p:tgtEl>
                                        <p:attrNameLst>
                                          <p:attrName>style.visibility</p:attrName>
                                        </p:attrNameLst>
                                      </p:cBhvr>
                                      <p:to>
                                        <p:strVal val="visible"/>
                                      </p:to>
                                    </p:set>
                                  </p:childTnLst>
                                </p:cTn>
                              </p:par>
                              <p:par>
                                <p:cTn id="16" presetID="1" presetClass="entr" presetSubtype="0" fill="hold" grpId="0" nodeType="withEffect">
                                  <p:stCondLst>
                                    <p:cond delay="0"/>
                                  </p:stCondLst>
                                  <p:childTnLst>
                                    <p:set>
                                      <p:cBhvr>
                                        <p:cTn id="17" dur="1" fill="hold">
                                          <p:stCondLst>
                                            <p:cond delay="0"/>
                                          </p:stCondLst>
                                        </p:cTn>
                                        <p:tgtEl>
                                          <p:spTgt spid="7"/>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blinds(horizontal)">
                                      <p:cBhvr>
                                        <p:cTn id="22" dur="500"/>
                                        <p:tgtEl>
                                          <p:spTgt spid="3">
                                            <p:txEl>
                                              <p:pRg st="4" end="4"/>
                                            </p:txEl>
                                          </p:spTgt>
                                        </p:tgtEl>
                                      </p:cBhvr>
                                    </p:animEffect>
                                  </p:childTnLst>
                                </p:cTn>
                              </p:par>
                              <p:par>
                                <p:cTn id="23" presetID="1" presetClass="entr" presetSubtype="0"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4104"/>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9"/>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410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3" presetClass="entr" presetSubtype="10" fill="hold" nodeType="clickEffect">
                                  <p:stCondLst>
                                    <p:cond delay="0"/>
                                  </p:stCondLst>
                                  <p:childTnLst>
                                    <p:set>
                                      <p:cBhvr>
                                        <p:cTn id="34" dur="1" fill="hold">
                                          <p:stCondLst>
                                            <p:cond delay="0"/>
                                          </p:stCondLst>
                                        </p:cTn>
                                        <p:tgtEl>
                                          <p:spTgt spid="3">
                                            <p:txEl>
                                              <p:pRg st="6" end="6"/>
                                            </p:txEl>
                                          </p:spTgt>
                                        </p:tgtEl>
                                        <p:attrNameLst>
                                          <p:attrName>style.visibility</p:attrName>
                                        </p:attrNameLst>
                                      </p:cBhvr>
                                      <p:to>
                                        <p:strVal val="visible"/>
                                      </p:to>
                                    </p:set>
                                    <p:animEffect transition="in" filter="blinds(horizontal)">
                                      <p:cBhvr>
                                        <p:cTn id="35" dur="500"/>
                                        <p:tgtEl>
                                          <p:spTgt spid="3">
                                            <p:txEl>
                                              <p:pRg st="6" end="6"/>
                                            </p:txEl>
                                          </p:spTgt>
                                        </p:tgtEl>
                                      </p:cBhvr>
                                    </p:animEffect>
                                  </p:childTnLst>
                                </p:cTn>
                              </p:par>
                              <p:par>
                                <p:cTn id="36" presetID="1" presetClass="entr" presetSubtype="0" fill="hold" grpId="0" nodeType="withEffect">
                                  <p:stCondLst>
                                    <p:cond delay="0"/>
                                  </p:stCondLst>
                                  <p:childTnLst>
                                    <p:set>
                                      <p:cBhvr>
                                        <p:cTn id="37" dur="1" fill="hold">
                                          <p:stCondLst>
                                            <p:cond delay="0"/>
                                          </p:stCondLst>
                                        </p:cTn>
                                        <p:tgtEl>
                                          <p:spTgt spid="21"/>
                                        </p:tgtEl>
                                        <p:attrNameLst>
                                          <p:attrName>style.visibility</p:attrName>
                                        </p:attrNameLst>
                                      </p:cBhvr>
                                      <p:to>
                                        <p:strVal val="visible"/>
                                      </p:to>
                                    </p:set>
                                  </p:childTnLst>
                                </p:cTn>
                              </p:par>
                              <p:par>
                                <p:cTn id="38" presetID="1" presetClass="entr" presetSubtype="0" fill="hold" nodeType="withEffect">
                                  <p:stCondLst>
                                    <p:cond delay="0"/>
                                  </p:stCondLst>
                                  <p:childTnLst>
                                    <p:set>
                                      <p:cBhvr>
                                        <p:cTn id="39" dur="1" fill="hold">
                                          <p:stCondLst>
                                            <p:cond delay="0"/>
                                          </p:stCondLst>
                                        </p:cTn>
                                        <p:tgtEl>
                                          <p:spTgt spid="410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2" grpId="0" animBg="1"/>
      <p:bldP spid="7" grpId="0" animBg="1"/>
      <p:bldP spid="19" grpId="0" animBg="1"/>
      <p:bldP spid="21"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0" y="286605"/>
            <a:ext cx="9906000" cy="1450757"/>
          </a:xfrm>
        </p:spPr>
        <p:txBody>
          <a:bodyPr>
            <a:normAutofit/>
          </a:bodyPr>
          <a:lstStyle/>
          <a:p>
            <a:pPr algn="ctr"/>
            <a:r>
              <a:rPr lang="sv-SE" dirty="0"/>
              <a:t>Mạch điều khiển sử dụng cảm biến</a:t>
            </a:r>
          </a:p>
        </p:txBody>
      </p:sp>
      <p:sp>
        <p:nvSpPr>
          <p:cNvPr id="4" name="Footer Placeholder 3"/>
          <p:cNvSpPr>
            <a:spLocks noGrp="1"/>
          </p:cNvSpPr>
          <p:nvPr>
            <p:ph type="ftr" sz="quarter" idx="11"/>
          </p:nvPr>
        </p:nvSpPr>
        <p:spPr/>
        <p:txBody>
          <a:bodyPr/>
          <a:lstStyle/>
          <a:p>
            <a:r>
              <a:rPr lang="sv-SE"/>
              <a:t>Trịnh Lê Huy</a:t>
            </a:r>
          </a:p>
        </p:txBody>
      </p:sp>
      <p:sp>
        <p:nvSpPr>
          <p:cNvPr id="5" name="Slide Number Placeholder 4"/>
          <p:cNvSpPr>
            <a:spLocks noGrp="1"/>
          </p:cNvSpPr>
          <p:nvPr>
            <p:ph type="sldNum" sz="quarter" idx="12"/>
          </p:nvPr>
        </p:nvSpPr>
        <p:spPr/>
        <p:txBody>
          <a:bodyPr/>
          <a:lstStyle/>
          <a:p>
            <a:fld id="{1DB5ABAE-A3C1-4AF6-9B4A-B8A593CBFB77}" type="slidenum">
              <a:rPr lang="sv-SE" smtClean="0"/>
              <a:pPr/>
              <a:t>6</a:t>
            </a:fld>
            <a:endParaRPr lang="sv-SE" sz="1400">
              <a:latin typeface="Times" pitchFamily="1" charset="0"/>
            </a:endParaRPr>
          </a:p>
        </p:txBody>
      </p:sp>
      <p:pic>
        <p:nvPicPr>
          <p:cNvPr id="2050" name="Picture 2"/>
          <p:cNvPicPr>
            <a:picLocks noChangeAspect="1" noChangeArrowheads="1"/>
          </p:cNvPicPr>
          <p:nvPr/>
        </p:nvPicPr>
        <p:blipFill>
          <a:blip r:embed="rId2" cstate="print"/>
          <a:srcRect l="54283" t="24919" r="3901" b="15650"/>
          <a:stretch>
            <a:fillRect/>
          </a:stretch>
        </p:blipFill>
        <p:spPr bwMode="auto">
          <a:xfrm>
            <a:off x="1969985" y="1780710"/>
            <a:ext cx="5098250" cy="4528610"/>
          </a:xfrm>
          <a:prstGeom prst="rect">
            <a:avLst/>
          </a:prstGeom>
          <a:noFill/>
          <a:ln w="9525">
            <a:noFill/>
            <a:miter lim="800000"/>
            <a:headEnd/>
            <a:tailEnd/>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sv-SE" dirty="0"/>
              <a:t>Hệ thống điện tử</a:t>
            </a:r>
          </a:p>
        </p:txBody>
      </p:sp>
      <p:sp>
        <p:nvSpPr>
          <p:cNvPr id="33" name="Footer Placeholder 32"/>
          <p:cNvSpPr>
            <a:spLocks noGrp="1"/>
          </p:cNvSpPr>
          <p:nvPr>
            <p:ph type="ftr" sz="quarter" idx="11"/>
          </p:nvPr>
        </p:nvSpPr>
        <p:spPr/>
        <p:txBody>
          <a:bodyPr/>
          <a:lstStyle/>
          <a:p>
            <a:r>
              <a:rPr lang="sv-SE"/>
              <a:t>Trịnh Lê Huy</a:t>
            </a:r>
          </a:p>
        </p:txBody>
      </p:sp>
      <p:sp>
        <p:nvSpPr>
          <p:cNvPr id="32" name="Slide Number Placeholder 31"/>
          <p:cNvSpPr>
            <a:spLocks noGrp="1"/>
          </p:cNvSpPr>
          <p:nvPr>
            <p:ph type="sldNum" sz="quarter" idx="12"/>
          </p:nvPr>
        </p:nvSpPr>
        <p:spPr/>
        <p:txBody>
          <a:bodyPr/>
          <a:lstStyle/>
          <a:p>
            <a:pPr algn="l"/>
            <a:fld id="{1DB5ABAE-A3C1-4AF6-9B4A-B8A593CBFB77}" type="slidenum">
              <a:rPr lang="sv-SE" sz="1400" smtClean="0"/>
              <a:pPr algn="l"/>
              <a:t>7</a:t>
            </a:fld>
            <a:endParaRPr lang="sv-SE" sz="1400" dirty="0">
              <a:latin typeface="Times" pitchFamily="1" charset="0"/>
            </a:endParaRPr>
          </a:p>
        </p:txBody>
      </p:sp>
      <p:sp>
        <p:nvSpPr>
          <p:cNvPr id="8" name="Content Placeholder 7"/>
          <p:cNvSpPr>
            <a:spLocks noGrp="1"/>
          </p:cNvSpPr>
          <p:nvPr>
            <p:ph idx="4294967295"/>
          </p:nvPr>
        </p:nvSpPr>
        <p:spPr>
          <a:xfrm>
            <a:off x="1836738" y="1933575"/>
            <a:ext cx="8069262" cy="4022725"/>
          </a:xfrm>
        </p:spPr>
        <p:txBody>
          <a:bodyPr/>
          <a:lstStyle/>
          <a:p>
            <a:pPr lvl="0">
              <a:buFont typeface="Wingdings" pitchFamily="2" charset="2"/>
              <a:buChar char="v"/>
            </a:pPr>
            <a:r>
              <a:rPr lang="en-US" sz="2200" dirty="0"/>
              <a:t> </a:t>
            </a:r>
            <a:r>
              <a:rPr lang="en-US" sz="2200" dirty="0" err="1"/>
              <a:t>Sơ</a:t>
            </a:r>
            <a:r>
              <a:rPr lang="en-US" sz="2200" dirty="0"/>
              <a:t> </a:t>
            </a:r>
            <a:r>
              <a:rPr lang="en-US" sz="2200" dirty="0" err="1"/>
              <a:t>đồ</a:t>
            </a:r>
            <a:r>
              <a:rPr lang="en-US" sz="2200" dirty="0"/>
              <a:t> </a:t>
            </a:r>
            <a:r>
              <a:rPr lang="en-US" sz="2200" dirty="0" err="1"/>
              <a:t>khối</a:t>
            </a:r>
            <a:r>
              <a:rPr lang="en-US" sz="2200" dirty="0"/>
              <a:t> </a:t>
            </a:r>
            <a:r>
              <a:rPr lang="en-US" sz="2200" dirty="0" err="1"/>
              <a:t>điển</a:t>
            </a:r>
            <a:r>
              <a:rPr lang="en-US" sz="2200" dirty="0"/>
              <a:t> </a:t>
            </a:r>
            <a:r>
              <a:rPr lang="en-US" sz="2200" dirty="0" err="1"/>
              <a:t>hình</a:t>
            </a:r>
            <a:r>
              <a:rPr lang="en-US" sz="2200" dirty="0"/>
              <a:t> </a:t>
            </a:r>
            <a:r>
              <a:rPr lang="en-US" sz="2200" dirty="0" err="1"/>
              <a:t>của</a:t>
            </a:r>
            <a:r>
              <a:rPr lang="en-US" sz="2200" dirty="0"/>
              <a:t> </a:t>
            </a:r>
            <a:r>
              <a:rPr lang="en-US" sz="2200" dirty="0" err="1"/>
              <a:t>một</a:t>
            </a:r>
            <a:r>
              <a:rPr lang="en-US" sz="2200" dirty="0"/>
              <a:t> </a:t>
            </a:r>
            <a:r>
              <a:rPr lang="en-US" sz="2200" dirty="0" err="1"/>
              <a:t>thiết</a:t>
            </a:r>
            <a:r>
              <a:rPr lang="en-US" sz="2200" dirty="0"/>
              <a:t> </a:t>
            </a:r>
            <a:r>
              <a:rPr lang="en-US" sz="2200" dirty="0" err="1"/>
              <a:t>bị</a:t>
            </a:r>
            <a:r>
              <a:rPr lang="en-US" sz="2200" dirty="0"/>
              <a:t> </a:t>
            </a:r>
            <a:r>
              <a:rPr lang="en-US" sz="2200" dirty="0" err="1"/>
              <a:t>và</a:t>
            </a:r>
            <a:r>
              <a:rPr lang="en-US" sz="2200" dirty="0"/>
              <a:t> </a:t>
            </a:r>
            <a:r>
              <a:rPr lang="en-US" sz="2200" dirty="0" err="1"/>
              <a:t>mạch</a:t>
            </a:r>
            <a:r>
              <a:rPr lang="en-US" sz="2200" dirty="0"/>
              <a:t> </a:t>
            </a:r>
            <a:r>
              <a:rPr lang="en-US" sz="2200" dirty="0" err="1"/>
              <a:t>điện</a:t>
            </a:r>
            <a:r>
              <a:rPr lang="en-US" sz="2200" dirty="0"/>
              <a:t> </a:t>
            </a:r>
            <a:r>
              <a:rPr lang="en-US" sz="2200" dirty="0" err="1"/>
              <a:t>tử</a:t>
            </a:r>
            <a:endParaRPr lang="en-US" sz="2200" dirty="0"/>
          </a:p>
          <a:p>
            <a:pPr lvl="0">
              <a:buFont typeface="Wingdings" pitchFamily="2" charset="2"/>
              <a:buChar char="v"/>
            </a:pPr>
            <a:endParaRPr lang="en-US" dirty="0"/>
          </a:p>
          <a:p>
            <a:pPr lvl="0">
              <a:buFont typeface="Wingdings" pitchFamily="2" charset="2"/>
              <a:buChar char="v"/>
            </a:pPr>
            <a:endParaRPr lang="en-US" dirty="0"/>
          </a:p>
          <a:p>
            <a:pPr lvl="0">
              <a:buFont typeface="Wingdings" pitchFamily="2" charset="2"/>
              <a:buChar char="v"/>
            </a:pPr>
            <a:endParaRPr lang="en-US" dirty="0"/>
          </a:p>
          <a:p>
            <a:pPr lvl="0">
              <a:buFont typeface="Wingdings" pitchFamily="2" charset="2"/>
              <a:buChar char="v"/>
            </a:pPr>
            <a:endParaRPr lang="en-US" dirty="0"/>
          </a:p>
          <a:p>
            <a:pPr lvl="1">
              <a:buNone/>
            </a:pPr>
            <a:endParaRPr lang="en-US" sz="1800" dirty="0"/>
          </a:p>
        </p:txBody>
      </p:sp>
      <p:grpSp>
        <p:nvGrpSpPr>
          <p:cNvPr id="30" name="Group 29"/>
          <p:cNvGrpSpPr/>
          <p:nvPr/>
        </p:nvGrpSpPr>
        <p:grpSpPr>
          <a:xfrm>
            <a:off x="1577625" y="2416386"/>
            <a:ext cx="6975775" cy="1147629"/>
            <a:chOff x="1127575" y="2731422"/>
            <a:chExt cx="6975775" cy="1147629"/>
          </a:xfrm>
        </p:grpSpPr>
        <p:sp>
          <p:nvSpPr>
            <p:cNvPr id="9" name="Oval 8"/>
            <p:cNvSpPr/>
            <p:nvPr/>
          </p:nvSpPr>
          <p:spPr bwMode="auto">
            <a:xfrm>
              <a:off x="1217585" y="2843935"/>
              <a:ext cx="914400" cy="914400"/>
            </a:xfrm>
            <a:prstGeom prst="ellipse">
              <a:avLst/>
            </a:prstGeom>
            <a:no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sv-SE" sz="2400" b="0" i="0" u="none" strike="noStrike" cap="none" normalizeH="0" baseline="0">
                <a:ln>
                  <a:noFill/>
                </a:ln>
                <a:solidFill>
                  <a:schemeClr val="tx1"/>
                </a:solidFill>
                <a:effectLst/>
                <a:latin typeface="Times" pitchFamily="1" charset="0"/>
              </a:endParaRPr>
            </a:p>
          </p:txBody>
        </p:sp>
        <p:sp>
          <p:nvSpPr>
            <p:cNvPr id="10" name="Rectangle 9"/>
            <p:cNvSpPr/>
            <p:nvPr/>
          </p:nvSpPr>
          <p:spPr bwMode="auto">
            <a:xfrm>
              <a:off x="2522730" y="2964650"/>
              <a:ext cx="990110" cy="689375"/>
            </a:xfrm>
            <a:prstGeom prst="rect">
              <a:avLst/>
            </a:prstGeom>
            <a:no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sv-SE" sz="2400" b="0" i="0" u="none" strike="noStrike" cap="none" normalizeH="0" baseline="0">
                <a:ln>
                  <a:noFill/>
                </a:ln>
                <a:solidFill>
                  <a:schemeClr val="tx1"/>
                </a:solidFill>
                <a:effectLst/>
                <a:latin typeface="Times" pitchFamily="1" charset="0"/>
              </a:endParaRPr>
            </a:p>
          </p:txBody>
        </p:sp>
        <p:sp>
          <p:nvSpPr>
            <p:cNvPr id="11" name="Rectangle 10"/>
            <p:cNvSpPr/>
            <p:nvPr/>
          </p:nvSpPr>
          <p:spPr bwMode="auto">
            <a:xfrm>
              <a:off x="3872880" y="2964650"/>
              <a:ext cx="450050" cy="689375"/>
            </a:xfrm>
            <a:prstGeom prst="rect">
              <a:avLst/>
            </a:prstGeom>
            <a:no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sv-SE" sz="2400" b="0" i="0" u="none" strike="noStrike" cap="none" normalizeH="0" baseline="0">
                <a:ln>
                  <a:noFill/>
                </a:ln>
                <a:solidFill>
                  <a:schemeClr val="tx1"/>
                </a:solidFill>
                <a:effectLst/>
                <a:latin typeface="Times" pitchFamily="1" charset="0"/>
              </a:endParaRPr>
            </a:p>
          </p:txBody>
        </p:sp>
        <p:sp>
          <p:nvSpPr>
            <p:cNvPr id="12" name="Rectangle 11"/>
            <p:cNvSpPr/>
            <p:nvPr/>
          </p:nvSpPr>
          <p:spPr bwMode="auto">
            <a:xfrm>
              <a:off x="4682970" y="2964650"/>
              <a:ext cx="990110" cy="689375"/>
            </a:xfrm>
            <a:prstGeom prst="rect">
              <a:avLst/>
            </a:prstGeom>
            <a:no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sv-SE" sz="2400" b="0" i="0" u="none" strike="noStrike" cap="none" normalizeH="0" baseline="0">
                <a:ln>
                  <a:noFill/>
                </a:ln>
                <a:solidFill>
                  <a:schemeClr val="tx1"/>
                </a:solidFill>
                <a:effectLst/>
                <a:latin typeface="Times" pitchFamily="1" charset="0"/>
              </a:endParaRPr>
            </a:p>
          </p:txBody>
        </p:sp>
        <p:sp>
          <p:nvSpPr>
            <p:cNvPr id="14" name="Rectangle 13"/>
            <p:cNvSpPr/>
            <p:nvPr/>
          </p:nvSpPr>
          <p:spPr bwMode="auto">
            <a:xfrm>
              <a:off x="6933220" y="2798930"/>
              <a:ext cx="1170130" cy="1049415"/>
            </a:xfrm>
            <a:prstGeom prst="rect">
              <a:avLst/>
            </a:prstGeom>
            <a:no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sv-SE" sz="2400" b="0" i="0" u="none" strike="noStrike" cap="none" normalizeH="0" baseline="0">
                <a:ln>
                  <a:noFill/>
                </a:ln>
                <a:solidFill>
                  <a:schemeClr val="tx1"/>
                </a:solidFill>
                <a:effectLst/>
                <a:latin typeface="Times" pitchFamily="1" charset="0"/>
              </a:endParaRPr>
            </a:p>
          </p:txBody>
        </p:sp>
        <p:cxnSp>
          <p:nvCxnSpPr>
            <p:cNvPr id="18" name="Straight Arrow Connector 17"/>
            <p:cNvCxnSpPr/>
            <p:nvPr/>
          </p:nvCxnSpPr>
          <p:spPr bwMode="auto">
            <a:xfrm>
              <a:off x="2131985" y="3293985"/>
              <a:ext cx="390745" cy="0"/>
            </a:xfrm>
            <a:prstGeom prst="straightConnector1">
              <a:avLst/>
            </a:prstGeom>
            <a:noFill/>
            <a:ln w="28575" cap="flat" cmpd="sng" algn="ctr">
              <a:solidFill>
                <a:schemeClr val="tx1"/>
              </a:solidFill>
              <a:prstDash val="solid"/>
              <a:round/>
              <a:headEnd type="none" w="med" len="med"/>
              <a:tailEnd type="arrow"/>
            </a:ln>
            <a:effectLst/>
          </p:spPr>
        </p:cxnSp>
        <p:cxnSp>
          <p:nvCxnSpPr>
            <p:cNvPr id="19" name="Straight Arrow Connector 18"/>
            <p:cNvCxnSpPr/>
            <p:nvPr/>
          </p:nvCxnSpPr>
          <p:spPr bwMode="auto">
            <a:xfrm>
              <a:off x="3512840" y="3293985"/>
              <a:ext cx="390745" cy="0"/>
            </a:xfrm>
            <a:prstGeom prst="straightConnector1">
              <a:avLst/>
            </a:prstGeom>
            <a:noFill/>
            <a:ln w="28575" cap="flat" cmpd="sng" algn="ctr">
              <a:solidFill>
                <a:schemeClr val="tx1"/>
              </a:solidFill>
              <a:prstDash val="solid"/>
              <a:round/>
              <a:headEnd type="none" w="med" len="med"/>
              <a:tailEnd type="arrow"/>
            </a:ln>
            <a:effectLst/>
          </p:spPr>
        </p:cxnSp>
        <p:cxnSp>
          <p:nvCxnSpPr>
            <p:cNvPr id="20" name="Straight Arrow Connector 19"/>
            <p:cNvCxnSpPr/>
            <p:nvPr/>
          </p:nvCxnSpPr>
          <p:spPr bwMode="auto">
            <a:xfrm>
              <a:off x="4322930" y="3293985"/>
              <a:ext cx="390745" cy="0"/>
            </a:xfrm>
            <a:prstGeom prst="straightConnector1">
              <a:avLst/>
            </a:prstGeom>
            <a:noFill/>
            <a:ln w="28575" cap="flat" cmpd="sng" algn="ctr">
              <a:solidFill>
                <a:schemeClr val="tx1"/>
              </a:solidFill>
              <a:prstDash val="solid"/>
              <a:round/>
              <a:headEnd type="none" w="med" len="med"/>
              <a:tailEnd type="arrow"/>
            </a:ln>
            <a:effectLst/>
          </p:spPr>
        </p:cxnSp>
        <p:cxnSp>
          <p:nvCxnSpPr>
            <p:cNvPr id="21" name="Straight Arrow Connector 20"/>
            <p:cNvCxnSpPr/>
            <p:nvPr/>
          </p:nvCxnSpPr>
          <p:spPr bwMode="auto">
            <a:xfrm>
              <a:off x="5687380" y="3293985"/>
              <a:ext cx="390745" cy="0"/>
            </a:xfrm>
            <a:prstGeom prst="straightConnector1">
              <a:avLst/>
            </a:prstGeom>
            <a:noFill/>
            <a:ln w="28575" cap="flat" cmpd="sng" algn="ctr">
              <a:solidFill>
                <a:schemeClr val="tx1"/>
              </a:solidFill>
              <a:prstDash val="solid"/>
              <a:round/>
              <a:headEnd type="none" w="med" len="med"/>
              <a:tailEnd type="arrow"/>
            </a:ln>
            <a:effectLst/>
          </p:spPr>
        </p:cxnSp>
        <p:cxnSp>
          <p:nvCxnSpPr>
            <p:cNvPr id="22" name="Straight Arrow Connector 21"/>
            <p:cNvCxnSpPr/>
            <p:nvPr/>
          </p:nvCxnSpPr>
          <p:spPr bwMode="auto">
            <a:xfrm>
              <a:off x="6528175" y="3293985"/>
              <a:ext cx="390745" cy="0"/>
            </a:xfrm>
            <a:prstGeom prst="straightConnector1">
              <a:avLst/>
            </a:prstGeom>
            <a:noFill/>
            <a:ln w="28575" cap="flat" cmpd="sng" algn="ctr">
              <a:solidFill>
                <a:schemeClr val="tx1"/>
              </a:solidFill>
              <a:prstDash val="solid"/>
              <a:round/>
              <a:headEnd type="none" w="med" len="med"/>
              <a:tailEnd type="arrow"/>
            </a:ln>
            <a:effectLst/>
          </p:spPr>
        </p:cxnSp>
        <p:sp>
          <p:nvSpPr>
            <p:cNvPr id="23" name="TextBox 22"/>
            <p:cNvSpPr txBox="1"/>
            <p:nvPr/>
          </p:nvSpPr>
          <p:spPr>
            <a:xfrm>
              <a:off x="1127575" y="3102350"/>
              <a:ext cx="1125125" cy="461665"/>
            </a:xfrm>
            <a:prstGeom prst="rect">
              <a:avLst/>
            </a:prstGeom>
            <a:noFill/>
          </p:spPr>
          <p:txBody>
            <a:bodyPr wrap="square" rtlCol="0">
              <a:spAutoFit/>
            </a:bodyPr>
            <a:lstStyle/>
            <a:p>
              <a:r>
                <a:rPr lang="en-US" sz="1200" dirty="0"/>
                <a:t>Non-electrical information</a:t>
              </a:r>
            </a:p>
          </p:txBody>
        </p:sp>
        <p:sp>
          <p:nvSpPr>
            <p:cNvPr id="24" name="Rectangle 23"/>
            <p:cNvSpPr/>
            <p:nvPr/>
          </p:nvSpPr>
          <p:spPr bwMode="auto">
            <a:xfrm>
              <a:off x="6078125" y="2978950"/>
              <a:ext cx="450050" cy="689375"/>
            </a:xfrm>
            <a:prstGeom prst="rect">
              <a:avLst/>
            </a:prstGeom>
            <a:no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sv-SE" sz="2400" b="0" i="0" u="none" strike="noStrike" cap="none" normalizeH="0" baseline="0">
                <a:ln>
                  <a:noFill/>
                </a:ln>
                <a:solidFill>
                  <a:schemeClr val="tx1"/>
                </a:solidFill>
                <a:effectLst/>
                <a:latin typeface="Times" pitchFamily="1" charset="0"/>
              </a:endParaRPr>
            </a:p>
          </p:txBody>
        </p:sp>
        <p:sp>
          <p:nvSpPr>
            <p:cNvPr id="25" name="TextBox 24"/>
            <p:cNvSpPr txBox="1"/>
            <p:nvPr/>
          </p:nvSpPr>
          <p:spPr>
            <a:xfrm>
              <a:off x="2477725" y="3063152"/>
              <a:ext cx="1125125" cy="461665"/>
            </a:xfrm>
            <a:prstGeom prst="rect">
              <a:avLst/>
            </a:prstGeom>
            <a:noFill/>
          </p:spPr>
          <p:txBody>
            <a:bodyPr wrap="square" rtlCol="0">
              <a:spAutoFit/>
            </a:bodyPr>
            <a:lstStyle/>
            <a:p>
              <a:r>
                <a:rPr lang="en-US" sz="1200" dirty="0"/>
                <a:t>Input Transducer</a:t>
              </a:r>
            </a:p>
          </p:txBody>
        </p:sp>
        <p:sp>
          <p:nvSpPr>
            <p:cNvPr id="26" name="TextBox 25"/>
            <p:cNvSpPr txBox="1"/>
            <p:nvPr/>
          </p:nvSpPr>
          <p:spPr>
            <a:xfrm rot="16200000">
              <a:off x="3531858" y="3155485"/>
              <a:ext cx="1125125" cy="276999"/>
            </a:xfrm>
            <a:prstGeom prst="rect">
              <a:avLst/>
            </a:prstGeom>
            <a:noFill/>
          </p:spPr>
          <p:txBody>
            <a:bodyPr wrap="square" rtlCol="0">
              <a:spAutoFit/>
            </a:bodyPr>
            <a:lstStyle/>
            <a:p>
              <a:r>
                <a:rPr lang="en-US" sz="1200" dirty="0"/>
                <a:t>Interface</a:t>
              </a:r>
            </a:p>
          </p:txBody>
        </p:sp>
        <p:sp>
          <p:nvSpPr>
            <p:cNvPr id="27" name="TextBox 26"/>
            <p:cNvSpPr txBox="1"/>
            <p:nvPr/>
          </p:nvSpPr>
          <p:spPr>
            <a:xfrm>
              <a:off x="4637965" y="3155485"/>
              <a:ext cx="1125125" cy="461665"/>
            </a:xfrm>
            <a:prstGeom prst="rect">
              <a:avLst/>
            </a:prstGeom>
            <a:noFill/>
          </p:spPr>
          <p:txBody>
            <a:bodyPr wrap="square" rtlCol="0">
              <a:spAutoFit/>
            </a:bodyPr>
            <a:lstStyle/>
            <a:p>
              <a:r>
                <a:rPr lang="en-US" sz="1200" dirty="0"/>
                <a:t>Processor/ </a:t>
              </a:r>
            </a:p>
            <a:p>
              <a:r>
                <a:rPr lang="en-US" sz="1200" dirty="0"/>
                <a:t>Filter</a:t>
              </a:r>
            </a:p>
          </p:txBody>
        </p:sp>
        <p:sp>
          <p:nvSpPr>
            <p:cNvPr id="28" name="TextBox 27"/>
            <p:cNvSpPr txBox="1"/>
            <p:nvPr/>
          </p:nvSpPr>
          <p:spPr>
            <a:xfrm rot="16200000">
              <a:off x="5763090" y="3177989"/>
              <a:ext cx="1125125" cy="276999"/>
            </a:xfrm>
            <a:prstGeom prst="rect">
              <a:avLst/>
            </a:prstGeom>
            <a:noFill/>
          </p:spPr>
          <p:txBody>
            <a:bodyPr wrap="square" rtlCol="0">
              <a:spAutoFit/>
            </a:bodyPr>
            <a:lstStyle/>
            <a:p>
              <a:r>
                <a:rPr lang="en-US" sz="1200" dirty="0"/>
                <a:t>Interface</a:t>
              </a:r>
            </a:p>
          </p:txBody>
        </p:sp>
        <p:sp>
          <p:nvSpPr>
            <p:cNvPr id="29" name="TextBox 28"/>
            <p:cNvSpPr txBox="1"/>
            <p:nvPr/>
          </p:nvSpPr>
          <p:spPr>
            <a:xfrm>
              <a:off x="6888215" y="3068960"/>
              <a:ext cx="1125125" cy="646331"/>
            </a:xfrm>
            <a:prstGeom prst="rect">
              <a:avLst/>
            </a:prstGeom>
            <a:noFill/>
          </p:spPr>
          <p:txBody>
            <a:bodyPr wrap="square" rtlCol="0">
              <a:spAutoFit/>
            </a:bodyPr>
            <a:lstStyle/>
            <a:p>
              <a:r>
                <a:rPr lang="en-US" sz="1200" dirty="0"/>
                <a:t>Display / Digital End /</a:t>
              </a:r>
            </a:p>
            <a:p>
              <a:r>
                <a:rPr lang="en-US" sz="1200" dirty="0"/>
                <a:t>Actuator</a:t>
              </a:r>
            </a:p>
          </p:txBody>
        </p:sp>
      </p:grpSp>
      <p:pic>
        <p:nvPicPr>
          <p:cNvPr id="35842" name="Picture 2" descr="Analog Signal Processing"/>
          <p:cNvPicPr>
            <a:picLocks noChangeAspect="1" noChangeArrowheads="1"/>
          </p:cNvPicPr>
          <p:nvPr/>
        </p:nvPicPr>
        <p:blipFill>
          <a:blip r:embed="rId3" cstate="print"/>
          <a:srcRect b="9496"/>
          <a:stretch>
            <a:fillRect/>
          </a:stretch>
        </p:blipFill>
        <p:spPr bwMode="auto">
          <a:xfrm>
            <a:off x="2702750" y="3759570"/>
            <a:ext cx="4050450" cy="1559640"/>
          </a:xfrm>
          <a:prstGeom prst="rect">
            <a:avLst/>
          </a:prstGeom>
          <a:noFill/>
        </p:spPr>
      </p:pic>
      <p:sp>
        <p:nvSpPr>
          <p:cNvPr id="31" name="TextBox 30"/>
          <p:cNvSpPr txBox="1"/>
          <p:nvPr/>
        </p:nvSpPr>
        <p:spPr>
          <a:xfrm>
            <a:off x="3667467" y="5515045"/>
            <a:ext cx="1754006" cy="707886"/>
          </a:xfrm>
          <a:prstGeom prst="rect">
            <a:avLst/>
          </a:prstGeom>
          <a:noFill/>
        </p:spPr>
        <p:txBody>
          <a:bodyPr wrap="none" rtlCol="0">
            <a:spAutoFit/>
          </a:bodyPr>
          <a:lstStyle/>
          <a:p>
            <a:r>
              <a:rPr lang="en-US" sz="1600" dirty="0" err="1">
                <a:solidFill>
                  <a:srgbClr val="0070C0"/>
                </a:solidFill>
              </a:rPr>
              <a:t>Hệ</a:t>
            </a:r>
            <a:r>
              <a:rPr lang="en-US" sz="1600" dirty="0">
                <a:solidFill>
                  <a:srgbClr val="0070C0"/>
                </a:solidFill>
              </a:rPr>
              <a:t> </a:t>
            </a:r>
            <a:r>
              <a:rPr lang="en-US" sz="1600" dirty="0" err="1">
                <a:solidFill>
                  <a:srgbClr val="0070C0"/>
                </a:solidFill>
              </a:rPr>
              <a:t>thống</a:t>
            </a:r>
            <a:r>
              <a:rPr lang="en-US" sz="1600" dirty="0">
                <a:solidFill>
                  <a:srgbClr val="0070C0"/>
                </a:solidFill>
              </a:rPr>
              <a:t> </a:t>
            </a:r>
            <a:r>
              <a:rPr lang="en-US" sz="1600" dirty="0" err="1">
                <a:solidFill>
                  <a:srgbClr val="0070C0"/>
                </a:solidFill>
              </a:rPr>
              <a:t>âm</a:t>
            </a:r>
            <a:r>
              <a:rPr lang="en-US" sz="1600" dirty="0">
                <a:solidFill>
                  <a:srgbClr val="0070C0"/>
                </a:solidFill>
              </a:rPr>
              <a:t> </a:t>
            </a:r>
            <a:r>
              <a:rPr lang="en-US" sz="1600" dirty="0" err="1">
                <a:solidFill>
                  <a:srgbClr val="0070C0"/>
                </a:solidFill>
              </a:rPr>
              <a:t>thanh</a:t>
            </a:r>
            <a:endParaRPr lang="en-US" dirty="0"/>
          </a:p>
          <a:p>
            <a:endParaRPr lang="sv-SE"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algn="ctr"/>
            <a:r>
              <a:rPr lang="en-US" dirty="0" err="1"/>
              <a:t>Sơ</a:t>
            </a:r>
            <a:r>
              <a:rPr lang="en-US" dirty="0"/>
              <a:t> </a:t>
            </a:r>
            <a:r>
              <a:rPr lang="en-US" dirty="0" err="1"/>
              <a:t>đồ</a:t>
            </a:r>
            <a:r>
              <a:rPr lang="en-US" dirty="0"/>
              <a:t> </a:t>
            </a:r>
            <a:r>
              <a:rPr lang="en-US" dirty="0" err="1"/>
              <a:t>khối</a:t>
            </a:r>
            <a:r>
              <a:rPr lang="en-US" dirty="0"/>
              <a:t> </a:t>
            </a:r>
            <a:r>
              <a:rPr lang="en-US" dirty="0" err="1"/>
              <a:t>điển</a:t>
            </a:r>
            <a:r>
              <a:rPr lang="en-US" dirty="0"/>
              <a:t> </a:t>
            </a:r>
            <a:r>
              <a:rPr lang="en-US" dirty="0" err="1"/>
              <a:t>hình</a:t>
            </a:r>
            <a:r>
              <a:rPr lang="en-US" dirty="0"/>
              <a:t> </a:t>
            </a:r>
            <a:r>
              <a:rPr lang="en-US" dirty="0" err="1"/>
              <a:t>trong</a:t>
            </a:r>
            <a:r>
              <a:rPr lang="en-US" dirty="0"/>
              <a:t> </a:t>
            </a:r>
            <a:r>
              <a:rPr lang="en-US" dirty="0" err="1"/>
              <a:t>một</a:t>
            </a:r>
            <a:r>
              <a:rPr lang="en-US" dirty="0"/>
              <a:t> </a:t>
            </a:r>
            <a:r>
              <a:rPr lang="en-US" dirty="0" err="1"/>
              <a:t>hệ</a:t>
            </a:r>
            <a:r>
              <a:rPr lang="en-US" dirty="0"/>
              <a:t> </a:t>
            </a:r>
            <a:r>
              <a:rPr lang="en-US" dirty="0" err="1"/>
              <a:t>thống</a:t>
            </a:r>
            <a:r>
              <a:rPr lang="en-US" dirty="0"/>
              <a:t> </a:t>
            </a:r>
            <a:r>
              <a:rPr lang="en-US" dirty="0" err="1"/>
              <a:t>điện</a:t>
            </a:r>
            <a:r>
              <a:rPr lang="en-US" dirty="0"/>
              <a:t> </a:t>
            </a:r>
            <a:r>
              <a:rPr lang="en-US" dirty="0" err="1"/>
              <a:t>tử</a:t>
            </a:r>
            <a:endParaRPr lang="en-US" dirty="0"/>
          </a:p>
        </p:txBody>
      </p:sp>
      <p:sp>
        <p:nvSpPr>
          <p:cNvPr id="7" name="Footer Placeholder 6"/>
          <p:cNvSpPr>
            <a:spLocks noGrp="1"/>
          </p:cNvSpPr>
          <p:nvPr>
            <p:ph type="ftr" sz="quarter" idx="11"/>
          </p:nvPr>
        </p:nvSpPr>
        <p:spPr/>
        <p:txBody>
          <a:bodyPr/>
          <a:lstStyle/>
          <a:p>
            <a:r>
              <a:rPr lang="sv-SE"/>
              <a:t>Trịnh Lê Huy</a:t>
            </a:r>
          </a:p>
        </p:txBody>
      </p:sp>
      <p:sp>
        <p:nvSpPr>
          <p:cNvPr id="6" name="Slide Number Placeholder 5"/>
          <p:cNvSpPr>
            <a:spLocks noGrp="1"/>
          </p:cNvSpPr>
          <p:nvPr>
            <p:ph type="sldNum" sz="quarter" idx="12"/>
          </p:nvPr>
        </p:nvSpPr>
        <p:spPr/>
        <p:txBody>
          <a:bodyPr/>
          <a:lstStyle/>
          <a:p>
            <a:pPr algn="l"/>
            <a:fld id="{1DB5ABAE-A3C1-4AF6-9B4A-B8A593CBFB77}" type="slidenum">
              <a:rPr lang="sv-SE" sz="1400" smtClean="0"/>
              <a:pPr algn="l"/>
              <a:t>8</a:t>
            </a:fld>
            <a:endParaRPr lang="sv-SE" sz="1400" dirty="0">
              <a:latin typeface="Times" pitchFamily="1" charset="0"/>
            </a:endParaRPr>
          </a:p>
        </p:txBody>
      </p:sp>
      <p:sp>
        <p:nvSpPr>
          <p:cNvPr id="33" name="Content Placeholder 7"/>
          <p:cNvSpPr txBox="1">
            <a:spLocks/>
          </p:cNvSpPr>
          <p:nvPr/>
        </p:nvSpPr>
        <p:spPr bwMode="auto">
          <a:xfrm>
            <a:off x="857545" y="1763815"/>
            <a:ext cx="8252599" cy="448767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742950" marR="0" lvl="1" indent="-285750" algn="just" defTabSz="914400" rtl="0" eaLnBrk="1" fontAlgn="base" latinLnBrk="0" hangingPunct="1">
              <a:lnSpc>
                <a:spcPct val="100000"/>
              </a:lnSpc>
              <a:spcBef>
                <a:spcPct val="20000"/>
              </a:spcBef>
              <a:spcAft>
                <a:spcPct val="0"/>
              </a:spcAft>
              <a:buClr>
                <a:srgbClr val="0066CC"/>
              </a:buClr>
              <a:buSzTx/>
              <a:buFont typeface="Wingdings" pitchFamily="2" charset="2"/>
              <a:buChar char="§"/>
              <a:tabLst/>
              <a:defRPr/>
            </a:pPr>
            <a:endParaRPr kumimoji="0" lang="en-US" sz="2000" b="0" i="0" u="none" strike="noStrike" kern="0" cap="none" spc="0" normalizeH="0" baseline="0" noProof="0" dirty="0">
              <a:ln>
                <a:noFill/>
              </a:ln>
              <a:solidFill>
                <a:schemeClr val="tx1"/>
              </a:solidFill>
              <a:effectLst/>
              <a:uLnTx/>
              <a:uFillTx/>
              <a:latin typeface="+mn-lt"/>
            </a:endParaRPr>
          </a:p>
          <a:p>
            <a:pPr marL="742950" marR="0" lvl="1" indent="-285750" algn="just" defTabSz="914400" rtl="0" eaLnBrk="1" fontAlgn="base" latinLnBrk="0" hangingPunct="1">
              <a:lnSpc>
                <a:spcPct val="100000"/>
              </a:lnSpc>
              <a:spcBef>
                <a:spcPct val="20000"/>
              </a:spcBef>
              <a:spcAft>
                <a:spcPct val="0"/>
              </a:spcAft>
              <a:buClr>
                <a:srgbClr val="0066CC"/>
              </a:buClr>
              <a:buSzTx/>
              <a:buFont typeface="Wingdings" pitchFamily="2" charset="2"/>
              <a:buChar char="§"/>
              <a:tabLst/>
              <a:defRPr/>
            </a:pPr>
            <a:r>
              <a:rPr lang="en-US" sz="2000" kern="0" dirty="0" err="1">
                <a:latin typeface="+mn-lt"/>
              </a:rPr>
              <a:t>Cảm</a:t>
            </a:r>
            <a:r>
              <a:rPr lang="en-US" sz="2000" kern="0" dirty="0">
                <a:latin typeface="+mn-lt"/>
              </a:rPr>
              <a:t> </a:t>
            </a:r>
            <a:r>
              <a:rPr lang="en-US" sz="2000" kern="0" dirty="0" err="1">
                <a:latin typeface="+mn-lt"/>
              </a:rPr>
              <a:t>biến</a:t>
            </a:r>
            <a:r>
              <a:rPr lang="en-US" sz="2000" kern="0" dirty="0">
                <a:latin typeface="+mn-lt"/>
              </a:rPr>
              <a:t>/ </a:t>
            </a:r>
            <a:r>
              <a:rPr lang="en-US" sz="2000" kern="0" dirty="0" err="1">
                <a:latin typeface="+mn-lt"/>
              </a:rPr>
              <a:t>Đầu</a:t>
            </a:r>
            <a:r>
              <a:rPr lang="en-US" sz="2000" kern="0" dirty="0">
                <a:latin typeface="+mn-lt"/>
              </a:rPr>
              <a:t> </a:t>
            </a:r>
            <a:r>
              <a:rPr lang="en-US" sz="2000" kern="0" dirty="0" err="1">
                <a:latin typeface="+mn-lt"/>
              </a:rPr>
              <a:t>dò</a:t>
            </a:r>
            <a:r>
              <a:rPr lang="en-US" sz="2000" kern="0" dirty="0">
                <a:solidFill>
                  <a:schemeClr val="tx1">
                    <a:lumMod val="75000"/>
                    <a:lumOff val="25000"/>
                  </a:schemeClr>
                </a:solidFill>
                <a:latin typeface="+mn-lt"/>
              </a:rPr>
              <a:t>:</a:t>
            </a:r>
            <a:r>
              <a:rPr lang="en-US" sz="2000" kern="0" dirty="0">
                <a:solidFill>
                  <a:schemeClr val="bg1">
                    <a:lumMod val="65000"/>
                  </a:schemeClr>
                </a:solidFill>
                <a:latin typeface="+mn-lt"/>
              </a:rPr>
              <a:t>  </a:t>
            </a:r>
            <a:r>
              <a:rPr lang="en-US" sz="2000" kern="0" dirty="0" err="1">
                <a:solidFill>
                  <a:schemeClr val="bg1">
                    <a:lumMod val="65000"/>
                  </a:schemeClr>
                </a:solidFill>
                <a:latin typeface="+mn-lt"/>
              </a:rPr>
              <a:t>Chuyển</a:t>
            </a:r>
            <a:r>
              <a:rPr lang="en-US" sz="2000" kern="0" dirty="0">
                <a:solidFill>
                  <a:schemeClr val="bg1">
                    <a:lumMod val="65000"/>
                  </a:schemeClr>
                </a:solidFill>
                <a:latin typeface="+mn-lt"/>
              </a:rPr>
              <a:t> </a:t>
            </a:r>
            <a:r>
              <a:rPr lang="en-US" sz="2000" kern="0" dirty="0" err="1">
                <a:solidFill>
                  <a:schemeClr val="bg1">
                    <a:lumMod val="65000"/>
                  </a:schemeClr>
                </a:solidFill>
                <a:latin typeface="+mn-lt"/>
              </a:rPr>
              <a:t>đổi</a:t>
            </a:r>
            <a:r>
              <a:rPr lang="en-US" sz="2000" kern="0" dirty="0">
                <a:solidFill>
                  <a:schemeClr val="bg1">
                    <a:lumMod val="65000"/>
                  </a:schemeClr>
                </a:solidFill>
                <a:latin typeface="+mn-lt"/>
              </a:rPr>
              <a:t> </a:t>
            </a:r>
            <a:r>
              <a:rPr lang="en-US" sz="2000" kern="0" dirty="0" err="1">
                <a:solidFill>
                  <a:schemeClr val="bg1">
                    <a:lumMod val="65000"/>
                  </a:schemeClr>
                </a:solidFill>
                <a:latin typeface="+mn-lt"/>
              </a:rPr>
              <a:t>các</a:t>
            </a:r>
            <a:r>
              <a:rPr lang="en-US" sz="2000" kern="0" dirty="0">
                <a:solidFill>
                  <a:schemeClr val="bg1">
                    <a:lumMod val="65000"/>
                  </a:schemeClr>
                </a:solidFill>
                <a:latin typeface="+mn-lt"/>
              </a:rPr>
              <a:t> </a:t>
            </a:r>
            <a:r>
              <a:rPr lang="en-US" sz="2000" kern="0" dirty="0" err="1">
                <a:solidFill>
                  <a:schemeClr val="bg1">
                    <a:lumMod val="65000"/>
                  </a:schemeClr>
                </a:solidFill>
                <a:latin typeface="+mn-lt"/>
              </a:rPr>
              <a:t>tín</a:t>
            </a:r>
            <a:r>
              <a:rPr lang="en-US" sz="2000" kern="0" dirty="0">
                <a:solidFill>
                  <a:schemeClr val="bg1">
                    <a:lumMod val="65000"/>
                  </a:schemeClr>
                </a:solidFill>
                <a:latin typeface="+mn-lt"/>
              </a:rPr>
              <a:t> </a:t>
            </a:r>
            <a:r>
              <a:rPr lang="en-US" sz="2000" kern="0" dirty="0" err="1">
                <a:solidFill>
                  <a:schemeClr val="bg1">
                    <a:lumMod val="65000"/>
                  </a:schemeClr>
                </a:solidFill>
                <a:latin typeface="+mn-lt"/>
              </a:rPr>
              <a:t>hiệu</a:t>
            </a:r>
            <a:r>
              <a:rPr lang="en-US" sz="2000" kern="0" dirty="0">
                <a:solidFill>
                  <a:schemeClr val="bg1">
                    <a:lumMod val="65000"/>
                  </a:schemeClr>
                </a:solidFill>
                <a:latin typeface="+mn-lt"/>
              </a:rPr>
              <a:t> </a:t>
            </a:r>
            <a:r>
              <a:rPr lang="en-US" sz="2000" kern="0" dirty="0" err="1">
                <a:solidFill>
                  <a:schemeClr val="bg1">
                    <a:lumMod val="65000"/>
                  </a:schemeClr>
                </a:solidFill>
                <a:latin typeface="+mn-lt"/>
              </a:rPr>
              <a:t>tự</a:t>
            </a:r>
            <a:r>
              <a:rPr lang="en-US" sz="2000" kern="0" dirty="0">
                <a:solidFill>
                  <a:schemeClr val="bg1">
                    <a:lumMod val="65000"/>
                  </a:schemeClr>
                </a:solidFill>
                <a:latin typeface="+mn-lt"/>
              </a:rPr>
              <a:t> </a:t>
            </a:r>
            <a:r>
              <a:rPr lang="en-US" sz="2000" kern="0" dirty="0" err="1">
                <a:solidFill>
                  <a:schemeClr val="bg1">
                    <a:lumMod val="65000"/>
                  </a:schemeClr>
                </a:solidFill>
                <a:latin typeface="+mn-lt"/>
              </a:rPr>
              <a:t>nhiên</a:t>
            </a:r>
            <a:r>
              <a:rPr lang="en-US" sz="2000" kern="0" dirty="0">
                <a:solidFill>
                  <a:schemeClr val="bg1">
                    <a:lumMod val="65000"/>
                  </a:schemeClr>
                </a:solidFill>
                <a:latin typeface="+mn-lt"/>
              </a:rPr>
              <a:t> </a:t>
            </a:r>
            <a:r>
              <a:rPr lang="en-US" sz="2000" kern="0" dirty="0" err="1">
                <a:solidFill>
                  <a:schemeClr val="bg1">
                    <a:lumMod val="65000"/>
                  </a:schemeClr>
                </a:solidFill>
                <a:latin typeface="+mn-lt"/>
              </a:rPr>
              <a:t>thành</a:t>
            </a:r>
            <a:r>
              <a:rPr lang="en-US" sz="2000" kern="0" dirty="0">
                <a:solidFill>
                  <a:schemeClr val="bg1">
                    <a:lumMod val="65000"/>
                  </a:schemeClr>
                </a:solidFill>
                <a:latin typeface="+mn-lt"/>
              </a:rPr>
              <a:t> </a:t>
            </a:r>
            <a:r>
              <a:rPr lang="en-US" sz="2000" kern="0" dirty="0" err="1">
                <a:solidFill>
                  <a:schemeClr val="bg1">
                    <a:lumMod val="65000"/>
                  </a:schemeClr>
                </a:solidFill>
                <a:latin typeface="+mn-lt"/>
              </a:rPr>
              <a:t>tín</a:t>
            </a:r>
            <a:r>
              <a:rPr lang="en-US" sz="2000" kern="0" dirty="0">
                <a:solidFill>
                  <a:schemeClr val="bg1">
                    <a:lumMod val="65000"/>
                  </a:schemeClr>
                </a:solidFill>
                <a:latin typeface="+mn-lt"/>
              </a:rPr>
              <a:t> </a:t>
            </a:r>
            <a:r>
              <a:rPr lang="en-US" sz="2000" kern="0" dirty="0" err="1">
                <a:solidFill>
                  <a:schemeClr val="bg1">
                    <a:lumMod val="65000"/>
                  </a:schemeClr>
                </a:solidFill>
                <a:latin typeface="+mn-lt"/>
              </a:rPr>
              <a:t>hiệu</a:t>
            </a:r>
            <a:r>
              <a:rPr lang="en-US" sz="2000" kern="0" dirty="0">
                <a:solidFill>
                  <a:schemeClr val="bg1">
                    <a:lumMod val="65000"/>
                  </a:schemeClr>
                </a:solidFill>
                <a:latin typeface="+mn-lt"/>
              </a:rPr>
              <a:t> </a:t>
            </a:r>
            <a:r>
              <a:rPr lang="en-US" sz="2000" kern="0" dirty="0" err="1">
                <a:solidFill>
                  <a:schemeClr val="bg1">
                    <a:lumMod val="65000"/>
                  </a:schemeClr>
                </a:solidFill>
                <a:latin typeface="+mn-lt"/>
              </a:rPr>
              <a:t>điện</a:t>
            </a:r>
            <a:r>
              <a:rPr lang="en-US" sz="2000" kern="0" dirty="0">
                <a:solidFill>
                  <a:schemeClr val="bg1">
                    <a:lumMod val="65000"/>
                  </a:schemeClr>
                </a:solidFill>
                <a:latin typeface="+mn-lt"/>
              </a:rPr>
              <a:t> </a:t>
            </a:r>
            <a:r>
              <a:rPr lang="en-US" sz="2000" kern="0" dirty="0" err="1">
                <a:solidFill>
                  <a:schemeClr val="bg1">
                    <a:lumMod val="65000"/>
                  </a:schemeClr>
                </a:solidFill>
                <a:latin typeface="+mn-lt"/>
              </a:rPr>
              <a:t>tử</a:t>
            </a:r>
            <a:r>
              <a:rPr lang="en-US" sz="2000" kern="0" dirty="0">
                <a:solidFill>
                  <a:schemeClr val="bg1">
                    <a:lumMod val="65000"/>
                  </a:schemeClr>
                </a:solidFill>
                <a:latin typeface="+mn-lt"/>
              </a:rPr>
              <a:t>. </a:t>
            </a:r>
          </a:p>
          <a:p>
            <a:pPr marL="742950" marR="0" lvl="1" indent="-285750" algn="just" defTabSz="914400" rtl="0" eaLnBrk="1" fontAlgn="base" latinLnBrk="0" hangingPunct="1">
              <a:lnSpc>
                <a:spcPct val="100000"/>
              </a:lnSpc>
              <a:spcBef>
                <a:spcPct val="20000"/>
              </a:spcBef>
              <a:spcAft>
                <a:spcPct val="0"/>
              </a:spcAft>
              <a:buClr>
                <a:srgbClr val="0066CC"/>
              </a:buClr>
              <a:buSzTx/>
              <a:buFont typeface="Wingdings" pitchFamily="2" charset="2"/>
              <a:buChar char="§"/>
              <a:tabLst/>
              <a:defRPr/>
            </a:pPr>
            <a:endParaRPr lang="en-US" sz="2000" kern="0" dirty="0">
              <a:solidFill>
                <a:schemeClr val="bg1">
                  <a:lumMod val="65000"/>
                </a:schemeClr>
              </a:solidFill>
              <a:latin typeface="+mn-lt"/>
            </a:endParaRPr>
          </a:p>
          <a:p>
            <a:pPr marL="742950" lvl="1" indent="-285750" algn="just" eaLnBrk="1" hangingPunct="1">
              <a:spcBef>
                <a:spcPct val="20000"/>
              </a:spcBef>
              <a:buClr>
                <a:srgbClr val="0066CC"/>
              </a:buClr>
              <a:buFont typeface="Wingdings" pitchFamily="2" charset="2"/>
              <a:buChar char="§"/>
              <a:defRPr/>
            </a:pPr>
            <a:r>
              <a:rPr lang="en-US" sz="2000" kern="0" dirty="0" err="1">
                <a:latin typeface="+mn-lt"/>
              </a:rPr>
              <a:t>Bộ</a:t>
            </a:r>
            <a:r>
              <a:rPr lang="en-US" sz="2000" kern="0" dirty="0">
                <a:latin typeface="+mn-lt"/>
              </a:rPr>
              <a:t> </a:t>
            </a:r>
            <a:r>
              <a:rPr lang="en-US" sz="2000" kern="0" dirty="0" err="1">
                <a:latin typeface="+mn-lt"/>
              </a:rPr>
              <a:t>lọc</a:t>
            </a:r>
            <a:r>
              <a:rPr lang="en-US" sz="2000" kern="0" dirty="0">
                <a:latin typeface="+mn-lt"/>
              </a:rPr>
              <a:t>: </a:t>
            </a:r>
            <a:r>
              <a:rPr lang="en-US" sz="2000" kern="0" dirty="0" err="1">
                <a:solidFill>
                  <a:schemeClr val="bg1">
                    <a:lumMod val="65000"/>
                  </a:schemeClr>
                </a:solidFill>
                <a:latin typeface="+mn-lt"/>
              </a:rPr>
              <a:t>Các</a:t>
            </a:r>
            <a:r>
              <a:rPr lang="en-US" sz="2000" kern="0" dirty="0">
                <a:solidFill>
                  <a:schemeClr val="bg1">
                    <a:lumMod val="65000"/>
                  </a:schemeClr>
                </a:solidFill>
                <a:latin typeface="+mn-lt"/>
              </a:rPr>
              <a:t> </a:t>
            </a:r>
            <a:r>
              <a:rPr lang="en-US" sz="2000" kern="0" dirty="0" err="1">
                <a:solidFill>
                  <a:schemeClr val="bg1">
                    <a:lumMod val="65000"/>
                  </a:schemeClr>
                </a:solidFill>
                <a:latin typeface="+mn-lt"/>
              </a:rPr>
              <a:t>tín</a:t>
            </a:r>
            <a:r>
              <a:rPr lang="en-US" sz="2000" kern="0" dirty="0">
                <a:solidFill>
                  <a:schemeClr val="bg1">
                    <a:lumMod val="65000"/>
                  </a:schemeClr>
                </a:solidFill>
                <a:latin typeface="+mn-lt"/>
              </a:rPr>
              <a:t> </a:t>
            </a:r>
            <a:r>
              <a:rPr lang="en-US" sz="2000" kern="0" dirty="0" err="1">
                <a:solidFill>
                  <a:schemeClr val="bg1">
                    <a:lumMod val="65000"/>
                  </a:schemeClr>
                </a:solidFill>
                <a:latin typeface="+mn-lt"/>
              </a:rPr>
              <a:t>hiệu</a:t>
            </a:r>
            <a:r>
              <a:rPr lang="en-US" sz="2000" kern="0" dirty="0">
                <a:solidFill>
                  <a:schemeClr val="bg1">
                    <a:lumMod val="65000"/>
                  </a:schemeClr>
                </a:solidFill>
                <a:latin typeface="+mn-lt"/>
              </a:rPr>
              <a:t> </a:t>
            </a:r>
            <a:r>
              <a:rPr lang="en-US" sz="2000" kern="0" dirty="0" err="1">
                <a:solidFill>
                  <a:schemeClr val="bg1">
                    <a:lumMod val="65000"/>
                  </a:schemeClr>
                </a:solidFill>
                <a:latin typeface="+mn-lt"/>
              </a:rPr>
              <a:t>điện</a:t>
            </a:r>
            <a:r>
              <a:rPr lang="en-US" sz="2000" kern="0" dirty="0">
                <a:solidFill>
                  <a:schemeClr val="bg1">
                    <a:lumMod val="65000"/>
                  </a:schemeClr>
                </a:solidFill>
                <a:latin typeface="+mn-lt"/>
              </a:rPr>
              <a:t> </a:t>
            </a:r>
            <a:r>
              <a:rPr lang="en-US" sz="2000" kern="0" dirty="0" err="1">
                <a:solidFill>
                  <a:schemeClr val="bg1">
                    <a:lumMod val="65000"/>
                  </a:schemeClr>
                </a:solidFill>
                <a:latin typeface="+mn-lt"/>
              </a:rPr>
              <a:t>tử</a:t>
            </a:r>
            <a:r>
              <a:rPr lang="en-US" sz="2000" kern="0" dirty="0">
                <a:solidFill>
                  <a:schemeClr val="bg1">
                    <a:lumMod val="65000"/>
                  </a:schemeClr>
                </a:solidFill>
                <a:latin typeface="+mn-lt"/>
              </a:rPr>
              <a:t> </a:t>
            </a:r>
            <a:r>
              <a:rPr lang="en-US" sz="2000" kern="0" dirty="0" err="1">
                <a:solidFill>
                  <a:schemeClr val="bg1">
                    <a:lumMod val="65000"/>
                  </a:schemeClr>
                </a:solidFill>
                <a:latin typeface="+mn-lt"/>
              </a:rPr>
              <a:t>sẽ</a:t>
            </a:r>
            <a:r>
              <a:rPr lang="en-US" sz="2000" kern="0" dirty="0">
                <a:solidFill>
                  <a:schemeClr val="bg1">
                    <a:lumMod val="65000"/>
                  </a:schemeClr>
                </a:solidFill>
                <a:latin typeface="+mn-lt"/>
              </a:rPr>
              <a:t> </a:t>
            </a:r>
            <a:r>
              <a:rPr lang="en-US" sz="2000" kern="0" dirty="0" err="1">
                <a:solidFill>
                  <a:schemeClr val="bg1">
                    <a:lumMod val="65000"/>
                  </a:schemeClr>
                </a:solidFill>
                <a:latin typeface="+mn-lt"/>
              </a:rPr>
              <a:t>được</a:t>
            </a:r>
            <a:r>
              <a:rPr lang="en-US" sz="2000" kern="0" dirty="0">
                <a:solidFill>
                  <a:schemeClr val="bg1">
                    <a:lumMod val="65000"/>
                  </a:schemeClr>
                </a:solidFill>
                <a:latin typeface="+mn-lt"/>
              </a:rPr>
              <a:t> </a:t>
            </a:r>
            <a:r>
              <a:rPr lang="en-US" sz="2000" kern="0" dirty="0" err="1">
                <a:solidFill>
                  <a:schemeClr val="bg1">
                    <a:lumMod val="65000"/>
                  </a:schemeClr>
                </a:solidFill>
                <a:latin typeface="+mn-lt"/>
              </a:rPr>
              <a:t>lọc</a:t>
            </a:r>
            <a:r>
              <a:rPr lang="en-US" sz="2000" kern="0" dirty="0">
                <a:solidFill>
                  <a:schemeClr val="bg1">
                    <a:lumMod val="65000"/>
                  </a:schemeClr>
                </a:solidFill>
                <a:latin typeface="+mn-lt"/>
              </a:rPr>
              <a:t> </a:t>
            </a:r>
            <a:r>
              <a:rPr lang="en-US" sz="2000" kern="0" dirty="0" err="1">
                <a:solidFill>
                  <a:schemeClr val="bg1">
                    <a:lumMod val="65000"/>
                  </a:schemeClr>
                </a:solidFill>
                <a:latin typeface="+mn-lt"/>
              </a:rPr>
              <a:t>bỏ</a:t>
            </a:r>
            <a:r>
              <a:rPr lang="en-US" sz="2000" kern="0" dirty="0">
                <a:solidFill>
                  <a:schemeClr val="bg1">
                    <a:lumMod val="65000"/>
                  </a:schemeClr>
                </a:solidFill>
                <a:latin typeface="+mn-lt"/>
              </a:rPr>
              <a:t> </a:t>
            </a:r>
            <a:r>
              <a:rPr lang="en-US" sz="2000" kern="0" dirty="0" err="1">
                <a:solidFill>
                  <a:schemeClr val="bg1">
                    <a:lumMod val="65000"/>
                  </a:schemeClr>
                </a:solidFill>
                <a:latin typeface="+mn-lt"/>
              </a:rPr>
              <a:t>nhiễu</a:t>
            </a:r>
            <a:r>
              <a:rPr lang="en-US" sz="2000" kern="0" dirty="0">
                <a:solidFill>
                  <a:schemeClr val="bg1">
                    <a:lumMod val="65000"/>
                  </a:schemeClr>
                </a:solidFill>
                <a:latin typeface="+mn-lt"/>
              </a:rPr>
              <a:t> </a:t>
            </a:r>
            <a:r>
              <a:rPr lang="en-US" sz="2000" kern="0" dirty="0" err="1">
                <a:solidFill>
                  <a:schemeClr val="bg1">
                    <a:lumMod val="65000"/>
                  </a:schemeClr>
                </a:solidFill>
                <a:latin typeface="+mn-lt"/>
              </a:rPr>
              <a:t>khi</a:t>
            </a:r>
            <a:r>
              <a:rPr lang="en-US" sz="2000" kern="0" dirty="0">
                <a:solidFill>
                  <a:schemeClr val="bg1">
                    <a:lumMod val="65000"/>
                  </a:schemeClr>
                </a:solidFill>
                <a:latin typeface="+mn-lt"/>
              </a:rPr>
              <a:t> </a:t>
            </a:r>
            <a:r>
              <a:rPr lang="en-US" sz="2000" kern="0" dirty="0" err="1">
                <a:solidFill>
                  <a:schemeClr val="bg1">
                    <a:lumMod val="65000"/>
                  </a:schemeClr>
                </a:solidFill>
                <a:latin typeface="+mn-lt"/>
              </a:rPr>
              <a:t>đi</a:t>
            </a:r>
            <a:r>
              <a:rPr lang="en-US" sz="2000" kern="0" dirty="0">
                <a:solidFill>
                  <a:schemeClr val="bg1">
                    <a:lumMod val="65000"/>
                  </a:schemeClr>
                </a:solidFill>
                <a:latin typeface="+mn-lt"/>
              </a:rPr>
              <a:t> qua </a:t>
            </a:r>
            <a:r>
              <a:rPr lang="en-US" sz="2000" kern="0" dirty="0" err="1">
                <a:solidFill>
                  <a:schemeClr val="bg1">
                    <a:lumMod val="65000"/>
                  </a:schemeClr>
                </a:solidFill>
                <a:latin typeface="+mn-lt"/>
              </a:rPr>
              <a:t>bộ</a:t>
            </a:r>
            <a:r>
              <a:rPr lang="en-US" sz="2000" kern="0" dirty="0">
                <a:solidFill>
                  <a:schemeClr val="bg1">
                    <a:lumMod val="65000"/>
                  </a:schemeClr>
                </a:solidFill>
                <a:latin typeface="+mn-lt"/>
              </a:rPr>
              <a:t> </a:t>
            </a:r>
            <a:r>
              <a:rPr lang="en-US" sz="2000" kern="0" dirty="0" err="1">
                <a:solidFill>
                  <a:schemeClr val="bg1">
                    <a:lumMod val="65000"/>
                  </a:schemeClr>
                </a:solidFill>
                <a:latin typeface="+mn-lt"/>
              </a:rPr>
              <a:t>lọc</a:t>
            </a:r>
            <a:r>
              <a:rPr lang="en-US" sz="2000" kern="0" dirty="0">
                <a:solidFill>
                  <a:schemeClr val="bg1">
                    <a:lumMod val="65000"/>
                  </a:schemeClr>
                </a:solidFill>
                <a:latin typeface="+mn-lt"/>
              </a:rPr>
              <a:t>.</a:t>
            </a:r>
          </a:p>
          <a:p>
            <a:pPr marL="742950" marR="0" lvl="1" indent="-285750" algn="just" defTabSz="914400" rtl="0" eaLnBrk="1" fontAlgn="base" latinLnBrk="0" hangingPunct="1">
              <a:lnSpc>
                <a:spcPct val="100000"/>
              </a:lnSpc>
              <a:spcBef>
                <a:spcPct val="20000"/>
              </a:spcBef>
              <a:spcAft>
                <a:spcPct val="0"/>
              </a:spcAft>
              <a:buClr>
                <a:srgbClr val="0066CC"/>
              </a:buClr>
              <a:buSzTx/>
              <a:buFont typeface="Wingdings" pitchFamily="2" charset="2"/>
              <a:buChar char="§"/>
              <a:tabLst/>
              <a:defRPr/>
            </a:pPr>
            <a:endParaRPr lang="en-US" sz="1600" kern="0" dirty="0">
              <a:latin typeface="+mn-lt"/>
            </a:endParaRPr>
          </a:p>
          <a:p>
            <a:pPr marL="742950" lvl="1" indent="-285750" algn="just" eaLnBrk="1" hangingPunct="1">
              <a:spcBef>
                <a:spcPct val="20000"/>
              </a:spcBef>
              <a:buClr>
                <a:srgbClr val="0066CC"/>
              </a:buClr>
              <a:buFont typeface="Wingdings" pitchFamily="2" charset="2"/>
              <a:buChar char="§"/>
            </a:pPr>
            <a:r>
              <a:rPr lang="en-US" sz="2000" kern="0" dirty="0" err="1">
                <a:latin typeface="+mn-lt"/>
              </a:rPr>
              <a:t>Bộ</a:t>
            </a:r>
            <a:r>
              <a:rPr lang="en-US" sz="2000" kern="0" dirty="0">
                <a:latin typeface="+mn-lt"/>
              </a:rPr>
              <a:t> </a:t>
            </a:r>
            <a:r>
              <a:rPr lang="en-US" sz="2000" kern="0" dirty="0" err="1">
                <a:latin typeface="+mn-lt"/>
              </a:rPr>
              <a:t>khuếch</a:t>
            </a:r>
            <a:r>
              <a:rPr lang="en-US" sz="2000" kern="0" dirty="0">
                <a:latin typeface="+mn-lt"/>
              </a:rPr>
              <a:t> </a:t>
            </a:r>
            <a:r>
              <a:rPr lang="en-US" sz="2000" kern="0" dirty="0" err="1">
                <a:latin typeface="+mn-lt"/>
              </a:rPr>
              <a:t>đại</a:t>
            </a:r>
            <a:r>
              <a:rPr lang="en-US" sz="2000" kern="0" dirty="0">
                <a:latin typeface="+mn-lt"/>
              </a:rPr>
              <a:t>: </a:t>
            </a:r>
            <a:r>
              <a:rPr lang="en-US" sz="2000" kern="0" dirty="0" err="1">
                <a:solidFill>
                  <a:schemeClr val="bg1">
                    <a:lumMod val="65000"/>
                  </a:schemeClr>
                </a:solidFill>
                <a:latin typeface="+mn-lt"/>
              </a:rPr>
              <a:t>Có</a:t>
            </a:r>
            <a:r>
              <a:rPr lang="en-US" sz="2000" kern="0" dirty="0">
                <a:solidFill>
                  <a:schemeClr val="bg1">
                    <a:lumMod val="65000"/>
                  </a:schemeClr>
                </a:solidFill>
                <a:latin typeface="+mn-lt"/>
              </a:rPr>
              <a:t> </a:t>
            </a:r>
            <a:r>
              <a:rPr lang="en-US" sz="2000" kern="0" dirty="0" err="1">
                <a:solidFill>
                  <a:schemeClr val="bg1">
                    <a:lumMod val="65000"/>
                  </a:schemeClr>
                </a:solidFill>
                <a:latin typeface="+mn-lt"/>
              </a:rPr>
              <a:t>tác</a:t>
            </a:r>
            <a:r>
              <a:rPr lang="en-US" sz="2000" kern="0" dirty="0">
                <a:solidFill>
                  <a:schemeClr val="bg1">
                    <a:lumMod val="65000"/>
                  </a:schemeClr>
                </a:solidFill>
                <a:latin typeface="+mn-lt"/>
              </a:rPr>
              <a:t> </a:t>
            </a:r>
            <a:r>
              <a:rPr lang="en-US" sz="2000" kern="0" dirty="0" err="1">
                <a:solidFill>
                  <a:schemeClr val="bg1">
                    <a:lumMod val="65000"/>
                  </a:schemeClr>
                </a:solidFill>
                <a:latin typeface="+mn-lt"/>
              </a:rPr>
              <a:t>dụng</a:t>
            </a:r>
            <a:r>
              <a:rPr lang="en-US" sz="2000" kern="0" dirty="0">
                <a:solidFill>
                  <a:schemeClr val="bg1">
                    <a:lumMod val="65000"/>
                  </a:schemeClr>
                </a:solidFill>
                <a:latin typeface="+mn-lt"/>
              </a:rPr>
              <a:t> </a:t>
            </a:r>
            <a:r>
              <a:rPr lang="en-US" sz="2000" kern="0" dirty="0" err="1">
                <a:solidFill>
                  <a:schemeClr val="bg1">
                    <a:lumMod val="65000"/>
                  </a:schemeClr>
                </a:solidFill>
                <a:latin typeface="+mn-lt"/>
              </a:rPr>
              <a:t>khuếch</a:t>
            </a:r>
            <a:r>
              <a:rPr lang="en-US" sz="2000" kern="0" dirty="0">
                <a:solidFill>
                  <a:schemeClr val="bg1">
                    <a:lumMod val="65000"/>
                  </a:schemeClr>
                </a:solidFill>
                <a:latin typeface="+mn-lt"/>
              </a:rPr>
              <a:t> </a:t>
            </a:r>
            <a:r>
              <a:rPr lang="en-US" sz="2000" kern="0" dirty="0" err="1">
                <a:solidFill>
                  <a:schemeClr val="bg1">
                    <a:lumMod val="65000"/>
                  </a:schemeClr>
                </a:solidFill>
                <a:latin typeface="+mn-lt"/>
              </a:rPr>
              <a:t>đại</a:t>
            </a:r>
            <a:r>
              <a:rPr lang="en-US" sz="2000" kern="0" dirty="0">
                <a:solidFill>
                  <a:schemeClr val="bg1">
                    <a:lumMod val="65000"/>
                  </a:schemeClr>
                </a:solidFill>
                <a:latin typeface="+mn-lt"/>
              </a:rPr>
              <a:t> </a:t>
            </a:r>
            <a:r>
              <a:rPr lang="en-US" sz="2000" kern="0" dirty="0" err="1">
                <a:solidFill>
                  <a:schemeClr val="bg1">
                    <a:lumMod val="65000"/>
                  </a:schemeClr>
                </a:solidFill>
                <a:latin typeface="+mn-lt"/>
              </a:rPr>
              <a:t>tín</a:t>
            </a:r>
            <a:r>
              <a:rPr lang="en-US" sz="2000" kern="0" dirty="0">
                <a:solidFill>
                  <a:schemeClr val="bg1">
                    <a:lumMod val="65000"/>
                  </a:schemeClr>
                </a:solidFill>
                <a:latin typeface="+mn-lt"/>
              </a:rPr>
              <a:t> </a:t>
            </a:r>
            <a:r>
              <a:rPr lang="en-US" sz="2000" kern="0" dirty="0" err="1">
                <a:solidFill>
                  <a:schemeClr val="bg1">
                    <a:lumMod val="65000"/>
                  </a:schemeClr>
                </a:solidFill>
                <a:latin typeface="+mn-lt"/>
              </a:rPr>
              <a:t>hiệu</a:t>
            </a:r>
            <a:r>
              <a:rPr lang="en-US" sz="2000" kern="0" dirty="0">
                <a:solidFill>
                  <a:schemeClr val="bg1">
                    <a:lumMod val="65000"/>
                  </a:schemeClr>
                </a:solidFill>
                <a:latin typeface="+mn-lt"/>
              </a:rPr>
              <a:t> </a:t>
            </a:r>
            <a:r>
              <a:rPr lang="en-US" sz="2000" kern="0" dirty="0" err="1">
                <a:solidFill>
                  <a:schemeClr val="bg1">
                    <a:lumMod val="65000"/>
                  </a:schemeClr>
                </a:solidFill>
                <a:latin typeface="+mn-lt"/>
              </a:rPr>
              <a:t>điện</a:t>
            </a:r>
            <a:r>
              <a:rPr lang="en-US" sz="2000" kern="0" dirty="0">
                <a:solidFill>
                  <a:schemeClr val="bg1">
                    <a:lumMod val="65000"/>
                  </a:schemeClr>
                </a:solidFill>
                <a:latin typeface="+mn-lt"/>
              </a:rPr>
              <a:t> </a:t>
            </a:r>
            <a:r>
              <a:rPr lang="en-US" sz="2000" kern="0" dirty="0" err="1">
                <a:solidFill>
                  <a:schemeClr val="bg1">
                    <a:lumMod val="65000"/>
                  </a:schemeClr>
                </a:solidFill>
                <a:latin typeface="+mn-lt"/>
              </a:rPr>
              <a:t>tử</a:t>
            </a:r>
            <a:r>
              <a:rPr lang="en-US" sz="2000" kern="0" dirty="0">
                <a:solidFill>
                  <a:schemeClr val="bg1">
                    <a:lumMod val="65000"/>
                  </a:schemeClr>
                </a:solidFill>
                <a:latin typeface="+mn-lt"/>
              </a:rPr>
              <a:t>.</a:t>
            </a:r>
            <a:endParaRPr kumimoji="0" lang="en-US" sz="2400" b="0" i="0" u="none" strike="noStrike" kern="0" cap="none" spc="0" normalizeH="0" baseline="0" noProof="0" dirty="0">
              <a:ln>
                <a:noFill/>
              </a:ln>
              <a:solidFill>
                <a:schemeClr val="bg1">
                  <a:lumMod val="65000"/>
                </a:schemeClr>
              </a:solidFill>
              <a:effectLst/>
              <a:uLnTx/>
              <a:uFillTx/>
              <a:latin typeface="+mn-lt"/>
            </a:endParaRPr>
          </a:p>
          <a:p>
            <a:pPr marL="800100" lvl="1" indent="-342900" algn="l" eaLnBrk="1" hangingPunct="1">
              <a:spcBef>
                <a:spcPct val="20000"/>
              </a:spcBef>
              <a:buClr>
                <a:srgbClr val="0066CC"/>
              </a:buClr>
              <a:buFont typeface="Wingdings" pitchFamily="2" charset="2"/>
              <a:buChar char="§"/>
              <a:defRPr/>
            </a:pPr>
            <a:endParaRPr kumimoji="0" lang="en-US" b="0" i="0" u="none" strike="noStrike" kern="0" cap="none" spc="0" normalizeH="0" baseline="0" noProof="0" dirty="0">
              <a:ln>
                <a:noFill/>
              </a:ln>
              <a:solidFill>
                <a:schemeClr val="tx1"/>
              </a:solidFill>
              <a:effectLst/>
              <a:uLnTx/>
              <a:uFillTx/>
              <a:latin typeface="+mn-lt"/>
              <a:ea typeface="+mn-ea"/>
              <a:cs typeface="+mn-cs"/>
            </a:endParaRPr>
          </a:p>
          <a:p>
            <a:pPr marL="742950" lvl="1" indent="-285750" algn="just" eaLnBrk="1" hangingPunct="1">
              <a:spcBef>
                <a:spcPct val="20000"/>
              </a:spcBef>
              <a:buClr>
                <a:srgbClr val="0066CC"/>
              </a:buClr>
              <a:buFont typeface="Wingdings" pitchFamily="2" charset="2"/>
              <a:buChar char="§"/>
              <a:defRPr/>
            </a:pPr>
            <a:r>
              <a:rPr lang="en-US" sz="2000" kern="0" dirty="0" err="1">
                <a:latin typeface="+mn-lt"/>
              </a:rPr>
              <a:t>Bộ</a:t>
            </a:r>
            <a:r>
              <a:rPr lang="en-US" sz="2000" kern="0" dirty="0">
                <a:latin typeface="+mn-lt"/>
              </a:rPr>
              <a:t> </a:t>
            </a:r>
            <a:r>
              <a:rPr lang="en-US" sz="2000" kern="0" dirty="0" err="1">
                <a:latin typeface="+mn-lt"/>
              </a:rPr>
              <a:t>chuyển</a:t>
            </a:r>
            <a:r>
              <a:rPr lang="en-US" sz="2000" kern="0" dirty="0">
                <a:latin typeface="+mn-lt"/>
              </a:rPr>
              <a:t> </a:t>
            </a:r>
            <a:r>
              <a:rPr lang="en-US" sz="2000" kern="0" dirty="0" err="1">
                <a:latin typeface="+mn-lt"/>
              </a:rPr>
              <a:t>đổi</a:t>
            </a:r>
            <a:r>
              <a:rPr lang="en-US" sz="2000" kern="0" dirty="0">
                <a:latin typeface="+mn-lt"/>
              </a:rPr>
              <a:t> A/D </a:t>
            </a:r>
            <a:r>
              <a:rPr lang="en-US" sz="2000" kern="0" dirty="0" err="1">
                <a:latin typeface="+mn-lt"/>
              </a:rPr>
              <a:t>và</a:t>
            </a:r>
            <a:r>
              <a:rPr lang="en-US" sz="2000" kern="0" dirty="0">
                <a:latin typeface="+mn-lt"/>
              </a:rPr>
              <a:t> D/A : </a:t>
            </a:r>
            <a:r>
              <a:rPr lang="en-US" sz="2000" kern="0" dirty="0" err="1">
                <a:solidFill>
                  <a:schemeClr val="bg1">
                    <a:lumMod val="65000"/>
                  </a:schemeClr>
                </a:solidFill>
              </a:rPr>
              <a:t>Có</a:t>
            </a:r>
            <a:r>
              <a:rPr lang="en-US" sz="2000" kern="0" dirty="0">
                <a:solidFill>
                  <a:schemeClr val="bg1">
                    <a:lumMod val="65000"/>
                  </a:schemeClr>
                </a:solidFill>
              </a:rPr>
              <a:t> </a:t>
            </a:r>
            <a:r>
              <a:rPr lang="en-US" sz="2000" kern="0" dirty="0" err="1">
                <a:solidFill>
                  <a:schemeClr val="bg1">
                    <a:lumMod val="65000"/>
                  </a:schemeClr>
                </a:solidFill>
              </a:rPr>
              <a:t>tác</a:t>
            </a:r>
            <a:r>
              <a:rPr lang="en-US" sz="2000" kern="0" dirty="0">
                <a:solidFill>
                  <a:schemeClr val="bg1">
                    <a:lumMod val="65000"/>
                  </a:schemeClr>
                </a:solidFill>
              </a:rPr>
              <a:t> </a:t>
            </a:r>
            <a:r>
              <a:rPr lang="en-US" sz="2000" kern="0" dirty="0" err="1">
                <a:solidFill>
                  <a:schemeClr val="bg1">
                    <a:lumMod val="65000"/>
                  </a:schemeClr>
                </a:solidFill>
              </a:rPr>
              <a:t>dụng</a:t>
            </a:r>
            <a:r>
              <a:rPr lang="en-US" sz="2000" kern="0" dirty="0">
                <a:solidFill>
                  <a:schemeClr val="bg1">
                    <a:lumMod val="65000"/>
                  </a:schemeClr>
                </a:solidFill>
              </a:rPr>
              <a:t> </a:t>
            </a:r>
            <a:r>
              <a:rPr lang="en-US" sz="2000" kern="0" dirty="0" err="1">
                <a:solidFill>
                  <a:schemeClr val="bg1">
                    <a:lumMod val="65000"/>
                  </a:schemeClr>
                </a:solidFill>
              </a:rPr>
              <a:t>chuyển</a:t>
            </a:r>
            <a:r>
              <a:rPr lang="en-US" sz="2000" kern="0" dirty="0">
                <a:solidFill>
                  <a:schemeClr val="bg1">
                    <a:lumMod val="65000"/>
                  </a:schemeClr>
                </a:solidFill>
              </a:rPr>
              <a:t> </a:t>
            </a:r>
            <a:r>
              <a:rPr lang="en-US" sz="2000" kern="0" dirty="0" err="1">
                <a:solidFill>
                  <a:schemeClr val="bg1">
                    <a:lumMod val="65000"/>
                  </a:schemeClr>
                </a:solidFill>
              </a:rPr>
              <a:t>đổi</a:t>
            </a:r>
            <a:r>
              <a:rPr lang="en-US" sz="2000" kern="0" dirty="0">
                <a:solidFill>
                  <a:schemeClr val="bg1">
                    <a:lumMod val="65000"/>
                  </a:schemeClr>
                </a:solidFill>
              </a:rPr>
              <a:t> </a:t>
            </a:r>
            <a:r>
              <a:rPr lang="en-US" sz="2000" kern="0" dirty="0" err="1">
                <a:solidFill>
                  <a:schemeClr val="bg1">
                    <a:lumMod val="65000"/>
                  </a:schemeClr>
                </a:solidFill>
              </a:rPr>
              <a:t>các</a:t>
            </a:r>
            <a:r>
              <a:rPr lang="en-US" sz="2000" kern="0" dirty="0">
                <a:solidFill>
                  <a:schemeClr val="bg1">
                    <a:lumMod val="65000"/>
                  </a:schemeClr>
                </a:solidFill>
              </a:rPr>
              <a:t> </a:t>
            </a:r>
            <a:r>
              <a:rPr lang="en-US" sz="2000" kern="0" dirty="0" err="1">
                <a:solidFill>
                  <a:schemeClr val="bg1">
                    <a:lumMod val="65000"/>
                  </a:schemeClr>
                </a:solidFill>
              </a:rPr>
              <a:t>tín</a:t>
            </a:r>
            <a:r>
              <a:rPr lang="en-US" sz="2000" kern="0" dirty="0">
                <a:solidFill>
                  <a:schemeClr val="bg1">
                    <a:lumMod val="65000"/>
                  </a:schemeClr>
                </a:solidFill>
              </a:rPr>
              <a:t> </a:t>
            </a:r>
            <a:r>
              <a:rPr lang="en-US" sz="2000" kern="0" dirty="0" err="1">
                <a:solidFill>
                  <a:schemeClr val="bg1">
                    <a:lumMod val="65000"/>
                  </a:schemeClr>
                </a:solidFill>
              </a:rPr>
              <a:t>hiệu</a:t>
            </a:r>
            <a:r>
              <a:rPr lang="en-US" sz="2000" kern="0" dirty="0">
                <a:solidFill>
                  <a:schemeClr val="bg1">
                    <a:lumMod val="65000"/>
                  </a:schemeClr>
                </a:solidFill>
              </a:rPr>
              <a:t> </a:t>
            </a:r>
            <a:r>
              <a:rPr lang="en-US" sz="2000" kern="0" dirty="0" err="1">
                <a:solidFill>
                  <a:schemeClr val="bg1">
                    <a:lumMod val="65000"/>
                  </a:schemeClr>
                </a:solidFill>
              </a:rPr>
              <a:t>tương</a:t>
            </a:r>
            <a:r>
              <a:rPr lang="en-US" sz="2000" kern="0" dirty="0">
                <a:solidFill>
                  <a:schemeClr val="bg1">
                    <a:lumMod val="65000"/>
                  </a:schemeClr>
                </a:solidFill>
              </a:rPr>
              <a:t> </a:t>
            </a:r>
            <a:r>
              <a:rPr lang="en-US" sz="2000" kern="0" dirty="0" err="1">
                <a:solidFill>
                  <a:schemeClr val="bg1">
                    <a:lumMod val="65000"/>
                  </a:schemeClr>
                </a:solidFill>
              </a:rPr>
              <a:t>tự</a:t>
            </a:r>
            <a:r>
              <a:rPr lang="en-US" sz="2000" kern="0" dirty="0">
                <a:solidFill>
                  <a:schemeClr val="bg1">
                    <a:lumMod val="65000"/>
                  </a:schemeClr>
                </a:solidFill>
              </a:rPr>
              <a:t> sang </a:t>
            </a:r>
            <a:r>
              <a:rPr lang="en-US" sz="2000" kern="0" dirty="0" err="1">
                <a:solidFill>
                  <a:schemeClr val="bg1">
                    <a:lumMod val="65000"/>
                  </a:schemeClr>
                </a:solidFill>
              </a:rPr>
              <a:t>tín</a:t>
            </a:r>
            <a:r>
              <a:rPr lang="en-US" sz="2000" kern="0" dirty="0">
                <a:solidFill>
                  <a:schemeClr val="bg1">
                    <a:lumMod val="65000"/>
                  </a:schemeClr>
                </a:solidFill>
              </a:rPr>
              <a:t> </a:t>
            </a:r>
            <a:r>
              <a:rPr lang="en-US" sz="2000" kern="0" dirty="0" err="1">
                <a:solidFill>
                  <a:schemeClr val="bg1">
                    <a:lumMod val="65000"/>
                  </a:schemeClr>
                </a:solidFill>
              </a:rPr>
              <a:t>hiệu</a:t>
            </a:r>
            <a:r>
              <a:rPr lang="en-US" sz="2000" kern="0" dirty="0">
                <a:solidFill>
                  <a:schemeClr val="bg1">
                    <a:lumMod val="65000"/>
                  </a:schemeClr>
                </a:solidFill>
              </a:rPr>
              <a:t> </a:t>
            </a:r>
            <a:r>
              <a:rPr lang="en-US" sz="2000" kern="0" dirty="0" err="1">
                <a:solidFill>
                  <a:schemeClr val="bg1">
                    <a:lumMod val="65000"/>
                  </a:schemeClr>
                </a:solidFill>
              </a:rPr>
              <a:t>số</a:t>
            </a:r>
            <a:r>
              <a:rPr lang="en-US" sz="2000" kern="0" dirty="0">
                <a:solidFill>
                  <a:schemeClr val="bg1">
                    <a:lumMod val="65000"/>
                  </a:schemeClr>
                </a:solidFill>
              </a:rPr>
              <a:t> </a:t>
            </a:r>
            <a:r>
              <a:rPr lang="en-US" sz="2000" kern="0" dirty="0" err="1">
                <a:solidFill>
                  <a:schemeClr val="bg1">
                    <a:lumMod val="65000"/>
                  </a:schemeClr>
                </a:solidFill>
              </a:rPr>
              <a:t>để</a:t>
            </a:r>
            <a:r>
              <a:rPr lang="en-US" sz="2000" kern="0" dirty="0">
                <a:solidFill>
                  <a:schemeClr val="bg1">
                    <a:lumMod val="65000"/>
                  </a:schemeClr>
                </a:solidFill>
              </a:rPr>
              <a:t> </a:t>
            </a:r>
            <a:r>
              <a:rPr lang="en-US" sz="2000" kern="0" dirty="0" err="1">
                <a:solidFill>
                  <a:schemeClr val="bg1">
                    <a:lumMod val="65000"/>
                  </a:schemeClr>
                </a:solidFill>
              </a:rPr>
              <a:t>dễ</a:t>
            </a:r>
            <a:r>
              <a:rPr lang="en-US" sz="2000" kern="0" dirty="0">
                <a:solidFill>
                  <a:schemeClr val="bg1">
                    <a:lumMod val="65000"/>
                  </a:schemeClr>
                </a:solidFill>
              </a:rPr>
              <a:t> </a:t>
            </a:r>
            <a:r>
              <a:rPr lang="en-US" sz="2000" kern="0" dirty="0" err="1">
                <a:solidFill>
                  <a:schemeClr val="bg1">
                    <a:lumMod val="65000"/>
                  </a:schemeClr>
                </a:solidFill>
              </a:rPr>
              <a:t>dàng</a:t>
            </a:r>
            <a:r>
              <a:rPr lang="en-US" sz="2000" kern="0" dirty="0">
                <a:solidFill>
                  <a:schemeClr val="bg1">
                    <a:lumMod val="65000"/>
                  </a:schemeClr>
                </a:solidFill>
              </a:rPr>
              <a:t> </a:t>
            </a:r>
            <a:r>
              <a:rPr lang="en-US" sz="2000" kern="0" dirty="0" err="1">
                <a:solidFill>
                  <a:schemeClr val="bg1">
                    <a:lumMod val="65000"/>
                  </a:schemeClr>
                </a:solidFill>
              </a:rPr>
              <a:t>xử</a:t>
            </a:r>
            <a:r>
              <a:rPr lang="en-US" sz="2000" kern="0" dirty="0">
                <a:solidFill>
                  <a:schemeClr val="bg1">
                    <a:lumMod val="65000"/>
                  </a:schemeClr>
                </a:solidFill>
              </a:rPr>
              <a:t> </a:t>
            </a:r>
            <a:r>
              <a:rPr lang="en-US" sz="2000" kern="0" dirty="0" err="1">
                <a:solidFill>
                  <a:schemeClr val="bg1">
                    <a:lumMod val="65000"/>
                  </a:schemeClr>
                </a:solidFill>
              </a:rPr>
              <a:t>lý</a:t>
            </a:r>
            <a:r>
              <a:rPr lang="en-US" sz="2000" kern="0" dirty="0">
                <a:solidFill>
                  <a:schemeClr val="bg1">
                    <a:lumMod val="65000"/>
                  </a:schemeClr>
                </a:solidFill>
              </a:rPr>
              <a:t> </a:t>
            </a:r>
            <a:r>
              <a:rPr lang="en-US" sz="2000" kern="0" dirty="0" err="1">
                <a:solidFill>
                  <a:schemeClr val="bg1">
                    <a:lumMod val="65000"/>
                  </a:schemeClr>
                </a:solidFill>
              </a:rPr>
              <a:t>và</a:t>
            </a:r>
            <a:r>
              <a:rPr lang="en-US" sz="2000" kern="0" dirty="0">
                <a:solidFill>
                  <a:schemeClr val="bg1">
                    <a:lumMod val="65000"/>
                  </a:schemeClr>
                </a:solidFill>
              </a:rPr>
              <a:t> </a:t>
            </a:r>
            <a:r>
              <a:rPr lang="en-US" sz="2000" kern="0" dirty="0" err="1">
                <a:solidFill>
                  <a:schemeClr val="bg1">
                    <a:lumMod val="65000"/>
                  </a:schemeClr>
                </a:solidFill>
              </a:rPr>
              <a:t>chuyển</a:t>
            </a:r>
            <a:r>
              <a:rPr lang="en-US" sz="2000" kern="0" dirty="0">
                <a:solidFill>
                  <a:schemeClr val="bg1">
                    <a:lumMod val="65000"/>
                  </a:schemeClr>
                </a:solidFill>
              </a:rPr>
              <a:t> </a:t>
            </a:r>
            <a:r>
              <a:rPr lang="en-US" sz="2000" kern="0" dirty="0" err="1">
                <a:solidFill>
                  <a:schemeClr val="bg1">
                    <a:lumMod val="65000"/>
                  </a:schemeClr>
                </a:solidFill>
              </a:rPr>
              <a:t>tín</a:t>
            </a:r>
            <a:r>
              <a:rPr lang="en-US" sz="2000" kern="0" dirty="0">
                <a:solidFill>
                  <a:schemeClr val="bg1">
                    <a:lumMod val="65000"/>
                  </a:schemeClr>
                </a:solidFill>
              </a:rPr>
              <a:t> </a:t>
            </a:r>
            <a:r>
              <a:rPr lang="en-US" sz="2000" kern="0" dirty="0" err="1">
                <a:solidFill>
                  <a:schemeClr val="bg1">
                    <a:lumMod val="65000"/>
                  </a:schemeClr>
                </a:solidFill>
              </a:rPr>
              <a:t>hiệu</a:t>
            </a:r>
            <a:r>
              <a:rPr lang="en-US" sz="2000" kern="0" dirty="0">
                <a:solidFill>
                  <a:schemeClr val="bg1">
                    <a:lumMod val="65000"/>
                  </a:schemeClr>
                </a:solidFill>
              </a:rPr>
              <a:t> </a:t>
            </a:r>
            <a:r>
              <a:rPr lang="en-US" sz="2000" kern="0" dirty="0" err="1">
                <a:solidFill>
                  <a:schemeClr val="bg1">
                    <a:lumMod val="65000"/>
                  </a:schemeClr>
                </a:solidFill>
              </a:rPr>
              <a:t>số</a:t>
            </a:r>
            <a:r>
              <a:rPr lang="en-US" sz="2000" kern="0" dirty="0">
                <a:solidFill>
                  <a:schemeClr val="bg1">
                    <a:lumMod val="65000"/>
                  </a:schemeClr>
                </a:solidFill>
              </a:rPr>
              <a:t> </a:t>
            </a:r>
            <a:r>
              <a:rPr lang="en-US" sz="2000" kern="0" dirty="0" err="1">
                <a:solidFill>
                  <a:schemeClr val="bg1">
                    <a:lumMod val="65000"/>
                  </a:schemeClr>
                </a:solidFill>
              </a:rPr>
              <a:t>đã</a:t>
            </a:r>
            <a:r>
              <a:rPr lang="en-US" sz="2000" kern="0" dirty="0">
                <a:solidFill>
                  <a:schemeClr val="bg1">
                    <a:lumMod val="65000"/>
                  </a:schemeClr>
                </a:solidFill>
              </a:rPr>
              <a:t> </a:t>
            </a:r>
            <a:r>
              <a:rPr lang="en-US" sz="2000" kern="0" dirty="0" err="1">
                <a:solidFill>
                  <a:schemeClr val="bg1">
                    <a:lumMod val="65000"/>
                  </a:schemeClr>
                </a:solidFill>
              </a:rPr>
              <a:t>xử</a:t>
            </a:r>
            <a:r>
              <a:rPr lang="en-US" sz="2000" kern="0" dirty="0">
                <a:solidFill>
                  <a:schemeClr val="bg1">
                    <a:lumMod val="65000"/>
                  </a:schemeClr>
                </a:solidFill>
              </a:rPr>
              <a:t> </a:t>
            </a:r>
            <a:r>
              <a:rPr lang="en-US" sz="2000" kern="0" dirty="0" err="1">
                <a:solidFill>
                  <a:schemeClr val="bg1">
                    <a:lumMod val="65000"/>
                  </a:schemeClr>
                </a:solidFill>
              </a:rPr>
              <a:t>lý</a:t>
            </a:r>
            <a:r>
              <a:rPr lang="en-US" sz="2000" kern="0" dirty="0">
                <a:solidFill>
                  <a:schemeClr val="bg1">
                    <a:lumMod val="65000"/>
                  </a:schemeClr>
                </a:solidFill>
              </a:rPr>
              <a:t> sang </a:t>
            </a:r>
            <a:r>
              <a:rPr lang="en-US" sz="2000" kern="0" dirty="0" err="1">
                <a:solidFill>
                  <a:schemeClr val="bg1">
                    <a:lumMod val="65000"/>
                  </a:schemeClr>
                </a:solidFill>
              </a:rPr>
              <a:t>tín</a:t>
            </a:r>
            <a:r>
              <a:rPr lang="en-US" sz="2000" kern="0" dirty="0">
                <a:solidFill>
                  <a:schemeClr val="bg1">
                    <a:lumMod val="65000"/>
                  </a:schemeClr>
                </a:solidFill>
              </a:rPr>
              <a:t> </a:t>
            </a:r>
            <a:r>
              <a:rPr lang="en-US" sz="2000" kern="0" dirty="0" err="1">
                <a:solidFill>
                  <a:schemeClr val="bg1">
                    <a:lumMod val="65000"/>
                  </a:schemeClr>
                </a:solidFill>
              </a:rPr>
              <a:t>hiệu</a:t>
            </a:r>
            <a:r>
              <a:rPr lang="en-US" sz="2000" kern="0" dirty="0">
                <a:solidFill>
                  <a:schemeClr val="bg1">
                    <a:lumMod val="65000"/>
                  </a:schemeClr>
                </a:solidFill>
              </a:rPr>
              <a:t> </a:t>
            </a:r>
            <a:r>
              <a:rPr lang="en-US" sz="2000" kern="0" dirty="0" err="1">
                <a:solidFill>
                  <a:schemeClr val="bg1">
                    <a:lumMod val="65000"/>
                  </a:schemeClr>
                </a:solidFill>
              </a:rPr>
              <a:t>tương</a:t>
            </a:r>
            <a:r>
              <a:rPr lang="en-US" sz="2000" kern="0" dirty="0">
                <a:solidFill>
                  <a:schemeClr val="bg1">
                    <a:lumMod val="65000"/>
                  </a:schemeClr>
                </a:solidFill>
              </a:rPr>
              <a:t> </a:t>
            </a:r>
            <a:r>
              <a:rPr lang="en-US" sz="2000" kern="0" dirty="0" err="1">
                <a:solidFill>
                  <a:schemeClr val="bg1">
                    <a:lumMod val="65000"/>
                  </a:schemeClr>
                </a:solidFill>
              </a:rPr>
              <a:t>tự</a:t>
            </a:r>
            <a:r>
              <a:rPr lang="en-US" sz="2000" kern="0" dirty="0">
                <a:solidFill>
                  <a:schemeClr val="bg1">
                    <a:lumMod val="65000"/>
                  </a:schemeClr>
                </a:solidFill>
              </a:rPr>
              <a:t> </a:t>
            </a:r>
            <a:r>
              <a:rPr lang="en-US" sz="2000" kern="0" dirty="0" err="1">
                <a:solidFill>
                  <a:schemeClr val="bg1">
                    <a:lumMod val="65000"/>
                  </a:schemeClr>
                </a:solidFill>
              </a:rPr>
              <a:t>để</a:t>
            </a:r>
            <a:r>
              <a:rPr lang="en-US" sz="2000" kern="0" dirty="0">
                <a:solidFill>
                  <a:schemeClr val="bg1">
                    <a:lumMod val="65000"/>
                  </a:schemeClr>
                </a:solidFill>
              </a:rPr>
              <a:t> </a:t>
            </a:r>
            <a:r>
              <a:rPr lang="en-US" sz="2000" kern="0" dirty="0" err="1">
                <a:solidFill>
                  <a:schemeClr val="bg1">
                    <a:lumMod val="65000"/>
                  </a:schemeClr>
                </a:solidFill>
              </a:rPr>
              <a:t>hiển</a:t>
            </a:r>
            <a:r>
              <a:rPr lang="en-US" sz="2000" kern="0" dirty="0">
                <a:solidFill>
                  <a:schemeClr val="bg1">
                    <a:lumMod val="65000"/>
                  </a:schemeClr>
                </a:solidFill>
              </a:rPr>
              <a:t> </a:t>
            </a:r>
            <a:r>
              <a:rPr lang="en-US" sz="2000" kern="0" dirty="0" err="1">
                <a:solidFill>
                  <a:schemeClr val="bg1">
                    <a:lumMod val="65000"/>
                  </a:schemeClr>
                </a:solidFill>
              </a:rPr>
              <a:t>thị</a:t>
            </a:r>
            <a:r>
              <a:rPr lang="en-US" sz="2000" kern="0" dirty="0">
                <a:solidFill>
                  <a:schemeClr val="bg1">
                    <a:lumMod val="65000"/>
                  </a:schemeClr>
                </a:solidFill>
              </a:rPr>
              <a:t> </a:t>
            </a:r>
            <a:r>
              <a:rPr lang="en-US" sz="2000" kern="0" dirty="0" err="1">
                <a:solidFill>
                  <a:schemeClr val="bg1">
                    <a:lumMod val="65000"/>
                  </a:schemeClr>
                </a:solidFill>
              </a:rPr>
              <a:t>tại</a:t>
            </a:r>
            <a:r>
              <a:rPr lang="en-US" sz="2000" kern="0" dirty="0">
                <a:solidFill>
                  <a:schemeClr val="bg1">
                    <a:lumMod val="65000"/>
                  </a:schemeClr>
                </a:solidFill>
              </a:rPr>
              <a:t> </a:t>
            </a:r>
            <a:r>
              <a:rPr lang="en-US" sz="2000" kern="0" dirty="0" err="1">
                <a:solidFill>
                  <a:schemeClr val="bg1">
                    <a:lumMod val="65000"/>
                  </a:schemeClr>
                </a:solidFill>
              </a:rPr>
              <a:t>các</a:t>
            </a:r>
            <a:r>
              <a:rPr lang="en-US" sz="2000" kern="0" dirty="0">
                <a:solidFill>
                  <a:schemeClr val="bg1">
                    <a:lumMod val="65000"/>
                  </a:schemeClr>
                </a:solidFill>
              </a:rPr>
              <a:t> </a:t>
            </a:r>
            <a:r>
              <a:rPr lang="en-US" sz="2000" kern="0" dirty="0" err="1">
                <a:solidFill>
                  <a:schemeClr val="bg1">
                    <a:lumMod val="65000"/>
                  </a:schemeClr>
                </a:solidFill>
              </a:rPr>
              <a:t>thiết</a:t>
            </a:r>
            <a:r>
              <a:rPr lang="en-US" sz="2000" kern="0" dirty="0">
                <a:solidFill>
                  <a:schemeClr val="bg1">
                    <a:lumMod val="65000"/>
                  </a:schemeClr>
                </a:solidFill>
              </a:rPr>
              <a:t> </a:t>
            </a:r>
            <a:r>
              <a:rPr lang="en-US" sz="2000" kern="0" dirty="0" err="1">
                <a:solidFill>
                  <a:schemeClr val="bg1">
                    <a:lumMod val="65000"/>
                  </a:schemeClr>
                </a:solidFill>
              </a:rPr>
              <a:t>bị</a:t>
            </a:r>
            <a:r>
              <a:rPr lang="en-US" sz="2000" kern="0" dirty="0">
                <a:solidFill>
                  <a:schemeClr val="bg1">
                    <a:lumMod val="65000"/>
                  </a:schemeClr>
                </a:solidFill>
              </a:rPr>
              <a:t> </a:t>
            </a:r>
            <a:r>
              <a:rPr lang="en-US" sz="2000" kern="0" dirty="0" err="1">
                <a:solidFill>
                  <a:schemeClr val="bg1">
                    <a:lumMod val="65000"/>
                  </a:schemeClr>
                </a:solidFill>
              </a:rPr>
              <a:t>đầu</a:t>
            </a:r>
            <a:r>
              <a:rPr lang="en-US" sz="2000" kern="0" dirty="0">
                <a:solidFill>
                  <a:schemeClr val="bg1">
                    <a:lumMod val="65000"/>
                  </a:schemeClr>
                </a:solidFill>
              </a:rPr>
              <a:t> </a:t>
            </a:r>
            <a:r>
              <a:rPr lang="en-US" sz="2000" kern="0" dirty="0" err="1">
                <a:solidFill>
                  <a:schemeClr val="bg1">
                    <a:lumMod val="65000"/>
                  </a:schemeClr>
                </a:solidFill>
              </a:rPr>
              <a:t>cuối</a:t>
            </a:r>
            <a:endParaRPr lang="en-US" sz="2000" kern="0" dirty="0">
              <a:solidFill>
                <a:schemeClr val="bg1">
                  <a:lumMod val="65000"/>
                </a:schemeClr>
              </a:solidFill>
              <a:latin typeface="+mn-lt"/>
            </a:endParaRPr>
          </a:p>
          <a:p>
            <a:pPr marL="342900" marR="0" lvl="0" indent="-342900" algn="l" defTabSz="914400" rtl="0" eaLnBrk="1" fontAlgn="base" latinLnBrk="0" hangingPunct="1">
              <a:lnSpc>
                <a:spcPct val="100000"/>
              </a:lnSpc>
              <a:spcBef>
                <a:spcPct val="20000"/>
              </a:spcBef>
              <a:spcAft>
                <a:spcPct val="0"/>
              </a:spcAft>
              <a:buClr>
                <a:srgbClr val="0066CC"/>
              </a:buClr>
              <a:buSzTx/>
              <a:buFont typeface="Wingdings" pitchFamily="2" charset="2"/>
              <a:buChar char="v"/>
              <a:tabLst/>
              <a:defRPr/>
            </a:pPr>
            <a:endParaRPr lang="en-US" sz="2000" kern="0" dirty="0">
              <a:solidFill>
                <a:schemeClr val="bg1">
                  <a:lumMod val="65000"/>
                </a:schemeClr>
              </a:solidFill>
              <a:latin typeface="+mn-lt"/>
            </a:endParaRPr>
          </a:p>
          <a:p>
            <a:pPr marL="342900" marR="0" lvl="0" indent="-342900" algn="l" defTabSz="914400" rtl="0" eaLnBrk="1" fontAlgn="base" latinLnBrk="0" hangingPunct="1">
              <a:lnSpc>
                <a:spcPct val="100000"/>
              </a:lnSpc>
              <a:spcBef>
                <a:spcPct val="20000"/>
              </a:spcBef>
              <a:spcAft>
                <a:spcPct val="0"/>
              </a:spcAft>
              <a:buClr>
                <a:srgbClr val="0066CC"/>
              </a:buClr>
              <a:buSzTx/>
              <a:buFont typeface="Wingdings" pitchFamily="2" charset="2"/>
              <a:buChar char="v"/>
              <a:tabLst/>
              <a:defRPr/>
            </a:pPr>
            <a:endParaRPr kumimoji="0" lang="en-US" sz="2400" b="0" i="0" u="none" strike="noStrike" kern="0" cap="none" spc="0" normalizeH="0" baseline="0" noProof="0" dirty="0">
              <a:ln>
                <a:noFill/>
              </a:ln>
              <a:solidFill>
                <a:schemeClr val="tx1"/>
              </a:solidFill>
              <a:effectLst/>
              <a:uLnTx/>
              <a:uFillTx/>
              <a:latin typeface="+mn-lt"/>
              <a:ea typeface="+mn-ea"/>
              <a:cs typeface="+mn-cs"/>
            </a:endParaRPr>
          </a:p>
        </p:txBody>
      </p:sp>
    </p:spTree>
    <p:extLst>
      <p:ext uri="{BB962C8B-B14F-4D97-AF65-F5344CB8AC3E}">
        <p14:creationId xmlns:p14="http://schemas.microsoft.com/office/powerpoint/2010/main" val="35609708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Mạch </a:t>
            </a:r>
            <a:r>
              <a:rPr lang="en-US" dirty="0" err="1"/>
              <a:t>khuếch</a:t>
            </a:r>
            <a:r>
              <a:rPr lang="en-US" dirty="0"/>
              <a:t> </a:t>
            </a:r>
            <a:r>
              <a:rPr lang="en-US" dirty="0" err="1"/>
              <a:t>đại</a:t>
            </a:r>
            <a:r>
              <a:rPr lang="en-US" dirty="0"/>
              <a:t> (Op-Amps)</a:t>
            </a:r>
            <a:endParaRPr lang="sv-SE" dirty="0"/>
          </a:p>
        </p:txBody>
      </p:sp>
      <p:sp>
        <p:nvSpPr>
          <p:cNvPr id="11" name="Footer Placeholder 10"/>
          <p:cNvSpPr>
            <a:spLocks noGrp="1"/>
          </p:cNvSpPr>
          <p:nvPr>
            <p:ph type="ftr" sz="quarter" idx="11"/>
          </p:nvPr>
        </p:nvSpPr>
        <p:spPr/>
        <p:txBody>
          <a:bodyPr/>
          <a:lstStyle/>
          <a:p>
            <a:r>
              <a:rPr lang="sv-SE"/>
              <a:t>Trịnh Lê Huy</a:t>
            </a:r>
          </a:p>
        </p:txBody>
      </p:sp>
      <p:sp>
        <p:nvSpPr>
          <p:cNvPr id="10" name="Slide Number Placeholder 9"/>
          <p:cNvSpPr>
            <a:spLocks noGrp="1"/>
          </p:cNvSpPr>
          <p:nvPr>
            <p:ph type="sldNum" sz="quarter" idx="12"/>
          </p:nvPr>
        </p:nvSpPr>
        <p:spPr/>
        <p:txBody>
          <a:bodyPr/>
          <a:lstStyle/>
          <a:p>
            <a:pPr algn="l"/>
            <a:fld id="{1DB5ABAE-A3C1-4AF6-9B4A-B8A593CBFB77}" type="slidenum">
              <a:rPr lang="sv-SE" sz="1400" smtClean="0"/>
              <a:pPr algn="l"/>
              <a:t>9</a:t>
            </a:fld>
            <a:endParaRPr lang="sv-SE" sz="1400" dirty="0">
              <a:latin typeface="Times" pitchFamily="1" charset="0"/>
            </a:endParaRPr>
          </a:p>
        </p:txBody>
      </p:sp>
      <p:sp>
        <p:nvSpPr>
          <p:cNvPr id="12" name="Content Placeholder 2"/>
          <p:cNvSpPr txBox="1">
            <a:spLocks/>
          </p:cNvSpPr>
          <p:nvPr/>
        </p:nvSpPr>
        <p:spPr bwMode="auto">
          <a:xfrm>
            <a:off x="563982" y="1953270"/>
            <a:ext cx="8420100" cy="13383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342900" marR="0" lvl="0" indent="-342900" algn="l" defTabSz="914400" rtl="0" eaLnBrk="1" fontAlgn="base" latinLnBrk="0" hangingPunct="1">
              <a:lnSpc>
                <a:spcPct val="100000"/>
              </a:lnSpc>
              <a:spcBef>
                <a:spcPct val="20000"/>
              </a:spcBef>
              <a:spcAft>
                <a:spcPct val="0"/>
              </a:spcAft>
              <a:buClr>
                <a:srgbClr val="0066CC"/>
              </a:buClr>
              <a:buSzTx/>
              <a:buFont typeface="Wingdings" pitchFamily="2" charset="2"/>
              <a:buChar char="§"/>
              <a:tabLst/>
              <a:defRPr/>
            </a:pPr>
            <a:r>
              <a:rPr kumimoji="0" lang="en-US" sz="2000" b="0" i="0" u="none" strike="noStrike" kern="0" cap="none" spc="0" normalizeH="0" baseline="0" noProof="0" dirty="0" err="1">
                <a:ln>
                  <a:noFill/>
                </a:ln>
                <a:solidFill>
                  <a:schemeClr val="tx1"/>
                </a:solidFill>
                <a:effectLst/>
                <a:uLnTx/>
                <a:uFillTx/>
                <a:latin typeface="+mn-lt"/>
                <a:ea typeface="+mn-ea"/>
                <a:cs typeface="+mn-cs"/>
              </a:rPr>
              <a:t>Là</a:t>
            </a:r>
            <a:r>
              <a:rPr kumimoji="0" lang="en-US" sz="2000" b="0" i="0" u="none" strike="noStrike" kern="0" cap="none" spc="0" normalizeH="0" noProof="0" dirty="0">
                <a:ln>
                  <a:noFill/>
                </a:ln>
                <a:solidFill>
                  <a:schemeClr val="tx1"/>
                </a:solidFill>
                <a:effectLst/>
                <a:uLnTx/>
                <a:uFillTx/>
                <a:latin typeface="+mn-lt"/>
                <a:ea typeface="+mn-ea"/>
                <a:cs typeface="+mn-cs"/>
              </a:rPr>
              <a:t> </a:t>
            </a:r>
            <a:r>
              <a:rPr kumimoji="0" lang="en-US" sz="2000" b="0" i="0" u="none" strike="noStrike" kern="0" cap="none" spc="0" normalizeH="0" noProof="0" dirty="0" err="1">
                <a:ln>
                  <a:noFill/>
                </a:ln>
                <a:solidFill>
                  <a:schemeClr val="tx1"/>
                </a:solidFill>
                <a:effectLst/>
                <a:uLnTx/>
                <a:uFillTx/>
                <a:latin typeface="+mn-lt"/>
                <a:ea typeface="+mn-ea"/>
                <a:cs typeface="+mn-cs"/>
              </a:rPr>
              <a:t>một</a:t>
            </a:r>
            <a:r>
              <a:rPr kumimoji="0" lang="en-US" sz="2000" b="0" i="0" u="none" strike="noStrike" kern="0" cap="none" spc="0" normalizeH="0" noProof="0" dirty="0">
                <a:ln>
                  <a:noFill/>
                </a:ln>
                <a:solidFill>
                  <a:schemeClr val="tx1"/>
                </a:solidFill>
                <a:effectLst/>
                <a:uLnTx/>
                <a:uFillTx/>
                <a:latin typeface="+mn-lt"/>
                <a:ea typeface="+mn-ea"/>
                <a:cs typeface="+mn-cs"/>
              </a:rPr>
              <a:t> </a:t>
            </a:r>
            <a:r>
              <a:rPr kumimoji="0" lang="en-US" sz="2000" b="0" i="0" u="none" strike="noStrike" kern="0" cap="none" spc="0" normalizeH="0" noProof="0" dirty="0" err="1">
                <a:ln>
                  <a:noFill/>
                </a:ln>
                <a:solidFill>
                  <a:schemeClr val="tx1"/>
                </a:solidFill>
                <a:effectLst/>
                <a:uLnTx/>
                <a:uFillTx/>
                <a:latin typeface="+mn-lt"/>
                <a:ea typeface="+mn-ea"/>
                <a:cs typeface="+mn-cs"/>
              </a:rPr>
              <a:t>thiết</a:t>
            </a:r>
            <a:r>
              <a:rPr kumimoji="0" lang="en-US" sz="2000" b="0" i="0" u="none" strike="noStrike" kern="0" cap="none" spc="0" normalizeH="0" noProof="0" dirty="0">
                <a:ln>
                  <a:noFill/>
                </a:ln>
                <a:solidFill>
                  <a:schemeClr val="tx1"/>
                </a:solidFill>
                <a:effectLst/>
                <a:uLnTx/>
                <a:uFillTx/>
                <a:latin typeface="+mn-lt"/>
                <a:ea typeface="+mn-ea"/>
                <a:cs typeface="+mn-cs"/>
              </a:rPr>
              <a:t> </a:t>
            </a:r>
            <a:r>
              <a:rPr kumimoji="0" lang="en-US" sz="2000" b="0" i="0" u="none" strike="noStrike" kern="0" cap="none" spc="0" normalizeH="0" noProof="0" dirty="0" err="1">
                <a:ln>
                  <a:noFill/>
                </a:ln>
                <a:solidFill>
                  <a:schemeClr val="tx1"/>
                </a:solidFill>
                <a:effectLst/>
                <a:uLnTx/>
                <a:uFillTx/>
                <a:latin typeface="+mn-lt"/>
                <a:ea typeface="+mn-ea"/>
                <a:cs typeface="+mn-cs"/>
              </a:rPr>
              <a:t>bị</a:t>
            </a:r>
            <a:r>
              <a:rPr kumimoji="0" lang="en-US" sz="2000" b="0" i="0" u="none" strike="noStrike" kern="0" cap="none" spc="0" normalizeH="0" noProof="0" dirty="0">
                <a:ln>
                  <a:noFill/>
                </a:ln>
                <a:solidFill>
                  <a:schemeClr val="tx1"/>
                </a:solidFill>
                <a:effectLst/>
                <a:uLnTx/>
                <a:uFillTx/>
                <a:latin typeface="+mn-lt"/>
                <a:ea typeface="+mn-ea"/>
                <a:cs typeface="+mn-cs"/>
              </a:rPr>
              <a:t> </a:t>
            </a:r>
            <a:r>
              <a:rPr kumimoji="0" lang="en-US" sz="2000" b="0" i="0" u="none" strike="noStrike" kern="0" cap="none" spc="0" normalizeH="0" noProof="0" dirty="0" err="1">
                <a:ln>
                  <a:noFill/>
                </a:ln>
                <a:solidFill>
                  <a:schemeClr val="tx1"/>
                </a:solidFill>
                <a:effectLst/>
                <a:uLnTx/>
                <a:uFillTx/>
                <a:latin typeface="+mn-lt"/>
                <a:ea typeface="+mn-ea"/>
                <a:cs typeface="+mn-cs"/>
              </a:rPr>
              <a:t>rất</a:t>
            </a:r>
            <a:r>
              <a:rPr kumimoji="0" lang="en-US" sz="2000" b="0" i="0" u="none" strike="noStrike" kern="0" cap="none" spc="0" normalizeH="0" noProof="0" dirty="0">
                <a:ln>
                  <a:noFill/>
                </a:ln>
                <a:solidFill>
                  <a:schemeClr val="tx1"/>
                </a:solidFill>
                <a:effectLst/>
                <a:uLnTx/>
                <a:uFillTx/>
                <a:latin typeface="+mn-lt"/>
                <a:ea typeface="+mn-ea"/>
                <a:cs typeface="+mn-cs"/>
              </a:rPr>
              <a:t> </a:t>
            </a:r>
            <a:r>
              <a:rPr kumimoji="0" lang="en-US" sz="2000" b="0" i="0" u="none" strike="noStrike" kern="0" cap="none" spc="0" normalizeH="0" noProof="0" dirty="0" err="1">
                <a:ln>
                  <a:noFill/>
                </a:ln>
                <a:solidFill>
                  <a:schemeClr val="tx1"/>
                </a:solidFill>
                <a:effectLst/>
                <a:uLnTx/>
                <a:uFillTx/>
                <a:latin typeface="+mn-lt"/>
                <a:ea typeface="+mn-ea"/>
                <a:cs typeface="+mn-cs"/>
              </a:rPr>
              <a:t>quan</a:t>
            </a:r>
            <a:r>
              <a:rPr kumimoji="0" lang="en-US" sz="2000" b="0" i="0" u="none" strike="noStrike" kern="0" cap="none" spc="0" normalizeH="0" noProof="0" dirty="0">
                <a:ln>
                  <a:noFill/>
                </a:ln>
                <a:solidFill>
                  <a:schemeClr val="tx1"/>
                </a:solidFill>
                <a:effectLst/>
                <a:uLnTx/>
                <a:uFillTx/>
                <a:latin typeface="+mn-lt"/>
                <a:ea typeface="+mn-ea"/>
                <a:cs typeface="+mn-cs"/>
              </a:rPr>
              <a:t> </a:t>
            </a:r>
            <a:r>
              <a:rPr kumimoji="0" lang="en-US" sz="2000" b="0" i="0" u="none" strike="noStrike" kern="0" cap="none" spc="0" normalizeH="0" noProof="0" dirty="0" err="1">
                <a:ln>
                  <a:noFill/>
                </a:ln>
                <a:solidFill>
                  <a:schemeClr val="tx1"/>
                </a:solidFill>
                <a:effectLst/>
                <a:uLnTx/>
                <a:uFillTx/>
                <a:latin typeface="+mn-lt"/>
                <a:ea typeface="+mn-ea"/>
                <a:cs typeface="+mn-cs"/>
              </a:rPr>
              <a:t>trọng</a:t>
            </a:r>
            <a:r>
              <a:rPr kumimoji="0" lang="en-US" sz="2000" b="0" i="0" u="none" strike="noStrike" kern="0" cap="none" spc="0" normalizeH="0" noProof="0" dirty="0">
                <a:ln>
                  <a:noFill/>
                </a:ln>
                <a:solidFill>
                  <a:schemeClr val="tx1"/>
                </a:solidFill>
                <a:effectLst/>
                <a:uLnTx/>
                <a:uFillTx/>
                <a:latin typeface="+mn-lt"/>
                <a:ea typeface="+mn-ea"/>
                <a:cs typeface="+mn-cs"/>
              </a:rPr>
              <a:t> </a:t>
            </a:r>
            <a:r>
              <a:rPr kumimoji="0" lang="en-US" sz="2000" b="0" i="0" u="none" strike="noStrike" kern="0" cap="none" spc="0" normalizeH="0" noProof="0" dirty="0" err="1">
                <a:ln>
                  <a:noFill/>
                </a:ln>
                <a:solidFill>
                  <a:schemeClr val="tx1"/>
                </a:solidFill>
                <a:effectLst/>
                <a:uLnTx/>
                <a:uFillTx/>
                <a:latin typeface="+mn-lt"/>
                <a:ea typeface="+mn-ea"/>
                <a:cs typeface="+mn-cs"/>
              </a:rPr>
              <a:t>trong</a:t>
            </a:r>
            <a:r>
              <a:rPr kumimoji="0" lang="en-US" sz="2000" b="0" i="0" u="none" strike="noStrike" kern="0" cap="none" spc="0" normalizeH="0" noProof="0" dirty="0">
                <a:ln>
                  <a:noFill/>
                </a:ln>
                <a:solidFill>
                  <a:schemeClr val="tx1"/>
                </a:solidFill>
                <a:effectLst/>
                <a:uLnTx/>
                <a:uFillTx/>
                <a:latin typeface="+mn-lt"/>
                <a:ea typeface="+mn-ea"/>
                <a:cs typeface="+mn-cs"/>
              </a:rPr>
              <a:t> </a:t>
            </a:r>
            <a:r>
              <a:rPr kumimoji="0" lang="en-US" sz="2000" b="0" i="0" u="none" strike="noStrike" kern="0" cap="none" spc="0" normalizeH="0" noProof="0" dirty="0" err="1">
                <a:ln>
                  <a:noFill/>
                </a:ln>
                <a:solidFill>
                  <a:schemeClr val="tx1"/>
                </a:solidFill>
                <a:effectLst/>
                <a:uLnTx/>
                <a:uFillTx/>
                <a:latin typeface="+mn-lt"/>
                <a:ea typeface="+mn-ea"/>
                <a:cs typeface="+mn-cs"/>
              </a:rPr>
              <a:t>các</a:t>
            </a:r>
            <a:r>
              <a:rPr kumimoji="0" lang="en-US" sz="2000" b="0" i="0" u="none" strike="noStrike" kern="0" cap="none" spc="0" normalizeH="0" noProof="0" dirty="0">
                <a:ln>
                  <a:noFill/>
                </a:ln>
                <a:solidFill>
                  <a:schemeClr val="tx1"/>
                </a:solidFill>
                <a:effectLst/>
                <a:uLnTx/>
                <a:uFillTx/>
                <a:latin typeface="+mn-lt"/>
                <a:ea typeface="+mn-ea"/>
                <a:cs typeface="+mn-cs"/>
              </a:rPr>
              <a:t> </a:t>
            </a:r>
            <a:r>
              <a:rPr kumimoji="0" lang="en-US" sz="2000" b="0" i="0" u="none" strike="noStrike" kern="0" cap="none" spc="0" normalizeH="0" noProof="0" dirty="0" err="1">
                <a:ln>
                  <a:noFill/>
                </a:ln>
                <a:solidFill>
                  <a:schemeClr val="tx1"/>
                </a:solidFill>
                <a:effectLst/>
                <a:uLnTx/>
                <a:uFillTx/>
                <a:latin typeface="+mn-lt"/>
                <a:ea typeface="+mn-ea"/>
                <a:cs typeface="+mn-cs"/>
              </a:rPr>
              <a:t>thiết</a:t>
            </a:r>
            <a:r>
              <a:rPr kumimoji="0" lang="en-US" sz="2000" b="0" i="0" u="none" strike="noStrike" kern="0" cap="none" spc="0" normalizeH="0" noProof="0" dirty="0">
                <a:ln>
                  <a:noFill/>
                </a:ln>
                <a:solidFill>
                  <a:schemeClr val="tx1"/>
                </a:solidFill>
                <a:effectLst/>
                <a:uLnTx/>
                <a:uFillTx/>
                <a:latin typeface="+mn-lt"/>
                <a:ea typeface="+mn-ea"/>
                <a:cs typeface="+mn-cs"/>
              </a:rPr>
              <a:t> </a:t>
            </a:r>
            <a:r>
              <a:rPr kumimoji="0" lang="en-US" sz="2000" b="0" i="0" u="none" strike="noStrike" kern="0" cap="none" spc="0" normalizeH="0" noProof="0" dirty="0" err="1">
                <a:ln>
                  <a:noFill/>
                </a:ln>
                <a:solidFill>
                  <a:schemeClr val="tx1"/>
                </a:solidFill>
                <a:effectLst/>
                <a:uLnTx/>
                <a:uFillTx/>
                <a:latin typeface="+mn-lt"/>
                <a:ea typeface="+mn-ea"/>
                <a:cs typeface="+mn-cs"/>
              </a:rPr>
              <a:t>bị</a:t>
            </a:r>
            <a:r>
              <a:rPr kumimoji="0" lang="en-US" sz="2000" b="0" i="0" u="none" strike="noStrike" kern="0" cap="none" spc="0" normalizeH="0" noProof="0" dirty="0">
                <a:ln>
                  <a:noFill/>
                </a:ln>
                <a:solidFill>
                  <a:schemeClr val="tx1"/>
                </a:solidFill>
                <a:effectLst/>
                <a:uLnTx/>
                <a:uFillTx/>
                <a:latin typeface="+mn-lt"/>
                <a:ea typeface="+mn-ea"/>
                <a:cs typeface="+mn-cs"/>
              </a:rPr>
              <a:t> </a:t>
            </a:r>
            <a:r>
              <a:rPr kumimoji="0" lang="en-US" sz="2000" b="0" i="0" u="none" strike="noStrike" kern="0" cap="none" spc="0" normalizeH="0" noProof="0" dirty="0" err="1">
                <a:ln>
                  <a:noFill/>
                </a:ln>
                <a:solidFill>
                  <a:schemeClr val="tx1"/>
                </a:solidFill>
                <a:effectLst/>
                <a:uLnTx/>
                <a:uFillTx/>
                <a:latin typeface="+mn-lt"/>
                <a:ea typeface="+mn-ea"/>
                <a:cs typeface="+mn-cs"/>
              </a:rPr>
              <a:t>và</a:t>
            </a:r>
            <a:r>
              <a:rPr kumimoji="0" lang="en-US" sz="2000" b="0" i="0" u="none" strike="noStrike" kern="0" cap="none" spc="0" normalizeH="0" noProof="0" dirty="0">
                <a:ln>
                  <a:noFill/>
                </a:ln>
                <a:solidFill>
                  <a:schemeClr val="tx1"/>
                </a:solidFill>
                <a:effectLst/>
                <a:uLnTx/>
                <a:uFillTx/>
                <a:latin typeface="+mn-lt"/>
                <a:ea typeface="+mn-ea"/>
                <a:cs typeface="+mn-cs"/>
              </a:rPr>
              <a:t> </a:t>
            </a:r>
            <a:r>
              <a:rPr kumimoji="0" lang="en-US" sz="2000" b="0" i="0" u="none" strike="noStrike" kern="0" cap="none" spc="0" normalizeH="0" noProof="0" dirty="0" err="1">
                <a:ln>
                  <a:noFill/>
                </a:ln>
                <a:solidFill>
                  <a:schemeClr val="tx1"/>
                </a:solidFill>
                <a:effectLst/>
                <a:uLnTx/>
                <a:uFillTx/>
                <a:latin typeface="+mn-lt"/>
                <a:ea typeface="+mn-ea"/>
                <a:cs typeface="+mn-cs"/>
              </a:rPr>
              <a:t>mạch</a:t>
            </a:r>
            <a:r>
              <a:rPr kumimoji="0" lang="en-US" sz="2000" b="0" i="0" u="none" strike="noStrike" kern="0" cap="none" spc="0" normalizeH="0" noProof="0" dirty="0">
                <a:ln>
                  <a:noFill/>
                </a:ln>
                <a:solidFill>
                  <a:schemeClr val="tx1"/>
                </a:solidFill>
                <a:effectLst/>
                <a:uLnTx/>
                <a:uFillTx/>
                <a:latin typeface="+mn-lt"/>
                <a:ea typeface="+mn-ea"/>
                <a:cs typeface="+mn-cs"/>
              </a:rPr>
              <a:t> </a:t>
            </a:r>
            <a:r>
              <a:rPr kumimoji="0" lang="en-US" sz="2000" b="0" i="0" u="none" strike="noStrike" kern="0" cap="none" spc="0" normalizeH="0" noProof="0" dirty="0" err="1">
                <a:ln>
                  <a:noFill/>
                </a:ln>
                <a:solidFill>
                  <a:schemeClr val="tx1"/>
                </a:solidFill>
                <a:effectLst/>
                <a:uLnTx/>
                <a:uFillTx/>
                <a:latin typeface="+mn-lt"/>
                <a:ea typeface="+mn-ea"/>
                <a:cs typeface="+mn-cs"/>
              </a:rPr>
              <a:t>điện</a:t>
            </a:r>
            <a:r>
              <a:rPr kumimoji="0" lang="en-US" sz="2000" b="0" i="0" u="none" strike="noStrike" kern="0" cap="none" spc="0" normalizeH="0" noProof="0" dirty="0">
                <a:ln>
                  <a:noFill/>
                </a:ln>
                <a:solidFill>
                  <a:schemeClr val="tx1"/>
                </a:solidFill>
                <a:effectLst/>
                <a:uLnTx/>
                <a:uFillTx/>
                <a:latin typeface="+mn-lt"/>
                <a:ea typeface="+mn-ea"/>
                <a:cs typeface="+mn-cs"/>
              </a:rPr>
              <a:t> </a:t>
            </a:r>
            <a:r>
              <a:rPr kumimoji="0" lang="en-US" sz="2000" b="0" i="0" u="none" strike="noStrike" kern="0" cap="none" spc="0" normalizeH="0" noProof="0" dirty="0" err="1">
                <a:ln>
                  <a:noFill/>
                </a:ln>
                <a:solidFill>
                  <a:schemeClr val="tx1"/>
                </a:solidFill>
                <a:effectLst/>
                <a:uLnTx/>
                <a:uFillTx/>
                <a:latin typeface="+mn-lt"/>
                <a:ea typeface="+mn-ea"/>
                <a:cs typeface="+mn-cs"/>
              </a:rPr>
              <a:t>tử</a:t>
            </a:r>
            <a:r>
              <a:rPr kumimoji="0" lang="en-US" sz="2000" b="0" i="0" u="none" strike="noStrike" kern="0" cap="none" spc="0" normalizeH="0" noProof="0" dirty="0">
                <a:ln>
                  <a:noFill/>
                </a:ln>
                <a:solidFill>
                  <a:schemeClr val="tx1"/>
                </a:solidFill>
                <a:effectLst/>
                <a:uLnTx/>
                <a:uFillTx/>
                <a:latin typeface="+mn-lt"/>
                <a:ea typeface="+mn-ea"/>
                <a:cs typeface="+mn-cs"/>
              </a:rPr>
              <a:t> </a:t>
            </a:r>
            <a:r>
              <a:rPr kumimoji="0" lang="en-US" sz="2000" b="0" i="0" u="none" strike="noStrike" kern="0" cap="none" spc="0" normalizeH="0" noProof="0" dirty="0" err="1">
                <a:ln>
                  <a:noFill/>
                </a:ln>
                <a:solidFill>
                  <a:schemeClr val="tx1"/>
                </a:solidFill>
                <a:effectLst/>
                <a:uLnTx/>
                <a:uFillTx/>
                <a:latin typeface="+mn-lt"/>
                <a:ea typeface="+mn-ea"/>
                <a:cs typeface="+mn-cs"/>
              </a:rPr>
              <a:t>với</a:t>
            </a:r>
            <a:r>
              <a:rPr kumimoji="0" lang="en-US" sz="2000" b="0" i="0" u="none" strike="noStrike" kern="0" cap="none" spc="0" normalizeH="0" noProof="0" dirty="0">
                <a:ln>
                  <a:noFill/>
                </a:ln>
                <a:solidFill>
                  <a:schemeClr val="tx1"/>
                </a:solidFill>
                <a:effectLst/>
                <a:uLnTx/>
                <a:uFillTx/>
                <a:latin typeface="+mn-lt"/>
                <a:ea typeface="+mn-ea"/>
                <a:cs typeface="+mn-cs"/>
              </a:rPr>
              <a:t> </a:t>
            </a:r>
            <a:r>
              <a:rPr kumimoji="0" lang="en-US" sz="2000" b="0" i="0" u="none" strike="noStrike" kern="0" cap="none" spc="0" normalizeH="0" noProof="0" dirty="0" err="1">
                <a:ln>
                  <a:noFill/>
                </a:ln>
                <a:solidFill>
                  <a:schemeClr val="tx1"/>
                </a:solidFill>
                <a:effectLst/>
                <a:uLnTx/>
                <a:uFillTx/>
                <a:latin typeface="+mn-lt"/>
                <a:ea typeface="+mn-ea"/>
                <a:cs typeface="+mn-cs"/>
              </a:rPr>
              <a:t>mục</a:t>
            </a:r>
            <a:r>
              <a:rPr kumimoji="0" lang="en-US" sz="2000" b="0" i="0" u="none" strike="noStrike" kern="0" cap="none" spc="0" normalizeH="0" noProof="0" dirty="0">
                <a:ln>
                  <a:noFill/>
                </a:ln>
                <a:solidFill>
                  <a:schemeClr val="tx1"/>
                </a:solidFill>
                <a:effectLst/>
                <a:uLnTx/>
                <a:uFillTx/>
                <a:latin typeface="+mn-lt"/>
                <a:ea typeface="+mn-ea"/>
                <a:cs typeface="+mn-cs"/>
              </a:rPr>
              <a:t> </a:t>
            </a:r>
            <a:r>
              <a:rPr kumimoji="0" lang="en-US" sz="2000" b="0" i="0" u="none" strike="noStrike" kern="0" cap="none" spc="0" normalizeH="0" noProof="0" dirty="0" err="1">
                <a:ln>
                  <a:noFill/>
                </a:ln>
                <a:solidFill>
                  <a:schemeClr val="tx1"/>
                </a:solidFill>
                <a:effectLst/>
                <a:uLnTx/>
                <a:uFillTx/>
                <a:latin typeface="+mn-lt"/>
                <a:ea typeface="+mn-ea"/>
                <a:cs typeface="+mn-cs"/>
              </a:rPr>
              <a:t>đích</a:t>
            </a:r>
            <a:r>
              <a:rPr kumimoji="0" lang="en-US" sz="2000" b="0" i="0" u="none" strike="noStrike" kern="0" cap="none" spc="0" normalizeH="0" noProof="0" dirty="0">
                <a:ln>
                  <a:noFill/>
                </a:ln>
                <a:solidFill>
                  <a:schemeClr val="tx1"/>
                </a:solidFill>
                <a:effectLst/>
                <a:uLnTx/>
                <a:uFillTx/>
                <a:latin typeface="+mn-lt"/>
                <a:ea typeface="+mn-ea"/>
                <a:cs typeface="+mn-cs"/>
              </a:rPr>
              <a:t> </a:t>
            </a:r>
            <a:r>
              <a:rPr kumimoji="0" lang="en-US" sz="2000" b="0" i="0" u="none" strike="noStrike" kern="0" cap="none" spc="0" normalizeH="0" noProof="0" dirty="0" err="1">
                <a:ln>
                  <a:noFill/>
                </a:ln>
                <a:solidFill>
                  <a:schemeClr val="tx1"/>
                </a:solidFill>
                <a:effectLst/>
                <a:uLnTx/>
                <a:uFillTx/>
                <a:latin typeface="+mn-lt"/>
                <a:ea typeface="+mn-ea"/>
                <a:cs typeface="+mn-cs"/>
              </a:rPr>
              <a:t>khuếch</a:t>
            </a:r>
            <a:r>
              <a:rPr kumimoji="0" lang="en-US" sz="2000" b="0" i="0" u="none" strike="noStrike" kern="0" cap="none" spc="0" normalizeH="0" noProof="0" dirty="0">
                <a:ln>
                  <a:noFill/>
                </a:ln>
                <a:solidFill>
                  <a:schemeClr val="tx1"/>
                </a:solidFill>
                <a:effectLst/>
                <a:uLnTx/>
                <a:uFillTx/>
                <a:latin typeface="+mn-lt"/>
                <a:ea typeface="+mn-ea"/>
                <a:cs typeface="+mn-cs"/>
              </a:rPr>
              <a:t> </a:t>
            </a:r>
            <a:r>
              <a:rPr kumimoji="0" lang="en-US" sz="2000" b="0" i="0" u="none" strike="noStrike" kern="0" cap="none" spc="0" normalizeH="0" noProof="0" dirty="0" err="1">
                <a:ln>
                  <a:noFill/>
                </a:ln>
                <a:solidFill>
                  <a:schemeClr val="tx1"/>
                </a:solidFill>
                <a:effectLst/>
                <a:uLnTx/>
                <a:uFillTx/>
                <a:latin typeface="+mn-lt"/>
                <a:ea typeface="+mn-ea"/>
                <a:cs typeface="+mn-cs"/>
              </a:rPr>
              <a:t>đại</a:t>
            </a:r>
            <a:r>
              <a:rPr kumimoji="0" lang="en-US" sz="2000" b="0" i="0" u="none" strike="noStrike" kern="0" cap="none" spc="0" normalizeH="0" noProof="0" dirty="0">
                <a:ln>
                  <a:noFill/>
                </a:ln>
                <a:solidFill>
                  <a:schemeClr val="tx1"/>
                </a:solidFill>
                <a:effectLst/>
                <a:uLnTx/>
                <a:uFillTx/>
                <a:latin typeface="+mn-lt"/>
                <a:ea typeface="+mn-ea"/>
                <a:cs typeface="+mn-cs"/>
              </a:rPr>
              <a:t> </a:t>
            </a:r>
            <a:r>
              <a:rPr kumimoji="0" lang="en-US" sz="2000" b="0" i="0" u="none" strike="noStrike" kern="0" cap="none" spc="0" normalizeH="0" noProof="0" dirty="0" err="1">
                <a:ln>
                  <a:noFill/>
                </a:ln>
                <a:solidFill>
                  <a:schemeClr val="tx1"/>
                </a:solidFill>
                <a:effectLst/>
                <a:uLnTx/>
                <a:uFillTx/>
                <a:latin typeface="+mn-lt"/>
                <a:ea typeface="+mn-ea"/>
                <a:cs typeface="+mn-cs"/>
              </a:rPr>
              <a:t>và</a:t>
            </a:r>
            <a:r>
              <a:rPr kumimoji="0" lang="en-US" sz="2000" b="0" i="0" u="none" strike="noStrike" kern="0" cap="none" spc="0" normalizeH="0" noProof="0" dirty="0">
                <a:ln>
                  <a:noFill/>
                </a:ln>
                <a:solidFill>
                  <a:schemeClr val="tx1"/>
                </a:solidFill>
                <a:effectLst/>
                <a:uLnTx/>
                <a:uFillTx/>
                <a:latin typeface="+mn-lt"/>
                <a:ea typeface="+mn-ea"/>
                <a:cs typeface="+mn-cs"/>
              </a:rPr>
              <a:t> </a:t>
            </a:r>
            <a:r>
              <a:rPr kumimoji="0" lang="en-US" sz="2000" b="0" i="0" u="none" strike="noStrike" kern="0" cap="none" spc="0" normalizeH="0" noProof="0" dirty="0" err="1">
                <a:ln>
                  <a:noFill/>
                </a:ln>
                <a:solidFill>
                  <a:schemeClr val="tx1"/>
                </a:solidFill>
                <a:effectLst/>
                <a:uLnTx/>
                <a:uFillTx/>
                <a:latin typeface="+mn-lt"/>
                <a:ea typeface="+mn-ea"/>
                <a:cs typeface="+mn-cs"/>
              </a:rPr>
              <a:t>lọc</a:t>
            </a:r>
            <a:r>
              <a:rPr kumimoji="0" lang="en-US" sz="2000" b="0" i="0" u="none" strike="noStrike" kern="0" cap="none" spc="0" normalizeH="0" noProof="0" dirty="0">
                <a:ln>
                  <a:noFill/>
                </a:ln>
                <a:solidFill>
                  <a:schemeClr val="tx1"/>
                </a:solidFill>
                <a:effectLst/>
                <a:uLnTx/>
                <a:uFillTx/>
                <a:latin typeface="+mn-lt"/>
                <a:ea typeface="+mn-ea"/>
                <a:cs typeface="+mn-cs"/>
              </a:rPr>
              <a:t> </a:t>
            </a:r>
            <a:r>
              <a:rPr kumimoji="0" lang="en-US" sz="2000" b="0" i="0" u="none" strike="noStrike" kern="0" cap="none" spc="0" normalizeH="0" noProof="0" dirty="0" err="1">
                <a:ln>
                  <a:noFill/>
                </a:ln>
                <a:solidFill>
                  <a:schemeClr val="tx1"/>
                </a:solidFill>
                <a:effectLst/>
                <a:uLnTx/>
                <a:uFillTx/>
                <a:latin typeface="+mn-lt"/>
                <a:ea typeface="+mn-ea"/>
                <a:cs typeface="+mn-cs"/>
              </a:rPr>
              <a:t>tín</a:t>
            </a:r>
            <a:r>
              <a:rPr kumimoji="0" lang="en-US" sz="2000" b="0" i="0" u="none" strike="noStrike" kern="0" cap="none" spc="0" normalizeH="0" noProof="0" dirty="0">
                <a:ln>
                  <a:noFill/>
                </a:ln>
                <a:solidFill>
                  <a:schemeClr val="tx1"/>
                </a:solidFill>
                <a:effectLst/>
                <a:uLnTx/>
                <a:uFillTx/>
                <a:latin typeface="+mn-lt"/>
                <a:ea typeface="+mn-ea"/>
                <a:cs typeface="+mn-cs"/>
              </a:rPr>
              <a:t> </a:t>
            </a:r>
            <a:r>
              <a:rPr kumimoji="0" lang="en-US" sz="2000" b="0" i="0" u="none" strike="noStrike" kern="0" cap="none" spc="0" normalizeH="0" noProof="0" dirty="0" err="1">
                <a:ln>
                  <a:noFill/>
                </a:ln>
                <a:solidFill>
                  <a:schemeClr val="tx1"/>
                </a:solidFill>
                <a:effectLst/>
                <a:uLnTx/>
                <a:uFillTx/>
                <a:latin typeface="+mn-lt"/>
                <a:ea typeface="+mn-ea"/>
                <a:cs typeface="+mn-cs"/>
              </a:rPr>
              <a:t>hiệu</a:t>
            </a:r>
            <a:endParaRPr kumimoji="0" lang="en-US" sz="2000" b="0" i="0" u="none" strike="noStrike" kern="0" cap="none" spc="0" normalizeH="0" baseline="0" noProof="0" dirty="0">
              <a:ln>
                <a:noFill/>
              </a:ln>
              <a:solidFill>
                <a:schemeClr val="tx1"/>
              </a:solidFill>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
                <a:srgbClr val="0066CC"/>
              </a:buClr>
              <a:buSzTx/>
              <a:buFont typeface="Wingdings" pitchFamily="2" charset="2"/>
              <a:buChar char="§"/>
              <a:tabLst/>
              <a:defRPr/>
            </a:pPr>
            <a:endParaRPr kumimoji="0" lang="en-US" sz="2000" b="0" i="0" u="none" strike="noStrike" kern="0" cap="none" spc="0" normalizeH="0" baseline="0" noProof="0" dirty="0">
              <a:ln>
                <a:noFill/>
              </a:ln>
              <a:solidFill>
                <a:schemeClr val="tx1"/>
              </a:solidFill>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
                <a:srgbClr val="0066CC"/>
              </a:buClr>
              <a:buSzTx/>
              <a:buFont typeface="Wingdings" pitchFamily="2" charset="2"/>
              <a:buChar char="§"/>
              <a:tabLst/>
              <a:defRPr/>
            </a:pPr>
            <a:endParaRPr kumimoji="0" lang="en-US" sz="2000" b="0" i="0" u="none" strike="noStrike" kern="0" cap="none" spc="0" normalizeH="0" baseline="0" noProof="0" dirty="0">
              <a:ln>
                <a:noFill/>
              </a:ln>
              <a:solidFill>
                <a:schemeClr val="tx1"/>
              </a:solidFill>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
                <a:srgbClr val="0066CC"/>
              </a:buClr>
              <a:buSzTx/>
              <a:buFont typeface="Wingdings" pitchFamily="2" charset="2"/>
              <a:buChar char="§"/>
              <a:tabLst/>
              <a:defRPr/>
            </a:pPr>
            <a:endParaRPr kumimoji="0" lang="en-US" sz="2000" b="0" i="0" u="none" strike="noStrike" kern="0" cap="none" spc="0" normalizeH="0" baseline="0" noProof="0" dirty="0">
              <a:ln>
                <a:noFill/>
              </a:ln>
              <a:solidFill>
                <a:schemeClr val="tx1"/>
              </a:solidFill>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
                <a:srgbClr val="0066CC"/>
              </a:buClr>
              <a:buSzTx/>
              <a:buFont typeface="Wingdings" pitchFamily="2" charset="2"/>
              <a:buChar char="§"/>
              <a:tabLst/>
              <a:defRPr/>
            </a:pPr>
            <a:endParaRPr kumimoji="0" lang="en-US" sz="2000" b="0" i="0" u="none" strike="noStrike" kern="0" cap="none" spc="0" normalizeH="0" baseline="0" noProof="0" dirty="0">
              <a:ln>
                <a:noFill/>
              </a:ln>
              <a:solidFill>
                <a:schemeClr val="tx1"/>
              </a:solidFill>
              <a:effectLst/>
              <a:uLnTx/>
              <a:uFillTx/>
              <a:latin typeface="+mn-lt"/>
              <a:ea typeface="+mn-ea"/>
              <a:cs typeface="+mn-cs"/>
            </a:endParaRPr>
          </a:p>
        </p:txBody>
      </p:sp>
      <p:pic>
        <p:nvPicPr>
          <p:cNvPr id="13" name="Picture 4" descr="http://upload.wikimedia.org/wikipedia/commons/thumb/5/59/Active_Lowpass_Filter_RC.svg/325px-Active_Lowpass_Filter_RC.svg.png"/>
          <p:cNvPicPr>
            <a:picLocks noChangeAspect="1" noChangeArrowheads="1"/>
          </p:cNvPicPr>
          <p:nvPr/>
        </p:nvPicPr>
        <p:blipFill>
          <a:blip r:embed="rId2" cstate="print"/>
          <a:srcRect/>
          <a:stretch>
            <a:fillRect/>
          </a:stretch>
        </p:blipFill>
        <p:spPr bwMode="auto">
          <a:xfrm>
            <a:off x="6033120" y="2974542"/>
            <a:ext cx="2655295" cy="1838281"/>
          </a:xfrm>
          <a:prstGeom prst="rect">
            <a:avLst/>
          </a:prstGeom>
          <a:noFill/>
        </p:spPr>
      </p:pic>
      <p:pic>
        <p:nvPicPr>
          <p:cNvPr id="40962" name="Picture 2" descr="http://www.facstaff.bucknell.edu/mastascu/elessonsHTML/OpAmps/OpAmp2A04.gif"/>
          <p:cNvPicPr>
            <a:picLocks noChangeAspect="1" noChangeArrowheads="1"/>
          </p:cNvPicPr>
          <p:nvPr/>
        </p:nvPicPr>
        <p:blipFill>
          <a:blip r:embed="rId3" cstate="print"/>
          <a:srcRect/>
          <a:stretch>
            <a:fillRect/>
          </a:stretch>
        </p:blipFill>
        <p:spPr bwMode="auto">
          <a:xfrm>
            <a:off x="4427650" y="3520120"/>
            <a:ext cx="1192632" cy="1312323"/>
          </a:xfrm>
          <a:prstGeom prst="rect">
            <a:avLst/>
          </a:prstGeom>
          <a:noFill/>
        </p:spPr>
      </p:pic>
      <p:pic>
        <p:nvPicPr>
          <p:cNvPr id="40964" name="Picture 4" descr="http://3.bp.blogspot.com/_WoB-bkVakhY/S_66jRLdV4I/AAAAAAAAAFk/6yHQ_pknyMo/s1600/9.jpg"/>
          <p:cNvPicPr>
            <a:picLocks noChangeAspect="1" noChangeArrowheads="1"/>
          </p:cNvPicPr>
          <p:nvPr/>
        </p:nvPicPr>
        <p:blipFill>
          <a:blip r:embed="rId4" cstate="print"/>
          <a:srcRect/>
          <a:stretch>
            <a:fillRect/>
          </a:stretch>
        </p:blipFill>
        <p:spPr bwMode="auto">
          <a:xfrm>
            <a:off x="890420" y="2952078"/>
            <a:ext cx="2556210" cy="2476948"/>
          </a:xfrm>
          <a:prstGeom prst="rect">
            <a:avLst/>
          </a:prstGeom>
          <a:ln>
            <a:noFill/>
          </a:ln>
          <a:effectLst>
            <a:softEdge rad="112500"/>
          </a:effectLst>
        </p:spPr>
      </p:pic>
    </p:spTree>
    <p:extLst>
      <p:ext uri="{BB962C8B-B14F-4D97-AF65-F5344CB8AC3E}">
        <p14:creationId xmlns:p14="http://schemas.microsoft.com/office/powerpoint/2010/main" val="40484098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with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blinds(horizontal)">
                                      <p:cBhvr>
                                        <p:cTn id="7" dur="500"/>
                                        <p:tgtEl>
                                          <p:spTgt spid="12"/>
                                        </p:tgtEl>
                                      </p:cBhvr>
                                    </p:animEffect>
                                  </p:childTnLst>
                                </p:cTn>
                              </p:par>
                              <p:par>
                                <p:cTn id="8" presetID="3" presetClass="entr" presetSubtype="10" fill="hold"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blinds(horizontal)">
                                      <p:cBhvr>
                                        <p:cTn id="10" dur="500"/>
                                        <p:tgtEl>
                                          <p:spTgt spid="13"/>
                                        </p:tgtEl>
                                      </p:cBhvr>
                                    </p:animEffect>
                                  </p:childTnLst>
                                </p:cTn>
                              </p:par>
                              <p:par>
                                <p:cTn id="11" presetID="3" presetClass="entr" presetSubtype="10" fill="hold" nodeType="withEffect">
                                  <p:stCondLst>
                                    <p:cond delay="0"/>
                                  </p:stCondLst>
                                  <p:childTnLst>
                                    <p:set>
                                      <p:cBhvr>
                                        <p:cTn id="12" dur="1" fill="hold">
                                          <p:stCondLst>
                                            <p:cond delay="0"/>
                                          </p:stCondLst>
                                        </p:cTn>
                                        <p:tgtEl>
                                          <p:spTgt spid="40964"/>
                                        </p:tgtEl>
                                        <p:attrNameLst>
                                          <p:attrName>style.visibility</p:attrName>
                                        </p:attrNameLst>
                                      </p:cBhvr>
                                      <p:to>
                                        <p:strVal val="visible"/>
                                      </p:to>
                                    </p:set>
                                    <p:animEffect transition="in" filter="blinds(horizontal)">
                                      <p:cBhvr>
                                        <p:cTn id="13" dur="500"/>
                                        <p:tgtEl>
                                          <p:spTgt spid="40964"/>
                                        </p:tgtEl>
                                      </p:cBhvr>
                                    </p:animEffect>
                                  </p:childTnLst>
                                </p:cTn>
                              </p:par>
                              <p:par>
                                <p:cTn id="14" presetID="3" presetClass="entr" presetSubtype="10" fill="hold" nodeType="withEffect">
                                  <p:stCondLst>
                                    <p:cond delay="0"/>
                                  </p:stCondLst>
                                  <p:childTnLst>
                                    <p:set>
                                      <p:cBhvr>
                                        <p:cTn id="15" dur="1" fill="hold">
                                          <p:stCondLst>
                                            <p:cond delay="0"/>
                                          </p:stCondLst>
                                        </p:cTn>
                                        <p:tgtEl>
                                          <p:spTgt spid="40962"/>
                                        </p:tgtEl>
                                        <p:attrNameLst>
                                          <p:attrName>style.visibility</p:attrName>
                                        </p:attrNameLst>
                                      </p:cBhvr>
                                      <p:to>
                                        <p:strVal val="visible"/>
                                      </p:to>
                                    </p:set>
                                    <p:animEffect transition="in" filter="blinds(horizontal)">
                                      <p:cBhvr>
                                        <p:cTn id="16" dur="500"/>
                                        <p:tgtEl>
                                          <p:spTgt spid="409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sv-SE" dirty="0"/>
              <a:t>Mục tiêu của môn học</a:t>
            </a:r>
          </a:p>
        </p:txBody>
      </p:sp>
      <p:sp>
        <p:nvSpPr>
          <p:cNvPr id="9" name="Footer Placeholder 8"/>
          <p:cNvSpPr>
            <a:spLocks noGrp="1"/>
          </p:cNvSpPr>
          <p:nvPr>
            <p:ph type="ftr" sz="quarter" idx="11"/>
          </p:nvPr>
        </p:nvSpPr>
        <p:spPr/>
        <p:txBody>
          <a:bodyPr/>
          <a:lstStyle/>
          <a:p>
            <a:r>
              <a:rPr lang="sv-SE"/>
              <a:t>Trịnh Lê Huy</a:t>
            </a:r>
          </a:p>
        </p:txBody>
      </p:sp>
      <p:sp>
        <p:nvSpPr>
          <p:cNvPr id="7" name="Slide Number Placeholder 6"/>
          <p:cNvSpPr>
            <a:spLocks noGrp="1"/>
          </p:cNvSpPr>
          <p:nvPr>
            <p:ph type="sldNum" sz="quarter" idx="12"/>
          </p:nvPr>
        </p:nvSpPr>
        <p:spPr/>
        <p:txBody>
          <a:bodyPr/>
          <a:lstStyle/>
          <a:p>
            <a:pPr algn="l"/>
            <a:fld id="{1DB5ABAE-A3C1-4AF6-9B4A-B8A593CBFB77}" type="slidenum">
              <a:rPr lang="sv-SE" sz="1400" smtClean="0"/>
              <a:pPr algn="l"/>
              <a:t>10</a:t>
            </a:fld>
            <a:endParaRPr lang="sv-SE" sz="1400">
              <a:latin typeface="Times" pitchFamily="1" charset="0"/>
            </a:endParaRPr>
          </a:p>
        </p:txBody>
      </p:sp>
      <p:sp>
        <p:nvSpPr>
          <p:cNvPr id="8" name="Content Placeholder 7"/>
          <p:cNvSpPr>
            <a:spLocks noGrp="1"/>
          </p:cNvSpPr>
          <p:nvPr>
            <p:ph idx="4294967295"/>
          </p:nvPr>
        </p:nvSpPr>
        <p:spPr>
          <a:xfrm>
            <a:off x="1687513" y="1752600"/>
            <a:ext cx="8218487" cy="4467225"/>
          </a:xfrm>
        </p:spPr>
        <p:txBody>
          <a:bodyPr/>
          <a:lstStyle/>
          <a:p>
            <a:pPr>
              <a:buFont typeface="Wingdings" pitchFamily="2" charset="2"/>
              <a:buChar char="v"/>
            </a:pPr>
            <a:r>
              <a:rPr lang="en-US" dirty="0"/>
              <a:t> </a:t>
            </a:r>
            <a:r>
              <a:rPr lang="en-US" b="1" dirty="0" err="1"/>
              <a:t>Mục</a:t>
            </a:r>
            <a:r>
              <a:rPr lang="en-US" b="1" dirty="0"/>
              <a:t> </a:t>
            </a:r>
            <a:r>
              <a:rPr lang="en-US" b="1" dirty="0" err="1"/>
              <a:t>tiêu</a:t>
            </a:r>
            <a:r>
              <a:rPr lang="en-US" b="1" dirty="0"/>
              <a:t>:</a:t>
            </a:r>
            <a:endParaRPr lang="en-US" dirty="0"/>
          </a:p>
          <a:p>
            <a:pPr lvl="1" algn="just">
              <a:buFont typeface="Wingdings" pitchFamily="2" charset="2"/>
              <a:buChar char="q"/>
            </a:pPr>
            <a:r>
              <a:rPr lang="en-US" dirty="0"/>
              <a:t> </a:t>
            </a:r>
            <a:r>
              <a:rPr lang="en-US" dirty="0" err="1"/>
              <a:t>Cung</a:t>
            </a:r>
            <a:r>
              <a:rPr lang="en-US" dirty="0"/>
              <a:t> </a:t>
            </a:r>
            <a:r>
              <a:rPr lang="en-US" dirty="0" err="1"/>
              <a:t>cấp</a:t>
            </a:r>
            <a:r>
              <a:rPr lang="en-US" dirty="0"/>
              <a:t> </a:t>
            </a:r>
            <a:r>
              <a:rPr lang="en-US" dirty="0" err="1"/>
              <a:t>những</a:t>
            </a:r>
            <a:r>
              <a:rPr lang="en-US" dirty="0"/>
              <a:t> </a:t>
            </a:r>
            <a:r>
              <a:rPr lang="en-US" dirty="0" err="1"/>
              <a:t>kiến</a:t>
            </a:r>
            <a:r>
              <a:rPr lang="en-US" dirty="0"/>
              <a:t> </a:t>
            </a:r>
            <a:r>
              <a:rPr lang="en-US" dirty="0" err="1"/>
              <a:t>thức</a:t>
            </a:r>
            <a:r>
              <a:rPr lang="en-US" dirty="0"/>
              <a:t> </a:t>
            </a:r>
            <a:r>
              <a:rPr lang="en-US" dirty="0" err="1"/>
              <a:t>cơ</a:t>
            </a:r>
            <a:r>
              <a:rPr lang="en-US" dirty="0"/>
              <a:t> </a:t>
            </a:r>
            <a:r>
              <a:rPr lang="en-US" dirty="0" err="1"/>
              <a:t>bản</a:t>
            </a:r>
            <a:r>
              <a:rPr lang="en-US" dirty="0"/>
              <a:t> </a:t>
            </a:r>
            <a:r>
              <a:rPr lang="en-US" dirty="0" err="1"/>
              <a:t>và</a:t>
            </a:r>
            <a:r>
              <a:rPr lang="en-US" dirty="0"/>
              <a:t> </a:t>
            </a:r>
            <a:r>
              <a:rPr lang="en-US" dirty="0" err="1"/>
              <a:t>chuyên</a:t>
            </a:r>
            <a:r>
              <a:rPr lang="en-US" dirty="0"/>
              <a:t> </a:t>
            </a:r>
            <a:r>
              <a:rPr lang="en-US" dirty="0" err="1"/>
              <a:t>sâu</a:t>
            </a:r>
            <a:r>
              <a:rPr lang="en-US" dirty="0"/>
              <a:t> </a:t>
            </a:r>
            <a:r>
              <a:rPr lang="en-US" dirty="0" err="1"/>
              <a:t>về</a:t>
            </a:r>
            <a:r>
              <a:rPr lang="en-US" dirty="0"/>
              <a:t> </a:t>
            </a:r>
            <a:r>
              <a:rPr lang="en-US" dirty="0" err="1"/>
              <a:t>thiết</a:t>
            </a:r>
            <a:r>
              <a:rPr lang="en-US" dirty="0"/>
              <a:t> </a:t>
            </a:r>
            <a:r>
              <a:rPr lang="en-US" dirty="0" err="1"/>
              <a:t>kế</a:t>
            </a:r>
            <a:r>
              <a:rPr lang="en-US" dirty="0"/>
              <a:t> </a:t>
            </a:r>
            <a:r>
              <a:rPr lang="en-US" dirty="0" err="1"/>
              <a:t>mạch</a:t>
            </a:r>
            <a:r>
              <a:rPr lang="en-US" dirty="0"/>
              <a:t> </a:t>
            </a:r>
            <a:r>
              <a:rPr lang="en-US" dirty="0" err="1"/>
              <a:t>điện</a:t>
            </a:r>
            <a:r>
              <a:rPr lang="en-US" dirty="0"/>
              <a:t> </a:t>
            </a:r>
            <a:r>
              <a:rPr lang="en-US" dirty="0" err="1"/>
              <a:t>tương</a:t>
            </a:r>
            <a:r>
              <a:rPr lang="en-US" dirty="0"/>
              <a:t> </a:t>
            </a:r>
            <a:r>
              <a:rPr lang="en-US" dirty="0" err="1"/>
              <a:t>tự</a:t>
            </a:r>
            <a:r>
              <a:rPr lang="en-US" dirty="0"/>
              <a:t> </a:t>
            </a:r>
            <a:r>
              <a:rPr lang="en-US" dirty="0" err="1"/>
              <a:t>bao</a:t>
            </a:r>
            <a:r>
              <a:rPr lang="en-US" dirty="0"/>
              <a:t> </a:t>
            </a:r>
            <a:r>
              <a:rPr lang="en-US" dirty="0" err="1"/>
              <a:t>gồm</a:t>
            </a:r>
            <a:r>
              <a:rPr lang="en-US" dirty="0"/>
              <a:t>: </a:t>
            </a:r>
            <a:r>
              <a:rPr lang="en-US" dirty="0" err="1"/>
              <a:t>mạch</a:t>
            </a:r>
            <a:r>
              <a:rPr lang="en-US" dirty="0"/>
              <a:t> </a:t>
            </a:r>
            <a:r>
              <a:rPr lang="en-US" dirty="0" err="1"/>
              <a:t>khuếch</a:t>
            </a:r>
            <a:r>
              <a:rPr lang="en-US" dirty="0"/>
              <a:t> </a:t>
            </a:r>
            <a:r>
              <a:rPr lang="en-US" dirty="0" err="1"/>
              <a:t>đại</a:t>
            </a:r>
            <a:r>
              <a:rPr lang="en-US" dirty="0"/>
              <a:t> </a:t>
            </a:r>
            <a:r>
              <a:rPr lang="en-US" dirty="0" err="1"/>
              <a:t>tương</a:t>
            </a:r>
            <a:r>
              <a:rPr lang="en-US" dirty="0"/>
              <a:t> </a:t>
            </a:r>
            <a:r>
              <a:rPr lang="en-US" dirty="0" err="1"/>
              <a:t>tự</a:t>
            </a:r>
            <a:r>
              <a:rPr lang="en-US" dirty="0"/>
              <a:t>, </a:t>
            </a:r>
            <a:r>
              <a:rPr lang="en-US" dirty="0" err="1"/>
              <a:t>nhiễu</a:t>
            </a:r>
            <a:r>
              <a:rPr lang="en-US" dirty="0"/>
              <a:t>, </a:t>
            </a:r>
            <a:r>
              <a:rPr lang="en-US" dirty="0" err="1"/>
              <a:t>bộ</a:t>
            </a:r>
            <a:r>
              <a:rPr lang="en-US" dirty="0"/>
              <a:t> </a:t>
            </a:r>
            <a:r>
              <a:rPr lang="en-US" dirty="0" err="1"/>
              <a:t>lọc</a:t>
            </a:r>
            <a:r>
              <a:rPr lang="en-US" dirty="0"/>
              <a:t>, </a:t>
            </a:r>
            <a:r>
              <a:rPr lang="en-US" dirty="0" err="1"/>
              <a:t>độ</a:t>
            </a:r>
            <a:r>
              <a:rPr lang="en-US" dirty="0"/>
              <a:t> </a:t>
            </a:r>
            <a:r>
              <a:rPr lang="en-US" dirty="0" err="1"/>
              <a:t>ổn</a:t>
            </a:r>
            <a:r>
              <a:rPr lang="en-US" dirty="0"/>
              <a:t> </a:t>
            </a:r>
            <a:r>
              <a:rPr lang="en-US" dirty="0" err="1"/>
              <a:t>định</a:t>
            </a:r>
            <a:r>
              <a:rPr lang="en-US" dirty="0"/>
              <a:t> </a:t>
            </a:r>
            <a:r>
              <a:rPr lang="en-US" dirty="0" err="1"/>
              <a:t>của</a:t>
            </a:r>
            <a:r>
              <a:rPr lang="en-US" dirty="0"/>
              <a:t> </a:t>
            </a:r>
            <a:r>
              <a:rPr lang="en-US" dirty="0" err="1"/>
              <a:t>mạch</a:t>
            </a:r>
            <a:r>
              <a:rPr lang="en-US" dirty="0"/>
              <a:t> </a:t>
            </a:r>
            <a:r>
              <a:rPr lang="en-US" dirty="0" err="1"/>
              <a:t>điện</a:t>
            </a:r>
            <a:r>
              <a:rPr lang="en-US" dirty="0"/>
              <a:t> …</a:t>
            </a:r>
          </a:p>
          <a:p>
            <a:pPr lvl="1" algn="just">
              <a:buFont typeface="Wingdings" pitchFamily="2" charset="2"/>
              <a:buChar char="q"/>
            </a:pPr>
            <a:endParaRPr lang="en-US" dirty="0"/>
          </a:p>
          <a:p>
            <a:pPr lvl="1" algn="just">
              <a:buFont typeface="Wingdings" pitchFamily="2" charset="2"/>
              <a:buChar char="q"/>
            </a:pPr>
            <a:endParaRPr lang="en-US" dirty="0"/>
          </a:p>
          <a:p>
            <a:pPr lvl="1" algn="just">
              <a:buFont typeface="Wingdings" pitchFamily="2" charset="2"/>
              <a:buChar char="q"/>
            </a:pPr>
            <a:endParaRPr lang="en-US" dirty="0"/>
          </a:p>
          <a:p>
            <a:pPr>
              <a:buFont typeface="Wingdings" pitchFamily="2" charset="2"/>
              <a:buChar char="v"/>
            </a:pPr>
            <a:r>
              <a:rPr lang="en-US" b="1" dirty="0"/>
              <a:t> </a:t>
            </a:r>
            <a:r>
              <a:rPr lang="en-US" b="1" dirty="0" err="1"/>
              <a:t>Yêu</a:t>
            </a:r>
            <a:r>
              <a:rPr lang="en-US" b="1" dirty="0"/>
              <a:t> </a:t>
            </a:r>
            <a:r>
              <a:rPr lang="en-US" b="1" dirty="0" err="1"/>
              <a:t>cầu</a:t>
            </a:r>
            <a:r>
              <a:rPr lang="en-US" b="1" dirty="0"/>
              <a:t>: </a:t>
            </a:r>
            <a:endParaRPr lang="en-US" dirty="0"/>
          </a:p>
          <a:p>
            <a:pPr lvl="1">
              <a:buFont typeface="Wingdings" pitchFamily="2" charset="2"/>
              <a:buChar char="q"/>
            </a:pPr>
            <a:r>
              <a:rPr lang="en-US" dirty="0"/>
              <a:t> </a:t>
            </a:r>
            <a:r>
              <a:rPr lang="en-US" dirty="0" err="1"/>
              <a:t>Lý</a:t>
            </a:r>
            <a:r>
              <a:rPr lang="en-US" dirty="0"/>
              <a:t> </a:t>
            </a:r>
            <a:r>
              <a:rPr lang="en-US" dirty="0" err="1"/>
              <a:t>thuyết</a:t>
            </a:r>
            <a:r>
              <a:rPr lang="en-US" dirty="0"/>
              <a:t> </a:t>
            </a:r>
            <a:r>
              <a:rPr lang="en-US" dirty="0" err="1"/>
              <a:t>mạch</a:t>
            </a:r>
            <a:r>
              <a:rPr lang="en-US" dirty="0"/>
              <a:t> </a:t>
            </a:r>
            <a:r>
              <a:rPr lang="en-US" dirty="0" err="1"/>
              <a:t>điện</a:t>
            </a:r>
            <a:r>
              <a:rPr lang="en-US" dirty="0"/>
              <a:t>.</a:t>
            </a:r>
          </a:p>
          <a:p>
            <a:pPr lvl="2">
              <a:buFont typeface="Wingdings" panose="05000000000000000000" pitchFamily="2" charset="2"/>
              <a:buChar char="Ø"/>
            </a:pPr>
            <a:r>
              <a:rPr lang="en-US" sz="1600" dirty="0"/>
              <a:t> </a:t>
            </a:r>
            <a:r>
              <a:rPr lang="en-US" sz="1600" dirty="0" err="1"/>
              <a:t>Kiến</a:t>
            </a:r>
            <a:r>
              <a:rPr lang="en-US" sz="1600" dirty="0"/>
              <a:t> </a:t>
            </a:r>
            <a:r>
              <a:rPr lang="en-US" sz="1600" dirty="0" err="1"/>
              <a:t>thức</a:t>
            </a:r>
            <a:r>
              <a:rPr lang="en-US" sz="1600" dirty="0"/>
              <a:t> </a:t>
            </a:r>
            <a:r>
              <a:rPr lang="en-US" sz="1600" dirty="0" err="1"/>
              <a:t>cơ</a:t>
            </a:r>
            <a:r>
              <a:rPr lang="en-US" sz="1600" dirty="0"/>
              <a:t> </a:t>
            </a:r>
            <a:r>
              <a:rPr lang="en-US" sz="1600" dirty="0" err="1"/>
              <a:t>bản</a:t>
            </a:r>
            <a:r>
              <a:rPr lang="en-US" sz="1600" dirty="0"/>
              <a:t> </a:t>
            </a:r>
            <a:r>
              <a:rPr lang="en-US" sz="1600" dirty="0" err="1"/>
              <a:t>về</a:t>
            </a:r>
            <a:r>
              <a:rPr lang="en-US" sz="1600" dirty="0"/>
              <a:t> </a:t>
            </a:r>
            <a:r>
              <a:rPr lang="en-US" sz="1600" dirty="0" err="1"/>
              <a:t>các</a:t>
            </a:r>
            <a:r>
              <a:rPr lang="en-US" sz="1600" dirty="0"/>
              <a:t> </a:t>
            </a:r>
            <a:r>
              <a:rPr lang="en-US" sz="1600" dirty="0" err="1"/>
              <a:t>thiết</a:t>
            </a:r>
            <a:r>
              <a:rPr lang="en-US" sz="1600" dirty="0"/>
              <a:t> </a:t>
            </a:r>
            <a:r>
              <a:rPr lang="en-US" sz="1600" dirty="0" err="1"/>
              <a:t>bị</a:t>
            </a:r>
            <a:r>
              <a:rPr lang="en-US" sz="1600" dirty="0"/>
              <a:t> </a:t>
            </a:r>
            <a:r>
              <a:rPr lang="en-US" sz="1600" dirty="0" err="1"/>
              <a:t>thụ</a:t>
            </a:r>
            <a:r>
              <a:rPr lang="en-US" sz="1600" dirty="0"/>
              <a:t> </a:t>
            </a:r>
            <a:r>
              <a:rPr lang="en-US" sz="1600" dirty="0" err="1"/>
              <a:t>động</a:t>
            </a:r>
            <a:r>
              <a:rPr lang="en-US" sz="1600" dirty="0"/>
              <a:t> (</a:t>
            </a:r>
            <a:r>
              <a:rPr lang="en-US" sz="1600" dirty="0" err="1"/>
              <a:t>điện</a:t>
            </a:r>
            <a:r>
              <a:rPr lang="en-US" sz="1600" dirty="0"/>
              <a:t> </a:t>
            </a:r>
            <a:r>
              <a:rPr lang="en-US" sz="1600" dirty="0" err="1"/>
              <a:t>trở</a:t>
            </a:r>
            <a:r>
              <a:rPr lang="en-US" sz="1600" dirty="0"/>
              <a:t>, </a:t>
            </a:r>
            <a:r>
              <a:rPr lang="en-US" sz="1600" dirty="0" err="1"/>
              <a:t>tụ</a:t>
            </a:r>
            <a:r>
              <a:rPr lang="en-US" sz="1600" dirty="0"/>
              <a:t> </a:t>
            </a:r>
            <a:r>
              <a:rPr lang="en-US" sz="1600" dirty="0" err="1"/>
              <a:t>điện</a:t>
            </a:r>
            <a:r>
              <a:rPr lang="en-US" sz="1600" dirty="0"/>
              <a:t>, </a:t>
            </a:r>
            <a:r>
              <a:rPr lang="en-US" sz="1600" dirty="0" err="1"/>
              <a:t>cuộn</a:t>
            </a:r>
            <a:r>
              <a:rPr lang="en-US" sz="1600" dirty="0"/>
              <a:t> </a:t>
            </a:r>
            <a:r>
              <a:rPr lang="en-US" sz="1600" dirty="0" err="1"/>
              <a:t>cảm</a:t>
            </a:r>
            <a:r>
              <a:rPr lang="en-US" sz="1600" dirty="0"/>
              <a:t>…)</a:t>
            </a:r>
          </a:p>
          <a:p>
            <a:pPr lvl="2">
              <a:buFont typeface="Wingdings" panose="05000000000000000000" pitchFamily="2" charset="2"/>
              <a:buChar char="Ø"/>
            </a:pPr>
            <a:r>
              <a:rPr lang="en-US" sz="1600" dirty="0"/>
              <a:t> </a:t>
            </a:r>
            <a:r>
              <a:rPr lang="en-US" sz="1600" dirty="0" err="1"/>
              <a:t>Kiến</a:t>
            </a:r>
            <a:r>
              <a:rPr lang="en-US" sz="1600" dirty="0"/>
              <a:t> </a:t>
            </a:r>
            <a:r>
              <a:rPr lang="en-US" sz="1600" dirty="0" err="1"/>
              <a:t>thức</a:t>
            </a:r>
            <a:r>
              <a:rPr lang="en-US" sz="1600" dirty="0"/>
              <a:t> </a:t>
            </a:r>
            <a:r>
              <a:rPr lang="en-US" sz="1600" dirty="0" err="1"/>
              <a:t>cơ</a:t>
            </a:r>
            <a:r>
              <a:rPr lang="en-US" sz="1600" dirty="0"/>
              <a:t> </a:t>
            </a:r>
            <a:r>
              <a:rPr lang="en-US" sz="1600" dirty="0" err="1"/>
              <a:t>bản</a:t>
            </a:r>
            <a:r>
              <a:rPr lang="en-US" sz="1600" dirty="0"/>
              <a:t> </a:t>
            </a:r>
            <a:r>
              <a:rPr lang="en-US" sz="1600" dirty="0" err="1"/>
              <a:t>về</a:t>
            </a:r>
            <a:r>
              <a:rPr lang="en-US" sz="1600" dirty="0"/>
              <a:t> </a:t>
            </a:r>
            <a:r>
              <a:rPr lang="en-US" sz="1600" dirty="0" err="1"/>
              <a:t>phân</a:t>
            </a:r>
            <a:r>
              <a:rPr lang="en-US" sz="1600" dirty="0"/>
              <a:t> </a:t>
            </a:r>
            <a:r>
              <a:rPr lang="en-US" sz="1600" dirty="0" err="1"/>
              <a:t>tích</a:t>
            </a:r>
            <a:r>
              <a:rPr lang="en-US" sz="1600" dirty="0"/>
              <a:t> </a:t>
            </a:r>
            <a:r>
              <a:rPr lang="en-US" sz="1600" dirty="0" err="1"/>
              <a:t>mạch</a:t>
            </a:r>
            <a:r>
              <a:rPr lang="en-US" sz="1600" dirty="0"/>
              <a:t> </a:t>
            </a:r>
            <a:r>
              <a:rPr lang="en-US" sz="1600" dirty="0" err="1"/>
              <a:t>điện</a:t>
            </a:r>
            <a:r>
              <a:rPr lang="en-US" sz="1600" dirty="0"/>
              <a:t> </a:t>
            </a:r>
            <a:r>
              <a:rPr lang="en-US" sz="1600" dirty="0" err="1"/>
              <a:t>một</a:t>
            </a:r>
            <a:r>
              <a:rPr lang="en-US" sz="1600" dirty="0"/>
              <a:t> </a:t>
            </a:r>
            <a:r>
              <a:rPr lang="en-US" sz="1600" dirty="0" err="1"/>
              <a:t>chiều</a:t>
            </a:r>
            <a:endParaRPr lang="en-US" sz="1600" dirty="0"/>
          </a:p>
          <a:p>
            <a:pPr lvl="2">
              <a:buFont typeface="Wingdings" panose="05000000000000000000" pitchFamily="2" charset="2"/>
              <a:buChar char="Ø"/>
            </a:pPr>
            <a:r>
              <a:rPr lang="en-US" sz="1600" dirty="0"/>
              <a:t> </a:t>
            </a:r>
            <a:r>
              <a:rPr lang="en-US" sz="1600" dirty="0" err="1"/>
              <a:t>Các</a:t>
            </a:r>
            <a:r>
              <a:rPr lang="en-US" sz="1600" dirty="0"/>
              <a:t> </a:t>
            </a:r>
            <a:r>
              <a:rPr lang="en-US" sz="1600" dirty="0" err="1"/>
              <a:t>phương</a:t>
            </a:r>
            <a:r>
              <a:rPr lang="en-US" sz="1600" dirty="0"/>
              <a:t> </a:t>
            </a:r>
            <a:r>
              <a:rPr lang="en-US" sz="1600" dirty="0" err="1"/>
              <a:t>pháp</a:t>
            </a:r>
            <a:r>
              <a:rPr lang="en-US" sz="1600" dirty="0"/>
              <a:t> </a:t>
            </a:r>
            <a:r>
              <a:rPr lang="en-US" sz="1600" dirty="0" err="1"/>
              <a:t>cơ</a:t>
            </a:r>
            <a:r>
              <a:rPr lang="en-US" sz="1600" dirty="0"/>
              <a:t> </a:t>
            </a:r>
            <a:r>
              <a:rPr lang="en-US" sz="1600" dirty="0" err="1"/>
              <a:t>bản</a:t>
            </a:r>
            <a:r>
              <a:rPr lang="en-US" sz="1600" dirty="0"/>
              <a:t> </a:t>
            </a:r>
            <a:r>
              <a:rPr lang="en-US" sz="1600" dirty="0" err="1"/>
              <a:t>để</a:t>
            </a:r>
            <a:r>
              <a:rPr lang="en-US" sz="1600" dirty="0"/>
              <a:t> </a:t>
            </a:r>
            <a:r>
              <a:rPr lang="en-US" sz="1600" dirty="0" err="1"/>
              <a:t>tính</a:t>
            </a:r>
            <a:r>
              <a:rPr lang="en-US" sz="1600" dirty="0"/>
              <a:t> </a:t>
            </a:r>
            <a:r>
              <a:rPr lang="en-US" sz="1600" dirty="0" err="1"/>
              <a:t>toán</a:t>
            </a:r>
            <a:r>
              <a:rPr lang="en-US" sz="1600" dirty="0"/>
              <a:t> </a:t>
            </a:r>
            <a:r>
              <a:rPr lang="en-US" sz="1600" dirty="0" err="1"/>
              <a:t>trên</a:t>
            </a:r>
            <a:r>
              <a:rPr lang="en-US" sz="1600" dirty="0"/>
              <a:t> </a:t>
            </a:r>
            <a:r>
              <a:rPr lang="en-US" sz="1600" dirty="0" err="1"/>
              <a:t>mạch</a:t>
            </a:r>
            <a:r>
              <a:rPr lang="en-US" sz="1600" dirty="0"/>
              <a:t> </a:t>
            </a:r>
            <a:r>
              <a:rPr lang="en-US" sz="1600" dirty="0" err="1"/>
              <a:t>điện</a:t>
            </a:r>
            <a:r>
              <a:rPr lang="en-US" sz="1600" dirty="0"/>
              <a:t> </a:t>
            </a:r>
            <a:r>
              <a:rPr lang="en-US" sz="1600" dirty="0" err="1"/>
              <a:t>một</a:t>
            </a:r>
            <a:r>
              <a:rPr lang="en-US" sz="1600" dirty="0"/>
              <a:t> </a:t>
            </a:r>
            <a:r>
              <a:rPr lang="en-US" sz="1600" dirty="0" err="1"/>
              <a:t>chiều</a:t>
            </a:r>
            <a:r>
              <a:rPr lang="en-US" sz="1600" dirty="0"/>
              <a:t> (</a:t>
            </a:r>
            <a:r>
              <a:rPr lang="en-US" sz="1600" dirty="0" err="1"/>
              <a:t>thế</a:t>
            </a:r>
            <a:r>
              <a:rPr lang="en-US" sz="1600" dirty="0"/>
              <a:t> </a:t>
            </a:r>
            <a:r>
              <a:rPr lang="en-US" sz="1600" dirty="0" err="1"/>
              <a:t>nút</a:t>
            </a:r>
            <a:r>
              <a:rPr lang="en-US" sz="1600" dirty="0"/>
              <a:t>, </a:t>
            </a:r>
            <a:r>
              <a:rPr lang="en-US" sz="1600" dirty="0" err="1"/>
              <a:t>dòng</a:t>
            </a:r>
            <a:r>
              <a:rPr lang="en-US" sz="1600" dirty="0"/>
              <a:t> </a:t>
            </a:r>
            <a:r>
              <a:rPr lang="en-US" sz="1600" dirty="0" err="1"/>
              <a:t>mắt</a:t>
            </a:r>
            <a:r>
              <a:rPr lang="en-US" sz="1600" dirty="0"/>
              <a:t> </a:t>
            </a:r>
            <a:r>
              <a:rPr lang="en-US" sz="1600" dirty="0" err="1"/>
              <a:t>lưới</a:t>
            </a:r>
            <a:r>
              <a:rPr lang="en-US" sz="1600" dirty="0"/>
              <a:t>, Norton, </a:t>
            </a:r>
            <a:r>
              <a:rPr lang="en-US" sz="1600" dirty="0" err="1"/>
              <a:t>Thevenin</a:t>
            </a:r>
            <a:r>
              <a:rPr lang="en-US" sz="1600" dirty="0"/>
              <a: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sv-SE" dirty="0"/>
              <a:t>Nội dung của môn học</a:t>
            </a:r>
          </a:p>
        </p:txBody>
      </p:sp>
      <p:sp>
        <p:nvSpPr>
          <p:cNvPr id="9" name="Footer Placeholder 8"/>
          <p:cNvSpPr>
            <a:spLocks noGrp="1"/>
          </p:cNvSpPr>
          <p:nvPr>
            <p:ph type="ftr" sz="quarter" idx="11"/>
          </p:nvPr>
        </p:nvSpPr>
        <p:spPr/>
        <p:txBody>
          <a:bodyPr/>
          <a:lstStyle/>
          <a:p>
            <a:r>
              <a:rPr lang="sv-SE"/>
              <a:t>Trịnh Lê Huy</a:t>
            </a:r>
          </a:p>
        </p:txBody>
      </p:sp>
      <p:sp>
        <p:nvSpPr>
          <p:cNvPr id="7" name="Slide Number Placeholder 6"/>
          <p:cNvSpPr>
            <a:spLocks noGrp="1"/>
          </p:cNvSpPr>
          <p:nvPr>
            <p:ph type="sldNum" sz="quarter" idx="12"/>
          </p:nvPr>
        </p:nvSpPr>
        <p:spPr/>
        <p:txBody>
          <a:bodyPr/>
          <a:lstStyle/>
          <a:p>
            <a:pPr algn="l"/>
            <a:fld id="{1DB5ABAE-A3C1-4AF6-9B4A-B8A593CBFB77}" type="slidenum">
              <a:rPr lang="sv-SE" sz="1400" smtClean="0"/>
              <a:pPr algn="l"/>
              <a:t>11</a:t>
            </a:fld>
            <a:endParaRPr lang="sv-SE" sz="1400">
              <a:latin typeface="Times" pitchFamily="1" charset="0"/>
            </a:endParaRPr>
          </a:p>
        </p:txBody>
      </p:sp>
      <p:sp>
        <p:nvSpPr>
          <p:cNvPr id="8" name="Content Placeholder 7"/>
          <p:cNvSpPr>
            <a:spLocks noGrp="1"/>
          </p:cNvSpPr>
          <p:nvPr>
            <p:ph idx="4294967295"/>
          </p:nvPr>
        </p:nvSpPr>
        <p:spPr>
          <a:xfrm>
            <a:off x="1687513" y="1752600"/>
            <a:ext cx="8218487" cy="4467225"/>
          </a:xfrm>
        </p:spPr>
        <p:txBody>
          <a:bodyPr>
            <a:normAutofit/>
          </a:bodyPr>
          <a:lstStyle/>
          <a:p>
            <a:pPr>
              <a:buFont typeface="Wingdings" pitchFamily="2" charset="2"/>
              <a:buChar char="v"/>
            </a:pPr>
            <a:r>
              <a:rPr lang="en-US" dirty="0"/>
              <a:t> </a:t>
            </a:r>
            <a:r>
              <a:rPr lang="en-US" b="1" dirty="0" err="1"/>
              <a:t>Nội</a:t>
            </a:r>
            <a:r>
              <a:rPr lang="en-US" b="1" dirty="0"/>
              <a:t> dung:</a:t>
            </a:r>
          </a:p>
          <a:p>
            <a:pPr lvl="1">
              <a:buFont typeface="Wingdings" pitchFamily="2" charset="2"/>
              <a:buChar char="q"/>
            </a:pPr>
            <a:r>
              <a:rPr lang="en-US" dirty="0"/>
              <a:t> </a:t>
            </a:r>
            <a:r>
              <a:rPr lang="en-US" dirty="0" err="1"/>
              <a:t>Đại</a:t>
            </a:r>
            <a:r>
              <a:rPr lang="en-US" dirty="0"/>
              <a:t> </a:t>
            </a:r>
            <a:r>
              <a:rPr lang="en-US" dirty="0" err="1"/>
              <a:t>lượng</a:t>
            </a:r>
            <a:r>
              <a:rPr lang="en-US" dirty="0"/>
              <a:t> </a:t>
            </a:r>
            <a:r>
              <a:rPr lang="en-US" dirty="0" err="1"/>
              <a:t>và</a:t>
            </a:r>
            <a:r>
              <a:rPr lang="en-US" dirty="0"/>
              <a:t> </a:t>
            </a:r>
            <a:r>
              <a:rPr lang="en-US" dirty="0" err="1"/>
              <a:t>các</a:t>
            </a:r>
            <a:r>
              <a:rPr lang="en-US" dirty="0"/>
              <a:t> </a:t>
            </a:r>
            <a:r>
              <a:rPr lang="en-US" dirty="0" err="1"/>
              <a:t>linh</a:t>
            </a:r>
            <a:r>
              <a:rPr lang="en-US" dirty="0"/>
              <a:t> </a:t>
            </a:r>
            <a:r>
              <a:rPr lang="en-US" dirty="0" err="1"/>
              <a:t>kiện</a:t>
            </a:r>
            <a:r>
              <a:rPr lang="en-US" dirty="0"/>
              <a:t> </a:t>
            </a:r>
            <a:r>
              <a:rPr lang="en-US" dirty="0" err="1"/>
              <a:t>điện</a:t>
            </a:r>
            <a:r>
              <a:rPr lang="en-US" dirty="0"/>
              <a:t> </a:t>
            </a:r>
            <a:r>
              <a:rPr lang="en-US" dirty="0" err="1"/>
              <a:t>tử</a:t>
            </a:r>
            <a:r>
              <a:rPr lang="en-US" dirty="0"/>
              <a:t> </a:t>
            </a:r>
            <a:r>
              <a:rPr lang="en-US" dirty="0" err="1"/>
              <a:t>cơ</a:t>
            </a:r>
            <a:r>
              <a:rPr lang="en-US" dirty="0"/>
              <a:t> </a:t>
            </a:r>
            <a:r>
              <a:rPr lang="en-US" dirty="0" err="1"/>
              <a:t>bản</a:t>
            </a:r>
            <a:r>
              <a:rPr lang="en-US" dirty="0"/>
              <a:t>.</a:t>
            </a:r>
          </a:p>
          <a:p>
            <a:pPr lvl="1">
              <a:buFont typeface="Wingdings" pitchFamily="2" charset="2"/>
              <a:buChar char="q"/>
            </a:pPr>
            <a:r>
              <a:rPr lang="en-US" dirty="0"/>
              <a:t> </a:t>
            </a:r>
            <a:r>
              <a:rPr lang="en-US" dirty="0" err="1"/>
              <a:t>Linh</a:t>
            </a:r>
            <a:r>
              <a:rPr lang="en-US" dirty="0"/>
              <a:t> </a:t>
            </a:r>
            <a:r>
              <a:rPr lang="en-US" dirty="0" err="1"/>
              <a:t>kiện</a:t>
            </a:r>
            <a:r>
              <a:rPr lang="en-US" dirty="0"/>
              <a:t> </a:t>
            </a:r>
            <a:r>
              <a:rPr lang="en-US" dirty="0" err="1"/>
              <a:t>bán</a:t>
            </a:r>
            <a:r>
              <a:rPr lang="en-US" dirty="0"/>
              <a:t> </a:t>
            </a:r>
            <a:r>
              <a:rPr lang="en-US" dirty="0" err="1"/>
              <a:t>dẫn</a:t>
            </a:r>
            <a:r>
              <a:rPr lang="en-US" dirty="0"/>
              <a:t> 1: Diode.</a:t>
            </a:r>
          </a:p>
          <a:p>
            <a:pPr lvl="1">
              <a:buFont typeface="Wingdings" pitchFamily="2" charset="2"/>
              <a:buChar char="q"/>
            </a:pPr>
            <a:r>
              <a:rPr lang="en-US" dirty="0"/>
              <a:t> </a:t>
            </a:r>
            <a:r>
              <a:rPr lang="en-US" dirty="0" err="1"/>
              <a:t>Linh</a:t>
            </a:r>
            <a:r>
              <a:rPr lang="en-US" dirty="0"/>
              <a:t> </a:t>
            </a:r>
            <a:r>
              <a:rPr lang="en-US" dirty="0" err="1"/>
              <a:t>kiện</a:t>
            </a:r>
            <a:r>
              <a:rPr lang="en-US" dirty="0"/>
              <a:t> </a:t>
            </a:r>
            <a:r>
              <a:rPr lang="en-US" dirty="0" err="1"/>
              <a:t>bán</a:t>
            </a:r>
            <a:r>
              <a:rPr lang="en-US" dirty="0"/>
              <a:t> </a:t>
            </a:r>
            <a:r>
              <a:rPr lang="en-US" dirty="0" err="1"/>
              <a:t>dẫn</a:t>
            </a:r>
            <a:r>
              <a:rPr lang="en-US" dirty="0"/>
              <a:t> 2: Transistor.</a:t>
            </a:r>
          </a:p>
          <a:p>
            <a:pPr lvl="1">
              <a:buFont typeface="Wingdings" pitchFamily="2" charset="2"/>
              <a:buChar char="q"/>
            </a:pPr>
            <a:r>
              <a:rPr lang="en-US" dirty="0"/>
              <a:t> Phân </a:t>
            </a:r>
            <a:r>
              <a:rPr lang="en-US" dirty="0" err="1"/>
              <a:t>tích</a:t>
            </a:r>
            <a:r>
              <a:rPr lang="en-US" dirty="0"/>
              <a:t> </a:t>
            </a:r>
            <a:r>
              <a:rPr lang="en-US" dirty="0" err="1"/>
              <a:t>mạch</a:t>
            </a:r>
            <a:r>
              <a:rPr lang="en-US" dirty="0"/>
              <a:t> </a:t>
            </a:r>
            <a:r>
              <a:rPr lang="en-US" dirty="0" err="1"/>
              <a:t>khuếch</a:t>
            </a:r>
            <a:r>
              <a:rPr lang="en-US" dirty="0"/>
              <a:t> </a:t>
            </a:r>
            <a:r>
              <a:rPr lang="en-US" dirty="0" err="1"/>
              <a:t>đại</a:t>
            </a:r>
            <a:r>
              <a:rPr lang="en-US" dirty="0"/>
              <a:t> </a:t>
            </a:r>
            <a:r>
              <a:rPr lang="en-US" dirty="0" err="1"/>
              <a:t>sử</a:t>
            </a:r>
            <a:r>
              <a:rPr lang="en-US" dirty="0"/>
              <a:t> </a:t>
            </a:r>
            <a:r>
              <a:rPr lang="en-US" dirty="0" err="1"/>
              <a:t>dụng</a:t>
            </a:r>
            <a:r>
              <a:rPr lang="en-US" dirty="0"/>
              <a:t> </a:t>
            </a:r>
            <a:r>
              <a:rPr lang="en-US" dirty="0" err="1"/>
              <a:t>transitor</a:t>
            </a:r>
            <a:r>
              <a:rPr lang="en-US" dirty="0"/>
              <a:t> </a:t>
            </a:r>
            <a:r>
              <a:rPr lang="en-US" dirty="0" err="1"/>
              <a:t>và</a:t>
            </a:r>
            <a:r>
              <a:rPr lang="en-US" dirty="0"/>
              <a:t> </a:t>
            </a:r>
            <a:r>
              <a:rPr lang="en-US" dirty="0" err="1"/>
              <a:t>mạch</a:t>
            </a:r>
            <a:r>
              <a:rPr lang="en-US" dirty="0"/>
              <a:t> </a:t>
            </a:r>
            <a:r>
              <a:rPr lang="en-US" dirty="0" err="1"/>
              <a:t>tương</a:t>
            </a:r>
            <a:r>
              <a:rPr lang="en-US" dirty="0"/>
              <a:t> </a:t>
            </a:r>
            <a:r>
              <a:rPr lang="en-US" dirty="0" err="1"/>
              <a:t>đương</a:t>
            </a:r>
            <a:r>
              <a:rPr lang="en-US" dirty="0"/>
              <a:t>.</a:t>
            </a:r>
          </a:p>
          <a:p>
            <a:pPr lvl="1">
              <a:buFont typeface="Wingdings" pitchFamily="2" charset="2"/>
              <a:buChar char="q"/>
            </a:pPr>
            <a:r>
              <a:rPr lang="en-US" dirty="0"/>
              <a:t> Linh </a:t>
            </a:r>
            <a:r>
              <a:rPr lang="en-US" dirty="0" err="1"/>
              <a:t>kiện</a:t>
            </a:r>
            <a:r>
              <a:rPr lang="en-US" dirty="0"/>
              <a:t> </a:t>
            </a:r>
            <a:r>
              <a:rPr lang="en-US" dirty="0" err="1"/>
              <a:t>bán</a:t>
            </a:r>
            <a:r>
              <a:rPr lang="en-US" dirty="0"/>
              <a:t> </a:t>
            </a:r>
            <a:r>
              <a:rPr lang="en-US" dirty="0" err="1"/>
              <a:t>dẫn</a:t>
            </a:r>
            <a:r>
              <a:rPr lang="en-US" dirty="0"/>
              <a:t> 3: Transistor </a:t>
            </a:r>
            <a:r>
              <a:rPr lang="en-US" dirty="0" err="1"/>
              <a:t>hiệu</a:t>
            </a:r>
            <a:r>
              <a:rPr lang="en-US" dirty="0"/>
              <a:t> </a:t>
            </a:r>
            <a:r>
              <a:rPr lang="en-US" dirty="0" err="1"/>
              <a:t>ứng</a:t>
            </a:r>
            <a:r>
              <a:rPr lang="en-US" dirty="0"/>
              <a:t> </a:t>
            </a:r>
            <a:r>
              <a:rPr lang="en-US" dirty="0" err="1"/>
              <a:t>trường</a:t>
            </a:r>
            <a:r>
              <a:rPr lang="en-US" dirty="0"/>
              <a:t>.</a:t>
            </a:r>
          </a:p>
          <a:p>
            <a:pPr lvl="1">
              <a:buFont typeface="Wingdings" pitchFamily="2" charset="2"/>
              <a:buChar char="q"/>
            </a:pPr>
            <a:r>
              <a:rPr lang="en-US" dirty="0"/>
              <a:t> Mạch </a:t>
            </a:r>
            <a:r>
              <a:rPr lang="en-US" dirty="0" err="1"/>
              <a:t>khuếch</a:t>
            </a:r>
            <a:r>
              <a:rPr lang="en-US" dirty="0"/>
              <a:t> </a:t>
            </a:r>
            <a:r>
              <a:rPr lang="en-US" dirty="0" err="1"/>
              <a:t>đại</a:t>
            </a:r>
            <a:r>
              <a:rPr lang="en-US" dirty="0"/>
              <a:t> </a:t>
            </a:r>
            <a:r>
              <a:rPr lang="en-US" dirty="0" err="1"/>
              <a:t>thuật</a:t>
            </a:r>
            <a:r>
              <a:rPr lang="en-US" dirty="0"/>
              <a:t> </a:t>
            </a:r>
            <a:r>
              <a:rPr lang="en-US" dirty="0" err="1"/>
              <a:t>toán</a:t>
            </a:r>
            <a:r>
              <a:rPr lang="en-US" dirty="0"/>
              <a:t> OP-AMP.</a:t>
            </a:r>
          </a:p>
          <a:p>
            <a:pPr lvl="1">
              <a:buFont typeface="Wingdings" pitchFamily="2" charset="2"/>
              <a:buChar char="q"/>
            </a:pPr>
            <a:r>
              <a:rPr lang="en-US" dirty="0"/>
              <a:t> Mạch </a:t>
            </a:r>
            <a:r>
              <a:rPr lang="en-US" dirty="0" err="1"/>
              <a:t>lọc</a:t>
            </a:r>
            <a:r>
              <a:rPr lang="en-US" dirty="0"/>
              <a:t>.</a:t>
            </a:r>
          </a:p>
          <a:p>
            <a:pPr lvl="1">
              <a:buFont typeface="Wingdings" pitchFamily="2" charset="2"/>
              <a:buChar char="q"/>
            </a:pPr>
            <a:endParaRPr lang="en-US" dirty="0"/>
          </a:p>
          <a:p>
            <a:pPr lvl="1">
              <a:buFont typeface="Wingdings" pitchFamily="2" charset="2"/>
              <a:buChar char="q"/>
            </a:pPr>
            <a:r>
              <a:rPr lang="en-US" b="1" dirty="0"/>
              <a:t> </a:t>
            </a:r>
            <a:r>
              <a:rPr lang="en-US" b="1" dirty="0" err="1"/>
              <a:t>Đồ</a:t>
            </a:r>
            <a:r>
              <a:rPr lang="en-US" b="1" dirty="0"/>
              <a:t> </a:t>
            </a:r>
            <a:r>
              <a:rPr lang="en-US" b="1" dirty="0" err="1"/>
              <a:t>án</a:t>
            </a:r>
            <a:r>
              <a:rPr lang="en-US" b="1" dirty="0"/>
              <a:t> </a:t>
            </a:r>
            <a:r>
              <a:rPr lang="en-US" b="1" dirty="0" err="1"/>
              <a:t>môn</a:t>
            </a:r>
            <a:r>
              <a:rPr lang="en-US" b="1" dirty="0"/>
              <a:t> </a:t>
            </a:r>
            <a:r>
              <a:rPr lang="en-US" b="1" dirty="0" err="1"/>
              <a:t>học</a:t>
            </a:r>
            <a:r>
              <a:rPr lang="en-US" b="1" dirty="0"/>
              <a:t>.</a:t>
            </a:r>
          </a:p>
          <a:p>
            <a:pPr lvl="1">
              <a:buFont typeface="Wingdings" pitchFamily="2" charset="2"/>
              <a:buChar char="q"/>
            </a:pPr>
            <a:endParaRPr lang="en-US" dirty="0"/>
          </a:p>
          <a:p>
            <a:pPr lvl="0">
              <a:buFont typeface="Wingdings" pitchFamily="2" charset="2"/>
              <a:buChar char="v"/>
            </a:pPr>
            <a:endParaRPr lang="en-US" dirty="0"/>
          </a:p>
          <a:p>
            <a:pPr lvl="0">
              <a:buFont typeface="Wingdings" pitchFamily="2" charset="2"/>
              <a:buChar char="v"/>
            </a:pPr>
            <a:endParaRPr lang="en-US" dirty="0"/>
          </a:p>
          <a:p>
            <a:pPr lvl="0">
              <a:buFont typeface="Wingdings" pitchFamily="2" charset="2"/>
              <a:buChar char="v"/>
            </a:pPr>
            <a:endParaRPr lang="en-US" dirty="0"/>
          </a:p>
          <a:p>
            <a:pPr lvl="0">
              <a:buFont typeface="Wingdings" pitchFamily="2" charset="2"/>
              <a:buChar char="v"/>
            </a:pPr>
            <a:endParaRPr lang="en-US" dirty="0"/>
          </a:p>
        </p:txBody>
      </p:sp>
    </p:spTree>
    <p:extLst>
      <p:ext uri="{BB962C8B-B14F-4D97-AF65-F5344CB8AC3E}">
        <p14:creationId xmlns:p14="http://schemas.microsoft.com/office/powerpoint/2010/main" val="18603275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2"/>
          <p:cNvSpPr>
            <a:spLocks noGrp="1"/>
          </p:cNvSpPr>
          <p:nvPr>
            <p:ph type="title"/>
          </p:nvPr>
        </p:nvSpPr>
        <p:spPr/>
        <p:txBody>
          <a:bodyPr/>
          <a:lstStyle/>
          <a:p>
            <a:r>
              <a:rPr lang="en-US" dirty="0" err="1"/>
              <a:t>Tài</a:t>
            </a:r>
            <a:r>
              <a:rPr lang="en-US" dirty="0"/>
              <a:t> </a:t>
            </a:r>
            <a:r>
              <a:rPr lang="en-US" dirty="0" err="1"/>
              <a:t>liệu</a:t>
            </a:r>
            <a:r>
              <a:rPr lang="en-US" dirty="0"/>
              <a:t> </a:t>
            </a:r>
            <a:r>
              <a:rPr lang="en-US" dirty="0" err="1"/>
              <a:t>tham</a:t>
            </a:r>
            <a:r>
              <a:rPr lang="en-US" dirty="0"/>
              <a:t> </a:t>
            </a:r>
            <a:r>
              <a:rPr lang="en-US" dirty="0" err="1"/>
              <a:t>khảo</a:t>
            </a:r>
            <a:endParaRPr lang="en-US" dirty="0"/>
          </a:p>
        </p:txBody>
      </p:sp>
      <p:sp>
        <p:nvSpPr>
          <p:cNvPr id="8" name="Content Placeholder 7"/>
          <p:cNvSpPr>
            <a:spLocks noGrp="1"/>
          </p:cNvSpPr>
          <p:nvPr>
            <p:ph idx="1"/>
          </p:nvPr>
        </p:nvSpPr>
        <p:spPr>
          <a:xfrm>
            <a:off x="742949" y="2067145"/>
            <a:ext cx="8665545" cy="956810"/>
          </a:xfrm>
        </p:spPr>
        <p:txBody>
          <a:bodyPr>
            <a:normAutofit fontScale="92500" lnSpcReduction="20000"/>
          </a:bodyPr>
          <a:lstStyle/>
          <a:p>
            <a:pPr>
              <a:lnSpc>
                <a:spcPct val="80000"/>
              </a:lnSpc>
              <a:buFont typeface="Wingdings" pitchFamily="2" charset="2"/>
              <a:buChar char="v"/>
            </a:pPr>
            <a:r>
              <a:rPr lang="en-US" sz="1800" dirty="0">
                <a:latin typeface="Arial" charset="0"/>
              </a:rPr>
              <a:t> Thomas L. Floyd, Electronic Devices, 9th edition, Pearson Education, Inc., 2007.</a:t>
            </a:r>
          </a:p>
          <a:p>
            <a:pPr>
              <a:lnSpc>
                <a:spcPct val="80000"/>
              </a:lnSpc>
              <a:buFont typeface="Wingdings" pitchFamily="2" charset="2"/>
              <a:buChar char="v"/>
            </a:pPr>
            <a:r>
              <a:rPr lang="sv-SE" sz="1800" dirty="0">
                <a:latin typeface="Arial" charset="0"/>
              </a:rPr>
              <a:t> Phạm Hồng Liên, Điện tử 1, Đại học Bách Khoa TpHCM, 2010.</a:t>
            </a:r>
          </a:p>
          <a:p>
            <a:pPr>
              <a:lnSpc>
                <a:spcPct val="80000"/>
              </a:lnSpc>
              <a:buFont typeface="Wingdings" pitchFamily="2" charset="2"/>
              <a:buChar char="v"/>
            </a:pPr>
            <a:r>
              <a:rPr lang="sv-SE" sz="1800" dirty="0">
                <a:latin typeface="Arial" charset="0"/>
              </a:rPr>
              <a:t> </a:t>
            </a:r>
            <a:r>
              <a:rPr lang="vi-VN" sz="1800" dirty="0">
                <a:latin typeface="Arial" charset="0"/>
              </a:rPr>
              <a:t>Nguyễn Tấn Phước, Giáo trình Điện tử 1, NXB Hồng Đức Hà Nội, 2008.</a:t>
            </a:r>
            <a:endParaRPr lang="sv-SE" sz="1800" dirty="0">
              <a:latin typeface="Arial" charset="0"/>
            </a:endParaRPr>
          </a:p>
          <a:p>
            <a:pPr marL="0" indent="0">
              <a:buNone/>
            </a:pPr>
            <a:endParaRPr lang="sv-SE" dirty="0">
              <a:latin typeface="Arial" charset="0"/>
            </a:endParaRPr>
          </a:p>
        </p:txBody>
      </p:sp>
      <p:sp>
        <p:nvSpPr>
          <p:cNvPr id="6" name="Footer Placeholder 5"/>
          <p:cNvSpPr>
            <a:spLocks noGrp="1"/>
          </p:cNvSpPr>
          <p:nvPr>
            <p:ph type="ftr" sz="quarter" idx="11"/>
          </p:nvPr>
        </p:nvSpPr>
        <p:spPr/>
        <p:txBody>
          <a:bodyPr/>
          <a:lstStyle/>
          <a:p>
            <a:r>
              <a:rPr lang="sv-SE"/>
              <a:t>Trịnh Lê Huy</a:t>
            </a:r>
          </a:p>
        </p:txBody>
      </p:sp>
      <p:sp>
        <p:nvSpPr>
          <p:cNvPr id="5" name="Slide Number Placeholder 4"/>
          <p:cNvSpPr>
            <a:spLocks noGrp="1"/>
          </p:cNvSpPr>
          <p:nvPr>
            <p:ph type="sldNum" sz="quarter" idx="12"/>
          </p:nvPr>
        </p:nvSpPr>
        <p:spPr/>
        <p:txBody>
          <a:bodyPr/>
          <a:lstStyle/>
          <a:p>
            <a:fld id="{1DB5ABAE-A3C1-4AF6-9B4A-B8A593CBFB77}" type="slidenum">
              <a:rPr lang="sv-SE" smtClean="0"/>
              <a:pPr/>
              <a:t>12</a:t>
            </a:fld>
            <a:endParaRPr lang="sv-SE" sz="1400">
              <a:latin typeface="Times" pitchFamily="1"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2"/>
          <p:cNvSpPr>
            <a:spLocks noGrp="1"/>
          </p:cNvSpPr>
          <p:nvPr>
            <p:ph type="title"/>
          </p:nvPr>
        </p:nvSpPr>
        <p:spPr/>
        <p:txBody>
          <a:bodyPr/>
          <a:lstStyle/>
          <a:p>
            <a:r>
              <a:rPr lang="en-US" dirty="0" err="1"/>
              <a:t>Thông</a:t>
            </a:r>
            <a:r>
              <a:rPr lang="en-US" dirty="0"/>
              <a:t> tin </a:t>
            </a:r>
            <a:r>
              <a:rPr lang="en-US" dirty="0" err="1"/>
              <a:t>giảng</a:t>
            </a:r>
            <a:r>
              <a:rPr lang="en-US" dirty="0"/>
              <a:t> </a:t>
            </a:r>
            <a:r>
              <a:rPr lang="en-US" dirty="0" err="1"/>
              <a:t>viên</a:t>
            </a:r>
            <a:endParaRPr lang="en-US" dirty="0"/>
          </a:p>
        </p:txBody>
      </p:sp>
      <p:sp>
        <p:nvSpPr>
          <p:cNvPr id="8" name="Content Placeholder 7"/>
          <p:cNvSpPr>
            <a:spLocks noGrp="1"/>
          </p:cNvSpPr>
          <p:nvPr>
            <p:ph idx="1"/>
          </p:nvPr>
        </p:nvSpPr>
        <p:spPr>
          <a:xfrm>
            <a:off x="892785" y="1763815"/>
            <a:ext cx="8420100" cy="4512205"/>
          </a:xfrm>
        </p:spPr>
        <p:txBody>
          <a:bodyPr/>
          <a:lstStyle/>
          <a:p>
            <a:pPr marL="0" indent="0">
              <a:buNone/>
            </a:pPr>
            <a:r>
              <a:rPr lang="en-US" dirty="0"/>
              <a:t> </a:t>
            </a:r>
          </a:p>
          <a:p>
            <a:pPr marL="0" indent="0">
              <a:buNone/>
            </a:pPr>
            <a:r>
              <a:rPr lang="en-US" b="1" dirty="0"/>
              <a:t>PGS. TS. </a:t>
            </a:r>
            <a:r>
              <a:rPr lang="en-US" b="1" dirty="0" err="1"/>
              <a:t>Trịnh</a:t>
            </a:r>
            <a:r>
              <a:rPr lang="en-US" b="1" dirty="0"/>
              <a:t> </a:t>
            </a:r>
            <a:r>
              <a:rPr lang="en-US" b="1" dirty="0" err="1"/>
              <a:t>Lê</a:t>
            </a:r>
            <a:r>
              <a:rPr lang="en-US" b="1" dirty="0"/>
              <a:t> Huy</a:t>
            </a:r>
          </a:p>
          <a:p>
            <a:pPr marL="0" indent="0">
              <a:buNone/>
            </a:pPr>
            <a:r>
              <a:rPr lang="en-US" dirty="0" err="1"/>
              <a:t>Bộ</a:t>
            </a:r>
            <a:r>
              <a:rPr lang="en-US" dirty="0"/>
              <a:t> </a:t>
            </a:r>
            <a:r>
              <a:rPr lang="en-US" dirty="0" err="1"/>
              <a:t>môn</a:t>
            </a:r>
            <a:r>
              <a:rPr lang="en-US" dirty="0"/>
              <a:t> </a:t>
            </a:r>
            <a:r>
              <a:rPr lang="en-US" dirty="0" err="1"/>
              <a:t>Thiết</a:t>
            </a:r>
            <a:r>
              <a:rPr lang="en-US" dirty="0"/>
              <a:t> </a:t>
            </a:r>
            <a:r>
              <a:rPr lang="en-US" dirty="0" err="1"/>
              <a:t>kế</a:t>
            </a:r>
            <a:r>
              <a:rPr lang="en-US" dirty="0"/>
              <a:t> vi </a:t>
            </a:r>
            <a:r>
              <a:rPr lang="en-US" dirty="0" err="1"/>
              <a:t>mạch</a:t>
            </a:r>
            <a:r>
              <a:rPr lang="en-US" dirty="0"/>
              <a:t> </a:t>
            </a:r>
            <a:r>
              <a:rPr lang="en-US" dirty="0" err="1"/>
              <a:t>và</a:t>
            </a:r>
            <a:r>
              <a:rPr lang="en-US" dirty="0"/>
              <a:t> </a:t>
            </a:r>
            <a:r>
              <a:rPr lang="en-US" dirty="0" err="1"/>
              <a:t>phần</a:t>
            </a:r>
            <a:r>
              <a:rPr lang="en-US" dirty="0"/>
              <a:t> </a:t>
            </a:r>
            <a:r>
              <a:rPr lang="en-US" dirty="0" err="1"/>
              <a:t>cứng</a:t>
            </a:r>
            <a:endParaRPr lang="en-US" dirty="0"/>
          </a:p>
          <a:p>
            <a:pPr marL="0" indent="0">
              <a:buNone/>
            </a:pPr>
            <a:r>
              <a:rPr lang="en-US" dirty="0" err="1"/>
              <a:t>Khoa</a:t>
            </a:r>
            <a:r>
              <a:rPr lang="en-US" dirty="0"/>
              <a:t> </a:t>
            </a:r>
            <a:r>
              <a:rPr lang="en-US" dirty="0" err="1"/>
              <a:t>Kỹ</a:t>
            </a:r>
            <a:r>
              <a:rPr lang="en-US" dirty="0"/>
              <a:t> </a:t>
            </a:r>
            <a:r>
              <a:rPr lang="en-US" dirty="0" err="1"/>
              <a:t>thuật</a:t>
            </a:r>
            <a:r>
              <a:rPr lang="en-US" dirty="0"/>
              <a:t> </a:t>
            </a:r>
            <a:r>
              <a:rPr lang="en-US" dirty="0" err="1"/>
              <a:t>Máy</a:t>
            </a:r>
            <a:r>
              <a:rPr lang="en-US" dirty="0"/>
              <a:t> </a:t>
            </a:r>
            <a:r>
              <a:rPr lang="en-US" dirty="0" err="1"/>
              <a:t>tính</a:t>
            </a:r>
            <a:endParaRPr lang="en-US" dirty="0"/>
          </a:p>
          <a:p>
            <a:pPr marL="0" indent="0">
              <a:buNone/>
            </a:pPr>
            <a:r>
              <a:rPr lang="en-US" dirty="0" err="1"/>
              <a:t>Đại</a:t>
            </a:r>
            <a:r>
              <a:rPr lang="en-US" dirty="0"/>
              <a:t> </a:t>
            </a:r>
            <a:r>
              <a:rPr lang="en-US" dirty="0" err="1"/>
              <a:t>học</a:t>
            </a:r>
            <a:r>
              <a:rPr lang="en-US" dirty="0"/>
              <a:t> CNTT, </a:t>
            </a:r>
            <a:r>
              <a:rPr lang="en-US" dirty="0" err="1"/>
              <a:t>Đại</a:t>
            </a:r>
            <a:r>
              <a:rPr lang="en-US" dirty="0"/>
              <a:t> </a:t>
            </a:r>
            <a:r>
              <a:rPr lang="en-US" dirty="0" err="1"/>
              <a:t>học</a:t>
            </a:r>
            <a:r>
              <a:rPr lang="en-US" dirty="0"/>
              <a:t> </a:t>
            </a:r>
            <a:r>
              <a:rPr lang="en-US" dirty="0" err="1"/>
              <a:t>Quốc</a:t>
            </a:r>
            <a:r>
              <a:rPr lang="en-US" dirty="0"/>
              <a:t> </a:t>
            </a:r>
            <a:r>
              <a:rPr lang="en-US" dirty="0" err="1"/>
              <a:t>gia</a:t>
            </a:r>
            <a:r>
              <a:rPr lang="en-US" dirty="0"/>
              <a:t> Tp. HCM</a:t>
            </a:r>
          </a:p>
          <a:p>
            <a:pPr marL="0" indent="0">
              <a:buNone/>
            </a:pPr>
            <a:r>
              <a:rPr lang="en-US" dirty="0"/>
              <a:t>Email: </a:t>
            </a:r>
            <a:r>
              <a:rPr lang="en-US" dirty="0">
                <a:hlinkClick r:id="rId3"/>
              </a:rPr>
              <a:t>huytl@uit.edu.vn</a:t>
            </a:r>
            <a:endParaRPr lang="en-US" dirty="0"/>
          </a:p>
          <a:p>
            <a:pPr marL="0" indent="0">
              <a:buNone/>
            </a:pPr>
            <a:r>
              <a:rPr lang="en-US" dirty="0" err="1"/>
              <a:t>Lịch</a:t>
            </a:r>
            <a:r>
              <a:rPr lang="en-US" dirty="0"/>
              <a:t> </a:t>
            </a:r>
            <a:r>
              <a:rPr lang="en-US" dirty="0" err="1"/>
              <a:t>tiếp</a:t>
            </a:r>
            <a:r>
              <a:rPr lang="en-US" dirty="0"/>
              <a:t> </a:t>
            </a:r>
            <a:r>
              <a:rPr lang="en-US" dirty="0" err="1"/>
              <a:t>sinh</a:t>
            </a:r>
            <a:r>
              <a:rPr lang="en-US" dirty="0"/>
              <a:t> </a:t>
            </a:r>
            <a:r>
              <a:rPr lang="en-US" dirty="0" err="1"/>
              <a:t>viên</a:t>
            </a:r>
            <a:r>
              <a:rPr lang="en-US" dirty="0"/>
              <a:t>: 10h -11h, </a:t>
            </a:r>
            <a:r>
              <a:rPr lang="en-US" dirty="0" err="1"/>
              <a:t>thứ</a:t>
            </a:r>
            <a:r>
              <a:rPr lang="en-US" dirty="0"/>
              <a:t> 4 </a:t>
            </a:r>
            <a:r>
              <a:rPr lang="en-US" dirty="0" err="1"/>
              <a:t>hàng</a:t>
            </a:r>
            <a:r>
              <a:rPr lang="en-US" dirty="0"/>
              <a:t> </a:t>
            </a:r>
            <a:r>
              <a:rPr lang="en-US" dirty="0" err="1"/>
              <a:t>tuần</a:t>
            </a:r>
            <a:endParaRPr lang="en-US" dirty="0"/>
          </a:p>
          <a:p>
            <a:pPr marL="0" indent="0">
              <a:buNone/>
            </a:pPr>
            <a:r>
              <a:rPr lang="en-US" dirty="0" err="1"/>
              <a:t>Địa</a:t>
            </a:r>
            <a:r>
              <a:rPr lang="en-US" dirty="0"/>
              <a:t> </a:t>
            </a:r>
            <a:r>
              <a:rPr lang="en-US" dirty="0" err="1"/>
              <a:t>điểm</a:t>
            </a:r>
            <a:r>
              <a:rPr lang="en-US" dirty="0"/>
              <a:t>: E6.6</a:t>
            </a:r>
          </a:p>
        </p:txBody>
      </p:sp>
      <p:sp>
        <p:nvSpPr>
          <p:cNvPr id="9" name="Footer Placeholder 8"/>
          <p:cNvSpPr>
            <a:spLocks noGrp="1"/>
          </p:cNvSpPr>
          <p:nvPr>
            <p:ph type="ftr" sz="quarter" idx="11"/>
          </p:nvPr>
        </p:nvSpPr>
        <p:spPr/>
        <p:txBody>
          <a:bodyPr/>
          <a:lstStyle/>
          <a:p>
            <a:r>
              <a:rPr lang="sv-SE"/>
              <a:t>Trịnh Lê Huy</a:t>
            </a:r>
          </a:p>
        </p:txBody>
      </p:sp>
      <p:sp>
        <p:nvSpPr>
          <p:cNvPr id="5" name="Slide Number Placeholder 4"/>
          <p:cNvSpPr>
            <a:spLocks noGrp="1"/>
          </p:cNvSpPr>
          <p:nvPr>
            <p:ph type="sldNum" sz="quarter" idx="12"/>
          </p:nvPr>
        </p:nvSpPr>
        <p:spPr/>
        <p:txBody>
          <a:bodyPr/>
          <a:lstStyle/>
          <a:p>
            <a:fld id="{1DB5ABAE-A3C1-4AF6-9B4A-B8A593CBFB77}" type="slidenum">
              <a:rPr lang="sv-SE" smtClean="0"/>
              <a:pPr/>
              <a:t>13</a:t>
            </a:fld>
            <a:endParaRPr lang="sv-SE" sz="1400">
              <a:latin typeface="Times" pitchFamily="1" charset="0"/>
            </a:endParaRPr>
          </a:p>
        </p:txBody>
      </p:sp>
      <p:pic>
        <p:nvPicPr>
          <p:cNvPr id="10" name="Image 9"/>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056082" y="2123855"/>
            <a:ext cx="1590279" cy="160172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2"/>
          <p:cNvSpPr>
            <a:spLocks noGrp="1"/>
          </p:cNvSpPr>
          <p:nvPr>
            <p:ph type="title"/>
          </p:nvPr>
        </p:nvSpPr>
        <p:spPr/>
        <p:txBody>
          <a:bodyPr/>
          <a:lstStyle/>
          <a:p>
            <a:r>
              <a:rPr lang="sv-SE" dirty="0"/>
              <a:t>Kế hoạch giảng dạy (i)</a:t>
            </a:r>
            <a:endParaRPr lang="en-US" dirty="0"/>
          </a:p>
        </p:txBody>
      </p:sp>
      <p:sp>
        <p:nvSpPr>
          <p:cNvPr id="8" name="Content Placeholder 7"/>
          <p:cNvSpPr>
            <a:spLocks noGrp="1"/>
          </p:cNvSpPr>
          <p:nvPr>
            <p:ph idx="1"/>
          </p:nvPr>
        </p:nvSpPr>
        <p:spPr>
          <a:xfrm>
            <a:off x="742950" y="1763815"/>
            <a:ext cx="8420100" cy="4695972"/>
          </a:xfrm>
        </p:spPr>
        <p:txBody>
          <a:bodyPr>
            <a:normAutofit/>
          </a:bodyPr>
          <a:lstStyle/>
          <a:p>
            <a:pPr>
              <a:buFont typeface="Wingdings" pitchFamily="2" charset="2"/>
              <a:buChar char="v"/>
            </a:pPr>
            <a:r>
              <a:rPr lang="en-US" sz="2000" dirty="0">
                <a:solidFill>
                  <a:schemeClr val="bg1">
                    <a:lumMod val="75000"/>
                  </a:schemeClr>
                </a:solidFill>
              </a:rPr>
              <a:t> </a:t>
            </a:r>
            <a:r>
              <a:rPr lang="en-US" sz="2000" dirty="0" err="1">
                <a:solidFill>
                  <a:schemeClr val="bg1">
                    <a:lumMod val="75000"/>
                  </a:schemeClr>
                </a:solidFill>
              </a:rPr>
              <a:t>Chương</a:t>
            </a:r>
            <a:r>
              <a:rPr lang="en-US" sz="2000" dirty="0">
                <a:solidFill>
                  <a:schemeClr val="bg1">
                    <a:lumMod val="75000"/>
                  </a:schemeClr>
                </a:solidFill>
              </a:rPr>
              <a:t> 0:</a:t>
            </a:r>
            <a:endParaRPr lang="en-US" sz="1800" dirty="0">
              <a:solidFill>
                <a:schemeClr val="bg1">
                  <a:lumMod val="75000"/>
                </a:schemeClr>
              </a:solidFill>
            </a:endParaRPr>
          </a:p>
          <a:p>
            <a:pPr lvl="1">
              <a:buFont typeface="Wingdings" pitchFamily="2" charset="2"/>
              <a:buChar char="§"/>
            </a:pPr>
            <a:r>
              <a:rPr lang="en-US" dirty="0" err="1">
                <a:solidFill>
                  <a:schemeClr val="bg1">
                    <a:lumMod val="75000"/>
                  </a:schemeClr>
                </a:solidFill>
              </a:rPr>
              <a:t>Tổng</a:t>
            </a:r>
            <a:r>
              <a:rPr lang="en-US" dirty="0">
                <a:solidFill>
                  <a:schemeClr val="bg1">
                    <a:lumMod val="75000"/>
                  </a:schemeClr>
                </a:solidFill>
              </a:rPr>
              <a:t> </a:t>
            </a:r>
            <a:r>
              <a:rPr lang="en-US" dirty="0" err="1">
                <a:solidFill>
                  <a:schemeClr val="bg1">
                    <a:lumMod val="75000"/>
                  </a:schemeClr>
                </a:solidFill>
              </a:rPr>
              <a:t>quan</a:t>
            </a:r>
            <a:r>
              <a:rPr lang="en-US" dirty="0">
                <a:solidFill>
                  <a:schemeClr val="bg1">
                    <a:lumMod val="75000"/>
                  </a:schemeClr>
                </a:solidFill>
              </a:rPr>
              <a:t> </a:t>
            </a:r>
            <a:r>
              <a:rPr lang="en-US" dirty="0" err="1">
                <a:solidFill>
                  <a:schemeClr val="bg1">
                    <a:lumMod val="75000"/>
                  </a:schemeClr>
                </a:solidFill>
              </a:rPr>
              <a:t>về</a:t>
            </a:r>
            <a:r>
              <a:rPr lang="en-US" dirty="0">
                <a:solidFill>
                  <a:schemeClr val="bg1">
                    <a:lumMod val="75000"/>
                  </a:schemeClr>
                </a:solidFill>
              </a:rPr>
              <a:t> </a:t>
            </a:r>
            <a:r>
              <a:rPr lang="en-US" dirty="0" err="1">
                <a:solidFill>
                  <a:schemeClr val="bg1">
                    <a:lumMod val="75000"/>
                  </a:schemeClr>
                </a:solidFill>
              </a:rPr>
              <a:t>môn</a:t>
            </a:r>
            <a:r>
              <a:rPr lang="en-US" dirty="0">
                <a:solidFill>
                  <a:schemeClr val="bg1">
                    <a:lumMod val="75000"/>
                  </a:schemeClr>
                </a:solidFill>
              </a:rPr>
              <a:t> </a:t>
            </a:r>
            <a:r>
              <a:rPr lang="en-US" dirty="0" err="1">
                <a:solidFill>
                  <a:schemeClr val="bg1">
                    <a:lumMod val="75000"/>
                  </a:schemeClr>
                </a:solidFill>
              </a:rPr>
              <a:t>học</a:t>
            </a:r>
            <a:endParaRPr lang="en-US" dirty="0">
              <a:solidFill>
                <a:schemeClr val="bg1">
                  <a:lumMod val="75000"/>
                </a:schemeClr>
              </a:solidFill>
            </a:endParaRPr>
          </a:p>
          <a:p>
            <a:pPr lvl="1">
              <a:buFont typeface="Wingdings" pitchFamily="2" charset="2"/>
              <a:buChar char="§"/>
            </a:pPr>
            <a:r>
              <a:rPr lang="en-US" dirty="0" err="1">
                <a:solidFill>
                  <a:schemeClr val="bg1">
                    <a:lumMod val="75000"/>
                  </a:schemeClr>
                </a:solidFill>
              </a:rPr>
              <a:t>Mục</a:t>
            </a:r>
            <a:r>
              <a:rPr lang="en-US" dirty="0">
                <a:solidFill>
                  <a:schemeClr val="bg1">
                    <a:lumMod val="75000"/>
                  </a:schemeClr>
                </a:solidFill>
              </a:rPr>
              <a:t> </a:t>
            </a:r>
            <a:r>
              <a:rPr lang="en-US" dirty="0" err="1">
                <a:solidFill>
                  <a:schemeClr val="bg1">
                    <a:lumMod val="75000"/>
                  </a:schemeClr>
                </a:solidFill>
              </a:rPr>
              <a:t>tiêu</a:t>
            </a:r>
            <a:r>
              <a:rPr lang="en-US" dirty="0">
                <a:solidFill>
                  <a:schemeClr val="bg1">
                    <a:lumMod val="75000"/>
                  </a:schemeClr>
                </a:solidFill>
              </a:rPr>
              <a:t> </a:t>
            </a:r>
            <a:r>
              <a:rPr lang="en-US" dirty="0" err="1">
                <a:solidFill>
                  <a:schemeClr val="bg1">
                    <a:lumMod val="75000"/>
                  </a:schemeClr>
                </a:solidFill>
              </a:rPr>
              <a:t>và</a:t>
            </a:r>
            <a:r>
              <a:rPr lang="en-US" dirty="0">
                <a:solidFill>
                  <a:schemeClr val="bg1">
                    <a:lumMod val="75000"/>
                  </a:schemeClr>
                </a:solidFill>
              </a:rPr>
              <a:t> </a:t>
            </a:r>
            <a:r>
              <a:rPr lang="en-US" dirty="0" err="1">
                <a:solidFill>
                  <a:schemeClr val="bg1">
                    <a:lumMod val="75000"/>
                  </a:schemeClr>
                </a:solidFill>
              </a:rPr>
              <a:t>nội</a:t>
            </a:r>
            <a:r>
              <a:rPr lang="en-US" dirty="0">
                <a:solidFill>
                  <a:schemeClr val="bg1">
                    <a:lumMod val="75000"/>
                  </a:schemeClr>
                </a:solidFill>
              </a:rPr>
              <a:t> dung </a:t>
            </a:r>
            <a:r>
              <a:rPr lang="en-US" dirty="0" err="1">
                <a:solidFill>
                  <a:schemeClr val="bg1">
                    <a:lumMod val="75000"/>
                  </a:schemeClr>
                </a:solidFill>
              </a:rPr>
              <a:t>môn</a:t>
            </a:r>
            <a:r>
              <a:rPr lang="en-US" dirty="0">
                <a:solidFill>
                  <a:schemeClr val="bg1">
                    <a:lumMod val="75000"/>
                  </a:schemeClr>
                </a:solidFill>
              </a:rPr>
              <a:t> </a:t>
            </a:r>
            <a:r>
              <a:rPr lang="en-US" dirty="0" err="1">
                <a:solidFill>
                  <a:schemeClr val="bg1">
                    <a:lumMod val="75000"/>
                  </a:schemeClr>
                </a:solidFill>
              </a:rPr>
              <a:t>học</a:t>
            </a:r>
            <a:endParaRPr lang="en-US" dirty="0">
              <a:solidFill>
                <a:schemeClr val="bg1">
                  <a:lumMod val="75000"/>
                </a:schemeClr>
              </a:solidFill>
            </a:endParaRPr>
          </a:p>
          <a:p>
            <a:pPr lvl="1">
              <a:buFont typeface="Wingdings" pitchFamily="2" charset="2"/>
              <a:buChar char="§"/>
            </a:pPr>
            <a:r>
              <a:rPr lang="en-US" dirty="0" err="1">
                <a:solidFill>
                  <a:schemeClr val="bg1">
                    <a:lumMod val="75000"/>
                  </a:schemeClr>
                </a:solidFill>
              </a:rPr>
              <a:t>Kế</a:t>
            </a:r>
            <a:r>
              <a:rPr lang="en-US" dirty="0">
                <a:solidFill>
                  <a:schemeClr val="bg1">
                    <a:lumMod val="75000"/>
                  </a:schemeClr>
                </a:solidFill>
              </a:rPr>
              <a:t> </a:t>
            </a:r>
            <a:r>
              <a:rPr lang="en-US" dirty="0" err="1">
                <a:solidFill>
                  <a:schemeClr val="bg1">
                    <a:lumMod val="75000"/>
                  </a:schemeClr>
                </a:solidFill>
              </a:rPr>
              <a:t>hoạch</a:t>
            </a:r>
            <a:r>
              <a:rPr lang="en-US" dirty="0">
                <a:solidFill>
                  <a:schemeClr val="bg1">
                    <a:lumMod val="75000"/>
                  </a:schemeClr>
                </a:solidFill>
              </a:rPr>
              <a:t> </a:t>
            </a:r>
            <a:r>
              <a:rPr lang="en-US" dirty="0" err="1">
                <a:solidFill>
                  <a:schemeClr val="bg1">
                    <a:lumMod val="75000"/>
                  </a:schemeClr>
                </a:solidFill>
              </a:rPr>
              <a:t>giảng</a:t>
            </a:r>
            <a:r>
              <a:rPr lang="en-US" dirty="0">
                <a:solidFill>
                  <a:schemeClr val="bg1">
                    <a:lumMod val="75000"/>
                  </a:schemeClr>
                </a:solidFill>
              </a:rPr>
              <a:t> </a:t>
            </a:r>
            <a:r>
              <a:rPr lang="en-US" dirty="0" err="1">
                <a:solidFill>
                  <a:schemeClr val="bg1">
                    <a:lumMod val="75000"/>
                  </a:schemeClr>
                </a:solidFill>
              </a:rPr>
              <a:t>dạy</a:t>
            </a:r>
            <a:endParaRPr lang="en-US" sz="1800" dirty="0">
              <a:solidFill>
                <a:schemeClr val="bg1">
                  <a:lumMod val="75000"/>
                </a:schemeClr>
              </a:solidFill>
            </a:endParaRPr>
          </a:p>
          <a:p>
            <a:pPr>
              <a:buFont typeface="Wingdings" pitchFamily="2" charset="2"/>
              <a:buChar char="v"/>
            </a:pPr>
            <a:r>
              <a:rPr lang="en-US" sz="2000" dirty="0"/>
              <a:t> </a:t>
            </a:r>
            <a:r>
              <a:rPr lang="en-US" sz="2000" dirty="0" err="1"/>
              <a:t>Chương</a:t>
            </a:r>
            <a:r>
              <a:rPr lang="en-US" sz="2000" dirty="0"/>
              <a:t> 1: </a:t>
            </a:r>
            <a:r>
              <a:rPr lang="en-US" sz="1800" dirty="0" err="1"/>
              <a:t>Ôn</a:t>
            </a:r>
            <a:r>
              <a:rPr lang="en-US" sz="1800" dirty="0"/>
              <a:t> </a:t>
            </a:r>
            <a:r>
              <a:rPr lang="en-US" sz="1800" dirty="0" err="1"/>
              <a:t>tập</a:t>
            </a:r>
            <a:r>
              <a:rPr lang="en-US" sz="1800" dirty="0"/>
              <a:t> </a:t>
            </a:r>
            <a:r>
              <a:rPr lang="en-US" sz="1800" dirty="0" err="1"/>
              <a:t>kiến</a:t>
            </a:r>
            <a:r>
              <a:rPr lang="en-US" sz="1800" dirty="0"/>
              <a:t> </a:t>
            </a:r>
            <a:r>
              <a:rPr lang="en-US" sz="1800" dirty="0" err="1"/>
              <a:t>thức</a:t>
            </a:r>
            <a:r>
              <a:rPr lang="en-US" sz="1800" dirty="0"/>
              <a:t> </a:t>
            </a:r>
            <a:r>
              <a:rPr lang="en-US" sz="1800" dirty="0" err="1"/>
              <a:t>cơ</a:t>
            </a:r>
            <a:r>
              <a:rPr lang="en-US" sz="1800" dirty="0"/>
              <a:t> </a:t>
            </a:r>
            <a:r>
              <a:rPr lang="en-US" sz="1800" dirty="0" err="1"/>
              <a:t>bản</a:t>
            </a:r>
            <a:endParaRPr lang="en-US" sz="1800" dirty="0"/>
          </a:p>
          <a:p>
            <a:pPr lvl="1">
              <a:buFont typeface="Wingdings" panose="05000000000000000000" pitchFamily="2" charset="2"/>
              <a:buChar char="§"/>
            </a:pPr>
            <a:r>
              <a:rPr lang="en-US" dirty="0" err="1"/>
              <a:t>Điện</a:t>
            </a:r>
            <a:r>
              <a:rPr lang="en-US" dirty="0"/>
              <a:t> </a:t>
            </a:r>
            <a:r>
              <a:rPr lang="en-US" dirty="0" err="1"/>
              <a:t>tích</a:t>
            </a:r>
            <a:endParaRPr lang="en-US" dirty="0"/>
          </a:p>
          <a:p>
            <a:pPr lvl="1">
              <a:buFont typeface="Wingdings" panose="05000000000000000000" pitchFamily="2" charset="2"/>
              <a:buChar char="§"/>
            </a:pPr>
            <a:r>
              <a:rPr lang="en-US" dirty="0" err="1"/>
              <a:t>Dòng</a:t>
            </a:r>
            <a:r>
              <a:rPr lang="en-US" dirty="0"/>
              <a:t> </a:t>
            </a:r>
            <a:r>
              <a:rPr lang="en-US" dirty="0" err="1"/>
              <a:t>điện</a:t>
            </a:r>
            <a:endParaRPr lang="en-US" dirty="0"/>
          </a:p>
          <a:p>
            <a:pPr lvl="1">
              <a:buFont typeface="Wingdings" panose="05000000000000000000" pitchFamily="2" charset="2"/>
              <a:buChar char="§"/>
            </a:pPr>
            <a:r>
              <a:rPr lang="en-US" dirty="0" err="1"/>
              <a:t>Điện</a:t>
            </a:r>
            <a:r>
              <a:rPr lang="en-US" dirty="0"/>
              <a:t> </a:t>
            </a:r>
            <a:r>
              <a:rPr lang="en-US" dirty="0" err="1"/>
              <a:t>áp</a:t>
            </a:r>
            <a:r>
              <a:rPr lang="en-US" dirty="0"/>
              <a:t> – </a:t>
            </a:r>
            <a:r>
              <a:rPr lang="en-US" dirty="0" err="1"/>
              <a:t>Năng</a:t>
            </a:r>
            <a:r>
              <a:rPr lang="en-US" dirty="0"/>
              <a:t> </a:t>
            </a:r>
            <a:r>
              <a:rPr lang="en-US" dirty="0" err="1"/>
              <a:t>lượng</a:t>
            </a:r>
            <a:endParaRPr lang="en-US" dirty="0"/>
          </a:p>
          <a:p>
            <a:pPr lvl="1">
              <a:buFont typeface="Wingdings" panose="05000000000000000000" pitchFamily="2" charset="2"/>
              <a:buChar char="§"/>
            </a:pPr>
            <a:r>
              <a:rPr lang="en-US" dirty="0" err="1"/>
              <a:t>Công</a:t>
            </a:r>
            <a:r>
              <a:rPr lang="en-US" dirty="0"/>
              <a:t> </a:t>
            </a:r>
            <a:r>
              <a:rPr lang="en-US" dirty="0" err="1"/>
              <a:t>suất</a:t>
            </a:r>
            <a:endParaRPr lang="en-US" dirty="0"/>
          </a:p>
          <a:p>
            <a:pPr lvl="1">
              <a:buFont typeface="Wingdings" panose="05000000000000000000" pitchFamily="2" charset="2"/>
              <a:buChar char="§"/>
            </a:pPr>
            <a:r>
              <a:rPr lang="en-US" dirty="0" err="1"/>
              <a:t>Điện</a:t>
            </a:r>
            <a:r>
              <a:rPr lang="en-US" dirty="0"/>
              <a:t> </a:t>
            </a:r>
            <a:r>
              <a:rPr lang="en-US" dirty="0" err="1"/>
              <a:t>trở</a:t>
            </a:r>
            <a:endParaRPr lang="en-US" dirty="0"/>
          </a:p>
          <a:p>
            <a:pPr lvl="1">
              <a:buFont typeface="Wingdings" panose="05000000000000000000" pitchFamily="2" charset="2"/>
              <a:buChar char="§"/>
            </a:pPr>
            <a:r>
              <a:rPr lang="en-US" dirty="0" err="1"/>
              <a:t>Tụ</a:t>
            </a:r>
            <a:r>
              <a:rPr lang="en-US" dirty="0"/>
              <a:t> </a:t>
            </a:r>
            <a:r>
              <a:rPr lang="en-US" dirty="0" err="1"/>
              <a:t>điện</a:t>
            </a:r>
            <a:endParaRPr lang="en-US" dirty="0"/>
          </a:p>
        </p:txBody>
      </p:sp>
      <p:sp>
        <p:nvSpPr>
          <p:cNvPr id="6" name="Footer Placeholder 5"/>
          <p:cNvSpPr>
            <a:spLocks noGrp="1"/>
          </p:cNvSpPr>
          <p:nvPr>
            <p:ph type="ftr" sz="quarter" idx="11"/>
          </p:nvPr>
        </p:nvSpPr>
        <p:spPr/>
        <p:txBody>
          <a:bodyPr/>
          <a:lstStyle/>
          <a:p>
            <a:r>
              <a:rPr lang="sv-SE"/>
              <a:t>Trịnh Lê Huy</a:t>
            </a:r>
          </a:p>
        </p:txBody>
      </p:sp>
      <p:sp>
        <p:nvSpPr>
          <p:cNvPr id="5" name="Slide Number Placeholder 4"/>
          <p:cNvSpPr>
            <a:spLocks noGrp="1"/>
          </p:cNvSpPr>
          <p:nvPr>
            <p:ph type="sldNum" sz="quarter" idx="12"/>
          </p:nvPr>
        </p:nvSpPr>
        <p:spPr/>
        <p:txBody>
          <a:bodyPr/>
          <a:lstStyle/>
          <a:p>
            <a:fld id="{1DB5ABAE-A3C1-4AF6-9B4A-B8A593CBFB77}" type="slidenum">
              <a:rPr lang="sv-SE" smtClean="0"/>
              <a:pPr/>
              <a:t>14</a:t>
            </a:fld>
            <a:endParaRPr lang="sv-SE" sz="1400">
              <a:latin typeface="Times" pitchFamily="1" charset="0"/>
            </a:endParaRPr>
          </a:p>
        </p:txBody>
      </p:sp>
    </p:spTree>
    <p:extLst>
      <p:ext uri="{BB962C8B-B14F-4D97-AF65-F5344CB8AC3E}">
        <p14:creationId xmlns:p14="http://schemas.microsoft.com/office/powerpoint/2010/main" val="320890267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2"/>
          <p:cNvSpPr>
            <a:spLocks noGrp="1"/>
          </p:cNvSpPr>
          <p:nvPr>
            <p:ph type="title"/>
          </p:nvPr>
        </p:nvSpPr>
        <p:spPr/>
        <p:txBody>
          <a:bodyPr/>
          <a:lstStyle/>
          <a:p>
            <a:r>
              <a:rPr lang="sv-SE" dirty="0"/>
              <a:t>Kế hoạch giảng dạy (ii)</a:t>
            </a:r>
            <a:endParaRPr lang="en-US" dirty="0"/>
          </a:p>
        </p:txBody>
      </p:sp>
      <p:sp>
        <p:nvSpPr>
          <p:cNvPr id="8" name="Content Placeholder 7"/>
          <p:cNvSpPr>
            <a:spLocks noGrp="1"/>
          </p:cNvSpPr>
          <p:nvPr>
            <p:ph idx="1"/>
          </p:nvPr>
        </p:nvSpPr>
        <p:spPr>
          <a:xfrm>
            <a:off x="742950" y="1763815"/>
            <a:ext cx="8420100" cy="4695972"/>
          </a:xfrm>
        </p:spPr>
        <p:txBody>
          <a:bodyPr>
            <a:normAutofit/>
          </a:bodyPr>
          <a:lstStyle/>
          <a:p>
            <a:pPr>
              <a:buFont typeface="Wingdings" pitchFamily="2" charset="2"/>
              <a:buChar char="v"/>
            </a:pPr>
            <a:r>
              <a:rPr lang="en-US" sz="2100" dirty="0"/>
              <a:t> </a:t>
            </a:r>
            <a:r>
              <a:rPr lang="en-US" sz="2100" dirty="0" err="1"/>
              <a:t>Chương</a:t>
            </a:r>
            <a:r>
              <a:rPr lang="en-US" sz="2100" dirty="0"/>
              <a:t> 2</a:t>
            </a:r>
            <a:r>
              <a:rPr lang="en-US" sz="2400" dirty="0"/>
              <a:t>: </a:t>
            </a:r>
            <a:r>
              <a:rPr lang="en-US" dirty="0" err="1"/>
              <a:t>Linh</a:t>
            </a:r>
            <a:r>
              <a:rPr lang="en-US" dirty="0"/>
              <a:t> </a:t>
            </a:r>
            <a:r>
              <a:rPr lang="en-US" dirty="0" err="1"/>
              <a:t>kiện</a:t>
            </a:r>
            <a:r>
              <a:rPr lang="en-US" dirty="0"/>
              <a:t> </a:t>
            </a:r>
            <a:r>
              <a:rPr lang="en-US" dirty="0" err="1"/>
              <a:t>bán</a:t>
            </a:r>
            <a:r>
              <a:rPr lang="en-US" dirty="0"/>
              <a:t> </a:t>
            </a:r>
            <a:r>
              <a:rPr lang="en-US" dirty="0" err="1"/>
              <a:t>dẫn</a:t>
            </a:r>
            <a:r>
              <a:rPr lang="en-US" dirty="0"/>
              <a:t> 1</a:t>
            </a:r>
          </a:p>
          <a:p>
            <a:pPr lvl="1">
              <a:buFont typeface="Wingdings" panose="05000000000000000000" pitchFamily="2" charset="2"/>
              <a:buChar char="§"/>
            </a:pPr>
            <a:r>
              <a:rPr lang="en-US" dirty="0" err="1"/>
              <a:t>Vật</a:t>
            </a:r>
            <a:r>
              <a:rPr lang="en-US" dirty="0"/>
              <a:t> </a:t>
            </a:r>
            <a:r>
              <a:rPr lang="en-US" dirty="0" err="1"/>
              <a:t>liệu</a:t>
            </a:r>
            <a:r>
              <a:rPr lang="en-US" dirty="0"/>
              <a:t> </a:t>
            </a:r>
            <a:r>
              <a:rPr lang="en-US" dirty="0" err="1"/>
              <a:t>bán</a:t>
            </a:r>
            <a:r>
              <a:rPr lang="en-US" dirty="0"/>
              <a:t> </a:t>
            </a:r>
            <a:r>
              <a:rPr lang="en-US" dirty="0" err="1"/>
              <a:t>dẫn</a:t>
            </a:r>
            <a:endParaRPr lang="en-US" dirty="0"/>
          </a:p>
          <a:p>
            <a:pPr lvl="1">
              <a:buFont typeface="Wingdings" panose="05000000000000000000" pitchFamily="2" charset="2"/>
              <a:buChar char="§"/>
            </a:pPr>
            <a:r>
              <a:rPr lang="en-US" dirty="0" err="1"/>
              <a:t>Chuyển</a:t>
            </a:r>
            <a:r>
              <a:rPr lang="en-US" dirty="0"/>
              <a:t> </a:t>
            </a:r>
            <a:r>
              <a:rPr lang="en-US" dirty="0" err="1"/>
              <a:t>tiếp</a:t>
            </a:r>
            <a:r>
              <a:rPr lang="en-US" dirty="0"/>
              <a:t> P-N</a:t>
            </a:r>
          </a:p>
          <a:p>
            <a:pPr lvl="1">
              <a:buFont typeface="Wingdings" panose="05000000000000000000" pitchFamily="2" charset="2"/>
              <a:buChar char="§"/>
            </a:pPr>
            <a:r>
              <a:rPr lang="en-US" dirty="0" err="1"/>
              <a:t>Cấu</a:t>
            </a:r>
            <a:r>
              <a:rPr lang="vi-VN" dirty="0"/>
              <a:t> </a:t>
            </a:r>
            <a:r>
              <a:rPr lang="vi-VN" dirty="0">
                <a:latin typeface="Calibri" panose="020F0502020204030204" pitchFamily="34" charset="0"/>
              </a:rPr>
              <a:t>tạo</a:t>
            </a:r>
            <a:r>
              <a:rPr lang="en-US" dirty="0">
                <a:latin typeface="Calibri" panose="020F0502020204030204" pitchFamily="34" charset="0"/>
              </a:rPr>
              <a:t> </a:t>
            </a:r>
            <a:r>
              <a:rPr lang="en-US" dirty="0" err="1">
                <a:latin typeface="Calibri" panose="020F0502020204030204" pitchFamily="34" charset="0"/>
              </a:rPr>
              <a:t>của</a:t>
            </a:r>
            <a:r>
              <a:rPr lang="en-US" dirty="0">
                <a:latin typeface="Calibri" panose="020F0502020204030204" pitchFamily="34" charset="0"/>
              </a:rPr>
              <a:t> diode</a:t>
            </a:r>
          </a:p>
          <a:p>
            <a:pPr lvl="1">
              <a:buFont typeface="Wingdings" panose="05000000000000000000" pitchFamily="2" charset="2"/>
              <a:buChar char="§"/>
            </a:pPr>
            <a:r>
              <a:rPr lang="en-US" dirty="0" err="1"/>
              <a:t>Nguyên</a:t>
            </a:r>
            <a:r>
              <a:rPr lang="en-US" dirty="0"/>
              <a:t> </a:t>
            </a:r>
            <a:r>
              <a:rPr lang="en-US" dirty="0" err="1"/>
              <a:t>lý</a:t>
            </a:r>
            <a:r>
              <a:rPr lang="en-US" dirty="0"/>
              <a:t> </a:t>
            </a:r>
            <a:r>
              <a:rPr lang="en-US" dirty="0" err="1"/>
              <a:t>hoạt</a:t>
            </a:r>
            <a:r>
              <a:rPr lang="en-US" dirty="0"/>
              <a:t> </a:t>
            </a:r>
            <a:r>
              <a:rPr lang="en-US" dirty="0" err="1"/>
              <a:t>động</a:t>
            </a:r>
            <a:endParaRPr lang="en-US" dirty="0"/>
          </a:p>
          <a:p>
            <a:pPr lvl="1">
              <a:buFont typeface="Wingdings" panose="05000000000000000000" pitchFamily="2" charset="2"/>
              <a:buChar char="§"/>
            </a:pPr>
            <a:r>
              <a:rPr lang="en-US" dirty="0" err="1"/>
              <a:t>Đặc</a:t>
            </a:r>
            <a:r>
              <a:rPr lang="en-US" dirty="0"/>
              <a:t> </a:t>
            </a:r>
            <a:r>
              <a:rPr lang="en-US" dirty="0" err="1"/>
              <a:t>tính</a:t>
            </a:r>
            <a:r>
              <a:rPr lang="en-US" dirty="0"/>
              <a:t> diode</a:t>
            </a:r>
          </a:p>
          <a:p>
            <a:pPr lvl="1">
              <a:buFont typeface="Wingdings" panose="05000000000000000000" pitchFamily="2" charset="2"/>
              <a:buChar char="§"/>
            </a:pPr>
            <a:r>
              <a:rPr lang="en-US" dirty="0" err="1"/>
              <a:t>Các</a:t>
            </a:r>
            <a:r>
              <a:rPr lang="en-US" dirty="0"/>
              <a:t> </a:t>
            </a:r>
            <a:r>
              <a:rPr lang="en-US" dirty="0" err="1"/>
              <a:t>loại</a:t>
            </a:r>
            <a:r>
              <a:rPr lang="en-US" dirty="0"/>
              <a:t> diode</a:t>
            </a:r>
          </a:p>
          <a:p>
            <a:pPr lvl="1">
              <a:buFont typeface="Wingdings" panose="05000000000000000000" pitchFamily="2" charset="2"/>
              <a:buChar char="§"/>
            </a:pPr>
            <a:r>
              <a:rPr lang="en-US" sz="1600" dirty="0" err="1">
                <a:latin typeface="Calibri (Corps)"/>
              </a:rPr>
              <a:t>Ứng</a:t>
            </a:r>
            <a:r>
              <a:rPr lang="en-US" sz="1600" dirty="0">
                <a:latin typeface="Calibri (Corps)"/>
              </a:rPr>
              <a:t> </a:t>
            </a:r>
            <a:r>
              <a:rPr lang="en-US" sz="1600" dirty="0" err="1">
                <a:latin typeface="Calibri (Corps)"/>
              </a:rPr>
              <a:t>dụng</a:t>
            </a:r>
            <a:endParaRPr lang="en-US" sz="1600" dirty="0">
              <a:latin typeface="Calibri (Corps)"/>
            </a:endParaRPr>
          </a:p>
          <a:p>
            <a:pPr lvl="1">
              <a:buFont typeface="Wingdings" panose="05000000000000000000" pitchFamily="2" charset="2"/>
              <a:buChar char="§"/>
            </a:pPr>
            <a:r>
              <a:rPr lang="en-US" dirty="0" err="1"/>
              <a:t>Bài</a:t>
            </a:r>
            <a:r>
              <a:rPr lang="en-US" dirty="0"/>
              <a:t> </a:t>
            </a:r>
            <a:r>
              <a:rPr lang="en-US" dirty="0" err="1"/>
              <a:t>tập</a:t>
            </a:r>
            <a:endParaRPr lang="en-US" dirty="0"/>
          </a:p>
          <a:p>
            <a:pPr lvl="1">
              <a:buFont typeface="Wingdings" panose="05000000000000000000" pitchFamily="2" charset="2"/>
              <a:buChar char="§"/>
            </a:pPr>
            <a:endParaRPr lang="en-US" sz="2800" dirty="0"/>
          </a:p>
          <a:p>
            <a:pPr lvl="1">
              <a:buFont typeface="Wingdings" pitchFamily="2" charset="2"/>
              <a:buChar char="q"/>
            </a:pPr>
            <a:r>
              <a:rPr lang="en-US" sz="1800" dirty="0"/>
              <a:t> </a:t>
            </a:r>
            <a:r>
              <a:rPr lang="en-US" sz="1800" dirty="0" err="1"/>
              <a:t>Tham</a:t>
            </a:r>
            <a:r>
              <a:rPr lang="en-US" sz="1800" dirty="0"/>
              <a:t> </a:t>
            </a:r>
            <a:r>
              <a:rPr lang="en-US" sz="1800" dirty="0" err="1"/>
              <a:t>khảo</a:t>
            </a:r>
            <a:r>
              <a:rPr lang="en-US" sz="1800" dirty="0"/>
              <a:t>: </a:t>
            </a:r>
            <a:r>
              <a:rPr lang="en-US" sz="1800" dirty="0" err="1"/>
              <a:t>Chương</a:t>
            </a:r>
            <a:r>
              <a:rPr lang="en-US" sz="1800" dirty="0"/>
              <a:t> 2 </a:t>
            </a:r>
            <a:r>
              <a:rPr lang="en-US" dirty="0" err="1"/>
              <a:t>của</a:t>
            </a:r>
            <a:r>
              <a:rPr lang="en-US" sz="1800" dirty="0"/>
              <a:t> text book ‘Electronic Devices’</a:t>
            </a:r>
          </a:p>
          <a:p>
            <a:pPr>
              <a:buNone/>
            </a:pPr>
            <a:endParaRPr lang="en-US" sz="2000" dirty="0"/>
          </a:p>
        </p:txBody>
      </p:sp>
      <p:sp>
        <p:nvSpPr>
          <p:cNvPr id="6" name="Footer Placeholder 5"/>
          <p:cNvSpPr>
            <a:spLocks noGrp="1"/>
          </p:cNvSpPr>
          <p:nvPr>
            <p:ph type="ftr" sz="quarter" idx="11"/>
          </p:nvPr>
        </p:nvSpPr>
        <p:spPr/>
        <p:txBody>
          <a:bodyPr/>
          <a:lstStyle/>
          <a:p>
            <a:r>
              <a:rPr lang="sv-SE"/>
              <a:t>Trịnh Lê Huy</a:t>
            </a:r>
          </a:p>
        </p:txBody>
      </p:sp>
      <p:sp>
        <p:nvSpPr>
          <p:cNvPr id="5" name="Slide Number Placeholder 4"/>
          <p:cNvSpPr>
            <a:spLocks noGrp="1"/>
          </p:cNvSpPr>
          <p:nvPr>
            <p:ph type="sldNum" sz="quarter" idx="12"/>
          </p:nvPr>
        </p:nvSpPr>
        <p:spPr/>
        <p:txBody>
          <a:bodyPr/>
          <a:lstStyle/>
          <a:p>
            <a:fld id="{1DB5ABAE-A3C1-4AF6-9B4A-B8A593CBFB77}" type="slidenum">
              <a:rPr lang="sv-SE" smtClean="0"/>
              <a:pPr/>
              <a:t>15</a:t>
            </a:fld>
            <a:endParaRPr lang="sv-SE" sz="1400">
              <a:latin typeface="Times" pitchFamily="1"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2"/>
          <p:cNvSpPr>
            <a:spLocks noGrp="1"/>
          </p:cNvSpPr>
          <p:nvPr>
            <p:ph type="title"/>
          </p:nvPr>
        </p:nvSpPr>
        <p:spPr/>
        <p:txBody>
          <a:bodyPr/>
          <a:lstStyle/>
          <a:p>
            <a:r>
              <a:rPr lang="sv-SE" dirty="0"/>
              <a:t>Kế hoạch giảng dạy (iii)</a:t>
            </a:r>
            <a:endParaRPr lang="en-US" dirty="0"/>
          </a:p>
        </p:txBody>
      </p:sp>
      <p:sp>
        <p:nvSpPr>
          <p:cNvPr id="8" name="Content Placeholder 7"/>
          <p:cNvSpPr>
            <a:spLocks noGrp="1"/>
          </p:cNvSpPr>
          <p:nvPr>
            <p:ph idx="1"/>
          </p:nvPr>
        </p:nvSpPr>
        <p:spPr>
          <a:xfrm>
            <a:off x="742950" y="1763815"/>
            <a:ext cx="8420100" cy="4695972"/>
          </a:xfrm>
        </p:spPr>
        <p:txBody>
          <a:bodyPr>
            <a:normAutofit/>
          </a:bodyPr>
          <a:lstStyle/>
          <a:p>
            <a:pPr>
              <a:buFont typeface="Wingdings" pitchFamily="2" charset="2"/>
              <a:buChar char="v"/>
            </a:pPr>
            <a:r>
              <a:rPr lang="en-US" sz="2100" dirty="0"/>
              <a:t> </a:t>
            </a:r>
            <a:r>
              <a:rPr lang="en-US" sz="2100" dirty="0" err="1"/>
              <a:t>Chương</a:t>
            </a:r>
            <a:r>
              <a:rPr lang="en-US" sz="2100" dirty="0"/>
              <a:t> 3</a:t>
            </a:r>
            <a:r>
              <a:rPr lang="en-US" sz="2400" dirty="0"/>
              <a:t>: </a:t>
            </a:r>
            <a:r>
              <a:rPr lang="en-US" dirty="0" err="1"/>
              <a:t>Linh</a:t>
            </a:r>
            <a:r>
              <a:rPr lang="en-US" dirty="0"/>
              <a:t> </a:t>
            </a:r>
            <a:r>
              <a:rPr lang="en-US" dirty="0" err="1"/>
              <a:t>kiện</a:t>
            </a:r>
            <a:r>
              <a:rPr lang="en-US" dirty="0"/>
              <a:t> </a:t>
            </a:r>
            <a:r>
              <a:rPr lang="en-US" dirty="0" err="1"/>
              <a:t>bán</a:t>
            </a:r>
            <a:r>
              <a:rPr lang="en-US" dirty="0"/>
              <a:t> </a:t>
            </a:r>
            <a:r>
              <a:rPr lang="en-US" dirty="0" err="1"/>
              <a:t>dẫn</a:t>
            </a:r>
            <a:r>
              <a:rPr lang="en-US" dirty="0"/>
              <a:t> 2</a:t>
            </a:r>
          </a:p>
          <a:p>
            <a:pPr lvl="1">
              <a:buFont typeface="Wingdings" panose="05000000000000000000" pitchFamily="2" charset="2"/>
              <a:buChar char="§"/>
            </a:pPr>
            <a:r>
              <a:rPr lang="en-US" dirty="0" err="1"/>
              <a:t>Cấu</a:t>
            </a:r>
            <a:r>
              <a:rPr lang="en-US" dirty="0"/>
              <a:t> </a:t>
            </a:r>
            <a:r>
              <a:rPr lang="en-US" dirty="0" err="1"/>
              <a:t>tạo</a:t>
            </a:r>
            <a:endParaRPr lang="en-US" dirty="0"/>
          </a:p>
          <a:p>
            <a:pPr lvl="1">
              <a:buFont typeface="Wingdings" panose="05000000000000000000" pitchFamily="2" charset="2"/>
              <a:buChar char="§"/>
            </a:pPr>
            <a:r>
              <a:rPr lang="en-US" dirty="0" err="1"/>
              <a:t>Nguyên</a:t>
            </a:r>
            <a:r>
              <a:rPr lang="en-US" dirty="0"/>
              <a:t> </a:t>
            </a:r>
            <a:r>
              <a:rPr lang="en-US" dirty="0" err="1"/>
              <a:t>lý</a:t>
            </a:r>
            <a:r>
              <a:rPr lang="en-US" dirty="0"/>
              <a:t> </a:t>
            </a:r>
            <a:r>
              <a:rPr lang="en-US" dirty="0" err="1"/>
              <a:t>hoạt</a:t>
            </a:r>
            <a:r>
              <a:rPr lang="en-US" dirty="0"/>
              <a:t> </a:t>
            </a:r>
            <a:r>
              <a:rPr lang="en-US" dirty="0" err="1"/>
              <a:t>động</a:t>
            </a:r>
            <a:endParaRPr lang="en-US" dirty="0"/>
          </a:p>
          <a:p>
            <a:pPr lvl="1">
              <a:buFont typeface="Wingdings" panose="05000000000000000000" pitchFamily="2" charset="2"/>
              <a:buChar char="§"/>
            </a:pPr>
            <a:r>
              <a:rPr lang="en-US" dirty="0" err="1"/>
              <a:t>Đặc</a:t>
            </a:r>
            <a:r>
              <a:rPr lang="en-US" dirty="0"/>
              <a:t> </a:t>
            </a:r>
            <a:r>
              <a:rPr lang="en-US" dirty="0" err="1"/>
              <a:t>tính</a:t>
            </a:r>
            <a:r>
              <a:rPr lang="en-US" dirty="0"/>
              <a:t> Transistor</a:t>
            </a:r>
          </a:p>
          <a:p>
            <a:pPr lvl="1">
              <a:buFont typeface="Wingdings" panose="05000000000000000000" pitchFamily="2" charset="2"/>
              <a:buChar char="§"/>
            </a:pPr>
            <a:r>
              <a:rPr lang="en-US" dirty="0"/>
              <a:t>Phân </a:t>
            </a:r>
            <a:r>
              <a:rPr lang="en-US" dirty="0" err="1"/>
              <a:t>cực</a:t>
            </a:r>
            <a:endParaRPr lang="en-US" dirty="0"/>
          </a:p>
          <a:p>
            <a:pPr lvl="1">
              <a:buFont typeface="Wingdings" panose="05000000000000000000" pitchFamily="2" charset="2"/>
              <a:buChar char="§"/>
            </a:pPr>
            <a:r>
              <a:rPr lang="en-US" dirty="0" err="1"/>
              <a:t>Sơ</a:t>
            </a:r>
            <a:r>
              <a:rPr lang="en-US" dirty="0"/>
              <a:t> </a:t>
            </a:r>
            <a:r>
              <a:rPr lang="en-US" dirty="0" err="1"/>
              <a:t>đồ</a:t>
            </a:r>
            <a:r>
              <a:rPr lang="en-US" dirty="0"/>
              <a:t> </a:t>
            </a:r>
            <a:r>
              <a:rPr lang="en-US" dirty="0" err="1"/>
              <a:t>trạng</a:t>
            </a:r>
            <a:r>
              <a:rPr lang="en-US" dirty="0"/>
              <a:t> </a:t>
            </a:r>
            <a:r>
              <a:rPr lang="en-US" dirty="0" err="1"/>
              <a:t>thái</a:t>
            </a:r>
            <a:endParaRPr lang="en-US" dirty="0"/>
          </a:p>
          <a:p>
            <a:pPr lvl="1">
              <a:buFont typeface="Wingdings" panose="05000000000000000000" pitchFamily="2" charset="2"/>
              <a:buChar char="§"/>
            </a:pPr>
            <a:r>
              <a:rPr lang="en-US" dirty="0"/>
              <a:t>Phân </a:t>
            </a:r>
            <a:r>
              <a:rPr lang="en-US" dirty="0" err="1"/>
              <a:t>tích</a:t>
            </a:r>
            <a:r>
              <a:rPr lang="en-US" dirty="0"/>
              <a:t> </a:t>
            </a:r>
            <a:r>
              <a:rPr lang="en-US" dirty="0" err="1"/>
              <a:t>tín</a:t>
            </a:r>
            <a:r>
              <a:rPr lang="en-US" dirty="0"/>
              <a:t> </a:t>
            </a:r>
            <a:r>
              <a:rPr lang="en-US" dirty="0" err="1"/>
              <a:t>hiệu</a:t>
            </a:r>
            <a:r>
              <a:rPr lang="en-US" dirty="0"/>
              <a:t> </a:t>
            </a:r>
            <a:r>
              <a:rPr lang="en-US" dirty="0" err="1"/>
              <a:t>lớn</a:t>
            </a:r>
            <a:r>
              <a:rPr lang="en-US" dirty="0"/>
              <a:t> </a:t>
            </a:r>
            <a:r>
              <a:rPr lang="en-US" dirty="0" err="1"/>
              <a:t>và</a:t>
            </a:r>
            <a:r>
              <a:rPr lang="en-US" dirty="0"/>
              <a:t> </a:t>
            </a:r>
            <a:r>
              <a:rPr lang="en-US" dirty="0" err="1"/>
              <a:t>đặc</a:t>
            </a:r>
            <a:r>
              <a:rPr lang="en-US" dirty="0"/>
              <a:t> </a:t>
            </a:r>
            <a:r>
              <a:rPr lang="en-US" dirty="0" err="1"/>
              <a:t>tính</a:t>
            </a:r>
            <a:r>
              <a:rPr lang="en-US" dirty="0"/>
              <a:t> </a:t>
            </a:r>
            <a:r>
              <a:rPr lang="en-US" dirty="0" err="1"/>
              <a:t>dòng</a:t>
            </a:r>
            <a:r>
              <a:rPr lang="en-US" dirty="0"/>
              <a:t> </a:t>
            </a:r>
            <a:r>
              <a:rPr lang="en-US" dirty="0" err="1"/>
              <a:t>áp</a:t>
            </a:r>
            <a:endParaRPr lang="en-US" dirty="0"/>
          </a:p>
          <a:p>
            <a:pPr lvl="1">
              <a:buFont typeface="Wingdings" panose="05000000000000000000" pitchFamily="2" charset="2"/>
              <a:buChar char="§"/>
            </a:pPr>
            <a:r>
              <a:rPr lang="en-US" dirty="0"/>
              <a:t>Phân </a:t>
            </a:r>
            <a:r>
              <a:rPr lang="en-US" dirty="0" err="1"/>
              <a:t>tích</a:t>
            </a:r>
            <a:r>
              <a:rPr lang="en-US" dirty="0"/>
              <a:t> </a:t>
            </a:r>
            <a:r>
              <a:rPr lang="en-US" dirty="0" err="1"/>
              <a:t>tín</a:t>
            </a:r>
            <a:r>
              <a:rPr lang="en-US" dirty="0"/>
              <a:t> </a:t>
            </a:r>
            <a:r>
              <a:rPr lang="en-US" dirty="0" err="1"/>
              <a:t>hiệu</a:t>
            </a:r>
            <a:r>
              <a:rPr lang="en-US" dirty="0"/>
              <a:t> </a:t>
            </a:r>
            <a:r>
              <a:rPr lang="en-US" dirty="0" err="1"/>
              <a:t>nhỏ</a:t>
            </a:r>
            <a:endParaRPr lang="en-US" dirty="0"/>
          </a:p>
          <a:p>
            <a:pPr lvl="1">
              <a:buFont typeface="Wingdings" panose="05000000000000000000" pitchFamily="2" charset="2"/>
              <a:buChar char="§"/>
            </a:pPr>
            <a:r>
              <a:rPr lang="en-US" dirty="0" err="1"/>
              <a:t>Bài</a:t>
            </a:r>
            <a:r>
              <a:rPr lang="en-US" dirty="0"/>
              <a:t> </a:t>
            </a:r>
            <a:r>
              <a:rPr lang="en-US" dirty="0" err="1"/>
              <a:t>tập</a:t>
            </a:r>
            <a:endParaRPr lang="en-US" dirty="0"/>
          </a:p>
          <a:p>
            <a:pPr lvl="1">
              <a:buFont typeface="Wingdings" panose="05000000000000000000" pitchFamily="2" charset="2"/>
              <a:buChar char="§"/>
            </a:pPr>
            <a:endParaRPr lang="en-US" sz="2800" dirty="0"/>
          </a:p>
          <a:p>
            <a:pPr lvl="1">
              <a:buFont typeface="Wingdings" pitchFamily="2" charset="2"/>
              <a:buChar char="q"/>
            </a:pPr>
            <a:r>
              <a:rPr lang="en-US" sz="1800" dirty="0"/>
              <a:t> </a:t>
            </a:r>
            <a:r>
              <a:rPr lang="en-US" sz="1800" dirty="0" err="1"/>
              <a:t>Tham</a:t>
            </a:r>
            <a:r>
              <a:rPr lang="en-US" sz="1800" dirty="0"/>
              <a:t> </a:t>
            </a:r>
            <a:r>
              <a:rPr lang="en-US" sz="1800" dirty="0" err="1"/>
              <a:t>khảo</a:t>
            </a:r>
            <a:r>
              <a:rPr lang="en-US" sz="1800" dirty="0"/>
              <a:t>: </a:t>
            </a:r>
            <a:r>
              <a:rPr lang="en-US" sz="1800" dirty="0" err="1"/>
              <a:t>Chương</a:t>
            </a:r>
            <a:r>
              <a:rPr lang="en-US" sz="1800" dirty="0"/>
              <a:t> 4 </a:t>
            </a:r>
            <a:r>
              <a:rPr lang="en-US" dirty="0" err="1"/>
              <a:t>của</a:t>
            </a:r>
            <a:r>
              <a:rPr lang="en-US" sz="1800" dirty="0"/>
              <a:t> text book ‘Electronic Devices’</a:t>
            </a:r>
          </a:p>
          <a:p>
            <a:pPr>
              <a:buNone/>
            </a:pPr>
            <a:endParaRPr lang="en-US" sz="2000" dirty="0"/>
          </a:p>
        </p:txBody>
      </p:sp>
      <p:sp>
        <p:nvSpPr>
          <p:cNvPr id="6" name="Footer Placeholder 5"/>
          <p:cNvSpPr>
            <a:spLocks noGrp="1"/>
          </p:cNvSpPr>
          <p:nvPr>
            <p:ph type="ftr" sz="quarter" idx="11"/>
          </p:nvPr>
        </p:nvSpPr>
        <p:spPr/>
        <p:txBody>
          <a:bodyPr/>
          <a:lstStyle/>
          <a:p>
            <a:r>
              <a:rPr lang="sv-SE"/>
              <a:t>Trịnh Lê Huy</a:t>
            </a:r>
          </a:p>
        </p:txBody>
      </p:sp>
      <p:sp>
        <p:nvSpPr>
          <p:cNvPr id="5" name="Slide Number Placeholder 4"/>
          <p:cNvSpPr>
            <a:spLocks noGrp="1"/>
          </p:cNvSpPr>
          <p:nvPr>
            <p:ph type="sldNum" sz="quarter" idx="12"/>
          </p:nvPr>
        </p:nvSpPr>
        <p:spPr/>
        <p:txBody>
          <a:bodyPr/>
          <a:lstStyle/>
          <a:p>
            <a:fld id="{1DB5ABAE-A3C1-4AF6-9B4A-B8A593CBFB77}" type="slidenum">
              <a:rPr lang="sv-SE" smtClean="0"/>
              <a:pPr/>
              <a:t>16</a:t>
            </a:fld>
            <a:endParaRPr lang="sv-SE" sz="1400">
              <a:latin typeface="Times" pitchFamily="1" charset="0"/>
            </a:endParaRPr>
          </a:p>
        </p:txBody>
      </p:sp>
    </p:spTree>
    <p:extLst>
      <p:ext uri="{BB962C8B-B14F-4D97-AF65-F5344CB8AC3E}">
        <p14:creationId xmlns:p14="http://schemas.microsoft.com/office/powerpoint/2010/main" val="315014432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2"/>
          <p:cNvSpPr>
            <a:spLocks noGrp="1"/>
          </p:cNvSpPr>
          <p:nvPr>
            <p:ph type="title"/>
          </p:nvPr>
        </p:nvSpPr>
        <p:spPr/>
        <p:txBody>
          <a:bodyPr/>
          <a:lstStyle/>
          <a:p>
            <a:r>
              <a:rPr lang="sv-SE" dirty="0"/>
              <a:t>Kế hoạch giảng dạy (iv)</a:t>
            </a:r>
            <a:endParaRPr lang="en-US" dirty="0"/>
          </a:p>
        </p:txBody>
      </p:sp>
      <p:sp>
        <p:nvSpPr>
          <p:cNvPr id="8" name="Content Placeholder 7"/>
          <p:cNvSpPr>
            <a:spLocks noGrp="1"/>
          </p:cNvSpPr>
          <p:nvPr>
            <p:ph idx="1"/>
          </p:nvPr>
        </p:nvSpPr>
        <p:spPr>
          <a:xfrm>
            <a:off x="742948" y="1763815"/>
            <a:ext cx="9163051" cy="4695972"/>
          </a:xfrm>
        </p:spPr>
        <p:txBody>
          <a:bodyPr>
            <a:normAutofit/>
          </a:bodyPr>
          <a:lstStyle/>
          <a:p>
            <a:pPr>
              <a:buFont typeface="Wingdings" pitchFamily="2" charset="2"/>
              <a:buChar char="v"/>
            </a:pPr>
            <a:r>
              <a:rPr lang="en-US" sz="2100" dirty="0"/>
              <a:t> </a:t>
            </a:r>
            <a:r>
              <a:rPr lang="en-US" sz="2100" dirty="0" err="1"/>
              <a:t>Chương</a:t>
            </a:r>
            <a:r>
              <a:rPr lang="en-US" sz="2100" dirty="0"/>
              <a:t> 4</a:t>
            </a:r>
            <a:r>
              <a:rPr lang="en-US" sz="2400" dirty="0"/>
              <a:t>: </a:t>
            </a:r>
            <a:r>
              <a:rPr lang="en-US" dirty="0"/>
              <a:t>Phân </a:t>
            </a:r>
            <a:r>
              <a:rPr lang="en-US" dirty="0" err="1"/>
              <a:t>tích</a:t>
            </a:r>
            <a:r>
              <a:rPr lang="en-US" dirty="0"/>
              <a:t> </a:t>
            </a:r>
            <a:r>
              <a:rPr lang="en-US" dirty="0" err="1"/>
              <a:t>các</a:t>
            </a:r>
            <a:r>
              <a:rPr lang="en-US" dirty="0"/>
              <a:t> </a:t>
            </a:r>
            <a:r>
              <a:rPr lang="en-US" dirty="0" err="1"/>
              <a:t>mạch</a:t>
            </a:r>
            <a:r>
              <a:rPr lang="en-US" dirty="0"/>
              <a:t> </a:t>
            </a:r>
            <a:r>
              <a:rPr lang="en-US" dirty="0" err="1"/>
              <a:t>khuếch</a:t>
            </a:r>
            <a:r>
              <a:rPr lang="en-US" dirty="0"/>
              <a:t> </a:t>
            </a:r>
            <a:r>
              <a:rPr lang="en-US" dirty="0" err="1"/>
              <a:t>đại</a:t>
            </a:r>
            <a:r>
              <a:rPr lang="en-US" dirty="0"/>
              <a:t> </a:t>
            </a:r>
            <a:r>
              <a:rPr lang="en-US" dirty="0" err="1"/>
              <a:t>dùng</a:t>
            </a:r>
            <a:r>
              <a:rPr lang="en-US" dirty="0"/>
              <a:t> Transistor </a:t>
            </a:r>
            <a:r>
              <a:rPr lang="en-US" dirty="0" err="1"/>
              <a:t>và</a:t>
            </a:r>
            <a:r>
              <a:rPr lang="en-US" dirty="0"/>
              <a:t> </a:t>
            </a:r>
            <a:r>
              <a:rPr lang="en-US" dirty="0" err="1"/>
              <a:t>mạch</a:t>
            </a:r>
            <a:r>
              <a:rPr lang="en-US" dirty="0"/>
              <a:t> </a:t>
            </a:r>
            <a:r>
              <a:rPr lang="en-US" dirty="0" err="1"/>
              <a:t>tương</a:t>
            </a:r>
            <a:r>
              <a:rPr lang="en-US" dirty="0"/>
              <a:t> </a:t>
            </a:r>
            <a:r>
              <a:rPr lang="en-US" dirty="0" err="1"/>
              <a:t>đương</a:t>
            </a:r>
            <a:endParaRPr lang="en-US" dirty="0"/>
          </a:p>
          <a:p>
            <a:pPr lvl="1">
              <a:buFont typeface="Wingdings" panose="05000000000000000000" pitchFamily="2" charset="2"/>
              <a:buChar char="§"/>
            </a:pPr>
            <a:r>
              <a:rPr lang="en-US" dirty="0"/>
              <a:t>Mạch </a:t>
            </a:r>
            <a:r>
              <a:rPr lang="en-US" dirty="0" err="1"/>
              <a:t>khuếch</a:t>
            </a:r>
            <a:r>
              <a:rPr lang="en-US" dirty="0"/>
              <a:t> </a:t>
            </a:r>
            <a:r>
              <a:rPr lang="en-US" dirty="0" err="1"/>
              <a:t>đại</a:t>
            </a:r>
            <a:r>
              <a:rPr lang="en-US" dirty="0"/>
              <a:t> </a:t>
            </a:r>
            <a:r>
              <a:rPr lang="en-US" dirty="0" err="1"/>
              <a:t>căn</a:t>
            </a:r>
            <a:r>
              <a:rPr lang="en-US" dirty="0"/>
              <a:t> </a:t>
            </a:r>
            <a:r>
              <a:rPr lang="en-US" dirty="0" err="1"/>
              <a:t>bản</a:t>
            </a:r>
            <a:endParaRPr lang="en-US" dirty="0"/>
          </a:p>
          <a:p>
            <a:pPr lvl="1">
              <a:buFont typeface="Wingdings" panose="05000000000000000000" pitchFamily="2" charset="2"/>
              <a:buChar char="§"/>
            </a:pPr>
            <a:r>
              <a:rPr lang="en-US" dirty="0"/>
              <a:t>Mạch </a:t>
            </a:r>
            <a:r>
              <a:rPr lang="en-US" dirty="0" err="1"/>
              <a:t>khuếch</a:t>
            </a:r>
            <a:r>
              <a:rPr lang="en-US" dirty="0"/>
              <a:t> </a:t>
            </a:r>
            <a:r>
              <a:rPr lang="en-US" dirty="0" err="1"/>
              <a:t>đại</a:t>
            </a:r>
            <a:r>
              <a:rPr lang="en-US" dirty="0"/>
              <a:t> CE</a:t>
            </a:r>
          </a:p>
          <a:p>
            <a:pPr lvl="1">
              <a:buFont typeface="Wingdings" panose="05000000000000000000" pitchFamily="2" charset="2"/>
              <a:buChar char="§"/>
            </a:pPr>
            <a:r>
              <a:rPr lang="en-US" dirty="0" err="1"/>
              <a:t>Bài</a:t>
            </a:r>
            <a:r>
              <a:rPr lang="en-US" dirty="0"/>
              <a:t> </a:t>
            </a:r>
            <a:r>
              <a:rPr lang="en-US" dirty="0" err="1"/>
              <a:t>tập</a:t>
            </a:r>
            <a:endParaRPr lang="en-US" dirty="0"/>
          </a:p>
          <a:p>
            <a:pPr lvl="1">
              <a:buFont typeface="Wingdings" panose="05000000000000000000" pitchFamily="2" charset="2"/>
              <a:buChar char="§"/>
            </a:pPr>
            <a:endParaRPr lang="en-US" sz="2800" dirty="0"/>
          </a:p>
          <a:p>
            <a:pPr lvl="1">
              <a:buFont typeface="Wingdings" pitchFamily="2" charset="2"/>
              <a:buChar char="q"/>
            </a:pPr>
            <a:r>
              <a:rPr lang="en-US" sz="1800" dirty="0"/>
              <a:t> </a:t>
            </a:r>
            <a:r>
              <a:rPr lang="en-US" sz="1800" dirty="0" err="1"/>
              <a:t>Tham</a:t>
            </a:r>
            <a:r>
              <a:rPr lang="en-US" sz="1800" dirty="0"/>
              <a:t> </a:t>
            </a:r>
            <a:r>
              <a:rPr lang="en-US" sz="1800" dirty="0" err="1"/>
              <a:t>khảo</a:t>
            </a:r>
            <a:r>
              <a:rPr lang="en-US" sz="1800" dirty="0"/>
              <a:t>: </a:t>
            </a:r>
            <a:r>
              <a:rPr lang="en-US" sz="1800" dirty="0" err="1"/>
              <a:t>Chương</a:t>
            </a:r>
            <a:r>
              <a:rPr lang="en-US" sz="1800" dirty="0"/>
              <a:t> 12 </a:t>
            </a:r>
            <a:r>
              <a:rPr lang="en-US" dirty="0" err="1"/>
              <a:t>của</a:t>
            </a:r>
            <a:r>
              <a:rPr lang="en-US" sz="1800" dirty="0"/>
              <a:t> text book ‘Electronic Devices’</a:t>
            </a:r>
            <a:endParaRPr lang="en-US" dirty="0"/>
          </a:p>
          <a:p>
            <a:pPr>
              <a:buFont typeface="Wingdings" pitchFamily="2" charset="2"/>
              <a:buChar char="v"/>
            </a:pPr>
            <a:r>
              <a:rPr lang="en-US" sz="2100" dirty="0"/>
              <a:t> </a:t>
            </a:r>
            <a:r>
              <a:rPr lang="en-US" sz="2100" dirty="0" err="1"/>
              <a:t>Chương</a:t>
            </a:r>
            <a:r>
              <a:rPr lang="en-US" sz="2100" dirty="0"/>
              <a:t> 4 (</a:t>
            </a:r>
            <a:r>
              <a:rPr lang="en-US" sz="2100" dirty="0" err="1"/>
              <a:t>tt</a:t>
            </a:r>
            <a:r>
              <a:rPr lang="en-US" sz="2100" dirty="0"/>
              <a:t>)</a:t>
            </a:r>
            <a:r>
              <a:rPr lang="en-US" sz="2400" dirty="0"/>
              <a:t>: </a:t>
            </a:r>
            <a:r>
              <a:rPr lang="en-US" dirty="0"/>
              <a:t>Phân </a:t>
            </a:r>
            <a:r>
              <a:rPr lang="en-US" dirty="0" err="1"/>
              <a:t>tích</a:t>
            </a:r>
            <a:r>
              <a:rPr lang="en-US" dirty="0"/>
              <a:t> </a:t>
            </a:r>
            <a:r>
              <a:rPr lang="en-US" dirty="0" err="1"/>
              <a:t>các</a:t>
            </a:r>
            <a:r>
              <a:rPr lang="en-US" dirty="0"/>
              <a:t> </a:t>
            </a:r>
            <a:r>
              <a:rPr lang="en-US" dirty="0" err="1"/>
              <a:t>mạch</a:t>
            </a:r>
            <a:r>
              <a:rPr lang="en-US" dirty="0"/>
              <a:t> </a:t>
            </a:r>
            <a:r>
              <a:rPr lang="en-US" dirty="0" err="1"/>
              <a:t>khuếch</a:t>
            </a:r>
            <a:r>
              <a:rPr lang="en-US" dirty="0"/>
              <a:t> </a:t>
            </a:r>
            <a:r>
              <a:rPr lang="en-US" dirty="0" err="1"/>
              <a:t>đại</a:t>
            </a:r>
            <a:r>
              <a:rPr lang="en-US" dirty="0"/>
              <a:t> </a:t>
            </a:r>
            <a:r>
              <a:rPr lang="en-US" dirty="0" err="1"/>
              <a:t>dùng</a:t>
            </a:r>
            <a:r>
              <a:rPr lang="en-US" dirty="0"/>
              <a:t> Transistor </a:t>
            </a:r>
            <a:r>
              <a:rPr lang="en-US" dirty="0" err="1"/>
              <a:t>và</a:t>
            </a:r>
            <a:r>
              <a:rPr lang="en-US" dirty="0"/>
              <a:t> </a:t>
            </a:r>
            <a:r>
              <a:rPr lang="en-US" dirty="0" err="1"/>
              <a:t>mạch</a:t>
            </a:r>
            <a:r>
              <a:rPr lang="en-US" dirty="0"/>
              <a:t> </a:t>
            </a:r>
            <a:r>
              <a:rPr lang="en-US" dirty="0" err="1"/>
              <a:t>tương</a:t>
            </a:r>
            <a:r>
              <a:rPr lang="en-US" dirty="0"/>
              <a:t> </a:t>
            </a:r>
            <a:r>
              <a:rPr lang="en-US" dirty="0" err="1"/>
              <a:t>đương</a:t>
            </a:r>
            <a:endParaRPr lang="en-US" dirty="0"/>
          </a:p>
          <a:p>
            <a:pPr lvl="1">
              <a:buFont typeface="Wingdings" panose="05000000000000000000" pitchFamily="2" charset="2"/>
              <a:buChar char="§"/>
            </a:pPr>
            <a:r>
              <a:rPr lang="en-US" dirty="0"/>
              <a:t>Mạch </a:t>
            </a:r>
            <a:r>
              <a:rPr lang="en-US" dirty="0" err="1"/>
              <a:t>khuếch</a:t>
            </a:r>
            <a:r>
              <a:rPr lang="en-US" dirty="0"/>
              <a:t> </a:t>
            </a:r>
            <a:r>
              <a:rPr lang="en-US" dirty="0" err="1"/>
              <a:t>đại</a:t>
            </a:r>
            <a:r>
              <a:rPr lang="en-US" dirty="0"/>
              <a:t> CB</a:t>
            </a:r>
          </a:p>
          <a:p>
            <a:pPr lvl="1">
              <a:buFont typeface="Wingdings" panose="05000000000000000000" pitchFamily="2" charset="2"/>
              <a:buChar char="§"/>
            </a:pPr>
            <a:r>
              <a:rPr lang="en-US" dirty="0"/>
              <a:t>Mạch </a:t>
            </a:r>
            <a:r>
              <a:rPr lang="en-US" dirty="0" err="1"/>
              <a:t>khuếch</a:t>
            </a:r>
            <a:r>
              <a:rPr lang="en-US" dirty="0"/>
              <a:t> </a:t>
            </a:r>
            <a:r>
              <a:rPr lang="en-US" dirty="0" err="1"/>
              <a:t>đại</a:t>
            </a:r>
            <a:r>
              <a:rPr lang="en-US" dirty="0"/>
              <a:t> CC</a:t>
            </a:r>
          </a:p>
          <a:p>
            <a:pPr lvl="1">
              <a:buFont typeface="Wingdings" panose="05000000000000000000" pitchFamily="2" charset="2"/>
              <a:buChar char="§"/>
            </a:pPr>
            <a:r>
              <a:rPr lang="en-US" dirty="0" err="1"/>
              <a:t>Bài</a:t>
            </a:r>
            <a:r>
              <a:rPr lang="en-US" dirty="0"/>
              <a:t> </a:t>
            </a:r>
            <a:r>
              <a:rPr lang="en-US" dirty="0" err="1"/>
              <a:t>tập</a:t>
            </a:r>
            <a:endParaRPr lang="en-US" dirty="0"/>
          </a:p>
          <a:p>
            <a:pPr lvl="1">
              <a:buFont typeface="Wingdings" pitchFamily="2" charset="2"/>
              <a:buChar char="q"/>
            </a:pPr>
            <a:endParaRPr lang="en-US" sz="1800" dirty="0"/>
          </a:p>
          <a:p>
            <a:pPr lvl="1">
              <a:buFont typeface="Wingdings" pitchFamily="2" charset="2"/>
              <a:buChar char="q"/>
            </a:pPr>
            <a:r>
              <a:rPr lang="en-US" dirty="0"/>
              <a:t> </a:t>
            </a:r>
            <a:r>
              <a:rPr lang="en-US" dirty="0" err="1"/>
              <a:t>Tham</a:t>
            </a:r>
            <a:r>
              <a:rPr lang="en-US" dirty="0"/>
              <a:t> </a:t>
            </a:r>
            <a:r>
              <a:rPr lang="en-US" dirty="0" err="1"/>
              <a:t>khảo</a:t>
            </a:r>
            <a:r>
              <a:rPr lang="en-US" dirty="0"/>
              <a:t>: </a:t>
            </a:r>
            <a:r>
              <a:rPr lang="en-US" dirty="0" err="1"/>
              <a:t>Chương</a:t>
            </a:r>
            <a:r>
              <a:rPr lang="en-US" dirty="0"/>
              <a:t> 6 </a:t>
            </a:r>
            <a:r>
              <a:rPr lang="en-US" dirty="0" err="1"/>
              <a:t>của</a:t>
            </a:r>
            <a:r>
              <a:rPr lang="en-US" dirty="0"/>
              <a:t> text book ‘Electronic Devices’</a:t>
            </a:r>
          </a:p>
          <a:p>
            <a:pPr lvl="1">
              <a:buFont typeface="Wingdings" pitchFamily="2" charset="2"/>
              <a:buChar char="q"/>
            </a:pPr>
            <a:endParaRPr lang="en-US" sz="1800" dirty="0"/>
          </a:p>
          <a:p>
            <a:pPr>
              <a:buNone/>
            </a:pPr>
            <a:endParaRPr lang="en-US" sz="2000" dirty="0"/>
          </a:p>
        </p:txBody>
      </p:sp>
      <p:sp>
        <p:nvSpPr>
          <p:cNvPr id="6" name="Footer Placeholder 5"/>
          <p:cNvSpPr>
            <a:spLocks noGrp="1"/>
          </p:cNvSpPr>
          <p:nvPr>
            <p:ph type="ftr" sz="quarter" idx="11"/>
          </p:nvPr>
        </p:nvSpPr>
        <p:spPr/>
        <p:txBody>
          <a:bodyPr/>
          <a:lstStyle/>
          <a:p>
            <a:r>
              <a:rPr lang="sv-SE"/>
              <a:t>Trịnh Lê Huy</a:t>
            </a:r>
          </a:p>
        </p:txBody>
      </p:sp>
      <p:sp>
        <p:nvSpPr>
          <p:cNvPr id="5" name="Slide Number Placeholder 4"/>
          <p:cNvSpPr>
            <a:spLocks noGrp="1"/>
          </p:cNvSpPr>
          <p:nvPr>
            <p:ph type="sldNum" sz="quarter" idx="12"/>
          </p:nvPr>
        </p:nvSpPr>
        <p:spPr/>
        <p:txBody>
          <a:bodyPr/>
          <a:lstStyle/>
          <a:p>
            <a:fld id="{1DB5ABAE-A3C1-4AF6-9B4A-B8A593CBFB77}" type="slidenum">
              <a:rPr lang="sv-SE" smtClean="0"/>
              <a:pPr/>
              <a:t>17</a:t>
            </a:fld>
            <a:endParaRPr lang="sv-SE" sz="1400">
              <a:latin typeface="Times" pitchFamily="1" charset="0"/>
            </a:endParaRPr>
          </a:p>
        </p:txBody>
      </p:sp>
    </p:spTree>
    <p:extLst>
      <p:ext uri="{BB962C8B-B14F-4D97-AF65-F5344CB8AC3E}">
        <p14:creationId xmlns:p14="http://schemas.microsoft.com/office/powerpoint/2010/main" val="317003618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2"/>
          <p:cNvSpPr>
            <a:spLocks noGrp="1"/>
          </p:cNvSpPr>
          <p:nvPr>
            <p:ph type="title"/>
          </p:nvPr>
        </p:nvSpPr>
        <p:spPr/>
        <p:txBody>
          <a:bodyPr/>
          <a:lstStyle/>
          <a:p>
            <a:r>
              <a:rPr lang="sv-SE" dirty="0"/>
              <a:t>Kế hoạch giảng dạy (v)</a:t>
            </a:r>
            <a:endParaRPr lang="en-US" dirty="0"/>
          </a:p>
        </p:txBody>
      </p:sp>
      <p:sp>
        <p:nvSpPr>
          <p:cNvPr id="8" name="Content Placeholder 7"/>
          <p:cNvSpPr>
            <a:spLocks noGrp="1"/>
          </p:cNvSpPr>
          <p:nvPr>
            <p:ph idx="1"/>
          </p:nvPr>
        </p:nvSpPr>
        <p:spPr>
          <a:xfrm>
            <a:off x="742948" y="1763815"/>
            <a:ext cx="9163051" cy="4695972"/>
          </a:xfrm>
        </p:spPr>
        <p:txBody>
          <a:bodyPr>
            <a:normAutofit/>
          </a:bodyPr>
          <a:lstStyle/>
          <a:p>
            <a:pPr>
              <a:buFont typeface="Wingdings" pitchFamily="2" charset="2"/>
              <a:buChar char="v"/>
            </a:pPr>
            <a:r>
              <a:rPr lang="en-US" sz="2100" dirty="0"/>
              <a:t> </a:t>
            </a:r>
            <a:r>
              <a:rPr lang="en-US" sz="2100" dirty="0" err="1"/>
              <a:t>Chương</a:t>
            </a:r>
            <a:r>
              <a:rPr lang="en-US" sz="2100" dirty="0"/>
              <a:t> 5</a:t>
            </a:r>
            <a:r>
              <a:rPr lang="en-US" sz="2400" dirty="0"/>
              <a:t>: </a:t>
            </a:r>
            <a:r>
              <a:rPr lang="en-US" dirty="0"/>
              <a:t>Transistor </a:t>
            </a:r>
            <a:r>
              <a:rPr lang="en-US" dirty="0" err="1"/>
              <a:t>hiệu</a:t>
            </a:r>
            <a:r>
              <a:rPr lang="en-US" dirty="0"/>
              <a:t> </a:t>
            </a:r>
            <a:r>
              <a:rPr lang="en-US" dirty="0" err="1"/>
              <a:t>ứng</a:t>
            </a:r>
            <a:r>
              <a:rPr lang="en-US" dirty="0"/>
              <a:t> </a:t>
            </a:r>
            <a:r>
              <a:rPr lang="en-US" dirty="0" err="1"/>
              <a:t>trường</a:t>
            </a:r>
            <a:r>
              <a:rPr lang="en-US" dirty="0"/>
              <a:t> FET</a:t>
            </a:r>
          </a:p>
          <a:p>
            <a:pPr lvl="1">
              <a:buFont typeface="Wingdings" panose="05000000000000000000" pitchFamily="2" charset="2"/>
              <a:buChar char="§"/>
            </a:pPr>
            <a:r>
              <a:rPr lang="en-US" dirty="0" err="1"/>
              <a:t>Cấu</a:t>
            </a:r>
            <a:r>
              <a:rPr lang="en-US" dirty="0"/>
              <a:t> </a:t>
            </a:r>
            <a:r>
              <a:rPr lang="en-US" dirty="0" err="1"/>
              <a:t>tạo</a:t>
            </a:r>
            <a:r>
              <a:rPr lang="en-US" dirty="0"/>
              <a:t>, </a:t>
            </a:r>
            <a:r>
              <a:rPr lang="en-US" dirty="0" err="1"/>
              <a:t>đặc</a:t>
            </a:r>
            <a:r>
              <a:rPr lang="en-US" dirty="0"/>
              <a:t> </a:t>
            </a:r>
            <a:r>
              <a:rPr lang="en-US" dirty="0" err="1"/>
              <a:t>tính</a:t>
            </a:r>
            <a:r>
              <a:rPr lang="en-US" dirty="0"/>
              <a:t> JFET</a:t>
            </a:r>
          </a:p>
          <a:p>
            <a:pPr lvl="1">
              <a:buFont typeface="Wingdings" panose="05000000000000000000" pitchFamily="2" charset="2"/>
              <a:buChar char="§"/>
            </a:pPr>
            <a:r>
              <a:rPr lang="en-US" dirty="0"/>
              <a:t>Phân </a:t>
            </a:r>
            <a:r>
              <a:rPr lang="en-US" dirty="0" err="1"/>
              <a:t>cực</a:t>
            </a:r>
            <a:r>
              <a:rPr lang="en-US" dirty="0"/>
              <a:t> JFET</a:t>
            </a:r>
          </a:p>
          <a:p>
            <a:pPr lvl="1">
              <a:buFont typeface="Wingdings" panose="05000000000000000000" pitchFamily="2" charset="2"/>
              <a:buChar char="§"/>
            </a:pPr>
            <a:r>
              <a:rPr lang="en-US" dirty="0" err="1"/>
              <a:t>Cấu</a:t>
            </a:r>
            <a:r>
              <a:rPr lang="en-US" dirty="0"/>
              <a:t> </a:t>
            </a:r>
            <a:r>
              <a:rPr lang="en-US" dirty="0" err="1"/>
              <a:t>tạo</a:t>
            </a:r>
            <a:r>
              <a:rPr lang="en-US" dirty="0"/>
              <a:t>, </a:t>
            </a:r>
            <a:r>
              <a:rPr lang="en-US" dirty="0" err="1"/>
              <a:t>đặc</a:t>
            </a:r>
            <a:r>
              <a:rPr lang="en-US" dirty="0"/>
              <a:t> </a:t>
            </a:r>
            <a:r>
              <a:rPr lang="en-US" dirty="0" err="1"/>
              <a:t>tính</a:t>
            </a:r>
            <a:r>
              <a:rPr lang="en-US" dirty="0"/>
              <a:t> </a:t>
            </a:r>
            <a:r>
              <a:rPr lang="en-US" dirty="0" err="1"/>
              <a:t>và</a:t>
            </a:r>
            <a:r>
              <a:rPr lang="en-US" dirty="0"/>
              <a:t> </a:t>
            </a:r>
            <a:r>
              <a:rPr lang="en-US" dirty="0" err="1"/>
              <a:t>phân</a:t>
            </a:r>
            <a:r>
              <a:rPr lang="en-US" dirty="0"/>
              <a:t> </a:t>
            </a:r>
            <a:r>
              <a:rPr lang="en-US" dirty="0" err="1"/>
              <a:t>cực</a:t>
            </a:r>
            <a:r>
              <a:rPr lang="en-US" dirty="0"/>
              <a:t> MOSFET </a:t>
            </a:r>
            <a:r>
              <a:rPr lang="en-US" dirty="0" err="1"/>
              <a:t>kênh</a:t>
            </a:r>
            <a:r>
              <a:rPr lang="en-US" dirty="0"/>
              <a:t> </a:t>
            </a:r>
            <a:r>
              <a:rPr lang="en-US" dirty="0" err="1"/>
              <a:t>liên</a:t>
            </a:r>
            <a:r>
              <a:rPr lang="en-US" dirty="0"/>
              <a:t> </a:t>
            </a:r>
            <a:r>
              <a:rPr lang="en-US" dirty="0" err="1"/>
              <a:t>tục</a:t>
            </a:r>
            <a:endParaRPr lang="en-US" dirty="0"/>
          </a:p>
          <a:p>
            <a:pPr lvl="1">
              <a:buFont typeface="Wingdings" panose="05000000000000000000" pitchFamily="2" charset="2"/>
              <a:buChar char="§"/>
            </a:pPr>
            <a:r>
              <a:rPr lang="en-US" dirty="0" err="1"/>
              <a:t>Cấu</a:t>
            </a:r>
            <a:r>
              <a:rPr lang="en-US" dirty="0"/>
              <a:t> </a:t>
            </a:r>
            <a:r>
              <a:rPr lang="en-US" dirty="0" err="1"/>
              <a:t>tạo</a:t>
            </a:r>
            <a:r>
              <a:rPr lang="en-US" dirty="0"/>
              <a:t>, </a:t>
            </a:r>
            <a:r>
              <a:rPr lang="en-US" dirty="0" err="1"/>
              <a:t>đặc</a:t>
            </a:r>
            <a:r>
              <a:rPr lang="en-US" dirty="0"/>
              <a:t> </a:t>
            </a:r>
            <a:r>
              <a:rPr lang="en-US" dirty="0" err="1"/>
              <a:t>tính</a:t>
            </a:r>
            <a:r>
              <a:rPr lang="en-US" dirty="0"/>
              <a:t> </a:t>
            </a:r>
            <a:r>
              <a:rPr lang="en-US" dirty="0" err="1"/>
              <a:t>và</a:t>
            </a:r>
            <a:r>
              <a:rPr lang="en-US" dirty="0"/>
              <a:t> </a:t>
            </a:r>
            <a:r>
              <a:rPr lang="en-US" dirty="0" err="1"/>
              <a:t>phân</a:t>
            </a:r>
            <a:r>
              <a:rPr lang="en-US" dirty="0"/>
              <a:t> </a:t>
            </a:r>
            <a:r>
              <a:rPr lang="en-US" dirty="0" err="1"/>
              <a:t>cực</a:t>
            </a:r>
            <a:r>
              <a:rPr lang="en-US" dirty="0"/>
              <a:t> MOSFET </a:t>
            </a:r>
            <a:r>
              <a:rPr lang="en-US" dirty="0" err="1"/>
              <a:t>kênh</a:t>
            </a:r>
            <a:r>
              <a:rPr lang="en-US" dirty="0"/>
              <a:t> </a:t>
            </a:r>
            <a:r>
              <a:rPr lang="en-US" dirty="0" err="1"/>
              <a:t>gián</a:t>
            </a:r>
            <a:r>
              <a:rPr lang="en-US" dirty="0"/>
              <a:t> </a:t>
            </a:r>
            <a:r>
              <a:rPr lang="en-US" dirty="0" err="1"/>
              <a:t>đoạn</a:t>
            </a:r>
            <a:endParaRPr lang="en-US" dirty="0"/>
          </a:p>
          <a:p>
            <a:pPr lvl="1">
              <a:buFont typeface="Wingdings" panose="05000000000000000000" pitchFamily="2" charset="2"/>
              <a:buChar char="§"/>
            </a:pPr>
            <a:endParaRPr lang="en-US" sz="2800" dirty="0"/>
          </a:p>
          <a:p>
            <a:pPr lvl="1">
              <a:buFont typeface="Wingdings" pitchFamily="2" charset="2"/>
              <a:buChar char="q"/>
            </a:pPr>
            <a:r>
              <a:rPr lang="en-US" sz="1800" dirty="0"/>
              <a:t> </a:t>
            </a:r>
            <a:r>
              <a:rPr lang="en-US" sz="1800" dirty="0" err="1"/>
              <a:t>Tham</a:t>
            </a:r>
            <a:r>
              <a:rPr lang="en-US" sz="1800" dirty="0"/>
              <a:t> </a:t>
            </a:r>
            <a:r>
              <a:rPr lang="en-US" sz="1800" dirty="0" err="1"/>
              <a:t>khảo</a:t>
            </a:r>
            <a:r>
              <a:rPr lang="en-US" sz="1800" dirty="0"/>
              <a:t>: </a:t>
            </a:r>
            <a:r>
              <a:rPr lang="en-US" sz="1800" dirty="0" err="1"/>
              <a:t>Chương</a:t>
            </a:r>
            <a:r>
              <a:rPr lang="en-US" sz="1800" dirty="0"/>
              <a:t> 8 </a:t>
            </a:r>
            <a:r>
              <a:rPr lang="en-US" dirty="0" err="1"/>
              <a:t>của</a:t>
            </a:r>
            <a:r>
              <a:rPr lang="en-US" sz="1800" dirty="0"/>
              <a:t> text book ‘Electronic Devices’</a:t>
            </a:r>
            <a:endParaRPr lang="en-US" dirty="0"/>
          </a:p>
          <a:p>
            <a:pPr>
              <a:buFont typeface="Wingdings" pitchFamily="2" charset="2"/>
              <a:buChar char="v"/>
            </a:pPr>
            <a:r>
              <a:rPr lang="en-US" sz="2100" dirty="0"/>
              <a:t> </a:t>
            </a:r>
            <a:r>
              <a:rPr lang="en-US" sz="2100" dirty="0" err="1"/>
              <a:t>Chương</a:t>
            </a:r>
            <a:r>
              <a:rPr lang="en-US" sz="2100" dirty="0"/>
              <a:t> 5 (</a:t>
            </a:r>
            <a:r>
              <a:rPr lang="en-US" sz="2100" dirty="0" err="1"/>
              <a:t>tt</a:t>
            </a:r>
            <a:r>
              <a:rPr lang="en-US" sz="2100" dirty="0"/>
              <a:t>)</a:t>
            </a:r>
            <a:r>
              <a:rPr lang="en-US" sz="2400" dirty="0"/>
              <a:t>: </a:t>
            </a:r>
            <a:r>
              <a:rPr lang="en-US" dirty="0"/>
              <a:t>Transistor </a:t>
            </a:r>
            <a:r>
              <a:rPr lang="en-US" dirty="0" err="1"/>
              <a:t>hiệu</a:t>
            </a:r>
            <a:r>
              <a:rPr lang="en-US" dirty="0"/>
              <a:t> </a:t>
            </a:r>
            <a:r>
              <a:rPr lang="en-US" dirty="0" err="1"/>
              <a:t>ứng</a:t>
            </a:r>
            <a:r>
              <a:rPr lang="en-US" dirty="0"/>
              <a:t> </a:t>
            </a:r>
            <a:r>
              <a:rPr lang="en-US" dirty="0" err="1"/>
              <a:t>trường</a:t>
            </a:r>
            <a:r>
              <a:rPr lang="en-US" dirty="0"/>
              <a:t> FET</a:t>
            </a:r>
          </a:p>
          <a:p>
            <a:pPr lvl="1">
              <a:buFont typeface="Wingdings" panose="05000000000000000000" pitchFamily="2" charset="2"/>
              <a:buChar char="§"/>
            </a:pPr>
            <a:r>
              <a:rPr lang="en-US" dirty="0" err="1"/>
              <a:t>Các</a:t>
            </a:r>
            <a:r>
              <a:rPr lang="en-US" dirty="0"/>
              <a:t> </a:t>
            </a:r>
            <a:r>
              <a:rPr lang="en-US" dirty="0" err="1"/>
              <a:t>thông</a:t>
            </a:r>
            <a:r>
              <a:rPr lang="en-US" dirty="0"/>
              <a:t> </a:t>
            </a:r>
            <a:r>
              <a:rPr lang="en-US" dirty="0" err="1"/>
              <a:t>số</a:t>
            </a:r>
            <a:r>
              <a:rPr lang="en-US" dirty="0"/>
              <a:t> </a:t>
            </a:r>
            <a:r>
              <a:rPr lang="en-US" dirty="0" err="1"/>
              <a:t>kỹ</a:t>
            </a:r>
            <a:r>
              <a:rPr lang="en-US" dirty="0"/>
              <a:t> </a:t>
            </a:r>
            <a:r>
              <a:rPr lang="en-US" dirty="0" err="1"/>
              <a:t>thuật</a:t>
            </a:r>
            <a:r>
              <a:rPr lang="en-US" dirty="0"/>
              <a:t> </a:t>
            </a:r>
            <a:r>
              <a:rPr lang="en-US" dirty="0" err="1"/>
              <a:t>và</a:t>
            </a:r>
            <a:r>
              <a:rPr lang="en-US" dirty="0"/>
              <a:t> </a:t>
            </a:r>
            <a:r>
              <a:rPr lang="en-US" dirty="0" err="1"/>
              <a:t>mạch</a:t>
            </a:r>
            <a:r>
              <a:rPr lang="en-US" dirty="0"/>
              <a:t> </a:t>
            </a:r>
            <a:r>
              <a:rPr lang="en-US" dirty="0" err="1"/>
              <a:t>tương</a:t>
            </a:r>
            <a:r>
              <a:rPr lang="en-US" dirty="0"/>
              <a:t> </a:t>
            </a:r>
            <a:r>
              <a:rPr lang="en-US" dirty="0" err="1"/>
              <a:t>đương</a:t>
            </a:r>
            <a:endParaRPr lang="en-US" dirty="0"/>
          </a:p>
          <a:p>
            <a:pPr lvl="1">
              <a:buFont typeface="Wingdings" panose="05000000000000000000" pitchFamily="2" charset="2"/>
              <a:buChar char="§"/>
            </a:pPr>
            <a:r>
              <a:rPr lang="en-US" dirty="0"/>
              <a:t>Mạch </a:t>
            </a:r>
            <a:r>
              <a:rPr lang="en-US" dirty="0" err="1"/>
              <a:t>khuếch</a:t>
            </a:r>
            <a:r>
              <a:rPr lang="en-US" dirty="0"/>
              <a:t> </a:t>
            </a:r>
            <a:r>
              <a:rPr lang="en-US" dirty="0" err="1"/>
              <a:t>đại</a:t>
            </a:r>
            <a:r>
              <a:rPr lang="en-US" dirty="0"/>
              <a:t> CS</a:t>
            </a:r>
          </a:p>
          <a:p>
            <a:pPr lvl="1">
              <a:buFont typeface="Wingdings" panose="05000000000000000000" pitchFamily="2" charset="2"/>
              <a:buChar char="§"/>
            </a:pPr>
            <a:r>
              <a:rPr lang="en-US" dirty="0" err="1"/>
              <a:t>Bài</a:t>
            </a:r>
            <a:r>
              <a:rPr lang="en-US" dirty="0"/>
              <a:t> </a:t>
            </a:r>
            <a:r>
              <a:rPr lang="en-US" dirty="0" err="1"/>
              <a:t>tập</a:t>
            </a:r>
            <a:endParaRPr lang="en-US" dirty="0"/>
          </a:p>
          <a:p>
            <a:pPr lvl="1">
              <a:buFont typeface="Wingdings" pitchFamily="2" charset="2"/>
              <a:buChar char="q"/>
            </a:pPr>
            <a:endParaRPr lang="en-US" sz="1800" dirty="0"/>
          </a:p>
          <a:p>
            <a:pPr lvl="1">
              <a:buFont typeface="Wingdings" pitchFamily="2" charset="2"/>
              <a:buChar char="q"/>
            </a:pPr>
            <a:r>
              <a:rPr lang="en-US" dirty="0"/>
              <a:t> </a:t>
            </a:r>
            <a:r>
              <a:rPr lang="en-US" dirty="0" err="1"/>
              <a:t>Tham</a:t>
            </a:r>
            <a:r>
              <a:rPr lang="en-US" dirty="0"/>
              <a:t> </a:t>
            </a:r>
            <a:r>
              <a:rPr lang="en-US" dirty="0" err="1"/>
              <a:t>khảo</a:t>
            </a:r>
            <a:r>
              <a:rPr lang="en-US" dirty="0"/>
              <a:t>: </a:t>
            </a:r>
            <a:r>
              <a:rPr lang="en-US" dirty="0" err="1"/>
              <a:t>Chương</a:t>
            </a:r>
            <a:r>
              <a:rPr lang="en-US" dirty="0"/>
              <a:t> 8 </a:t>
            </a:r>
            <a:r>
              <a:rPr lang="en-US" dirty="0" err="1"/>
              <a:t>của</a:t>
            </a:r>
            <a:r>
              <a:rPr lang="en-US" dirty="0"/>
              <a:t> text book ‘Electronic Devices’</a:t>
            </a:r>
          </a:p>
          <a:p>
            <a:pPr lvl="1">
              <a:buFont typeface="Wingdings" pitchFamily="2" charset="2"/>
              <a:buChar char="q"/>
            </a:pPr>
            <a:endParaRPr lang="en-US" sz="1800" dirty="0"/>
          </a:p>
          <a:p>
            <a:pPr>
              <a:buNone/>
            </a:pPr>
            <a:endParaRPr lang="en-US" sz="2000" dirty="0"/>
          </a:p>
        </p:txBody>
      </p:sp>
      <p:sp>
        <p:nvSpPr>
          <p:cNvPr id="6" name="Footer Placeholder 5"/>
          <p:cNvSpPr>
            <a:spLocks noGrp="1"/>
          </p:cNvSpPr>
          <p:nvPr>
            <p:ph type="ftr" sz="quarter" idx="11"/>
          </p:nvPr>
        </p:nvSpPr>
        <p:spPr/>
        <p:txBody>
          <a:bodyPr/>
          <a:lstStyle/>
          <a:p>
            <a:r>
              <a:rPr lang="sv-SE"/>
              <a:t>Trịnh Lê Huy</a:t>
            </a:r>
          </a:p>
        </p:txBody>
      </p:sp>
      <p:sp>
        <p:nvSpPr>
          <p:cNvPr id="5" name="Slide Number Placeholder 4"/>
          <p:cNvSpPr>
            <a:spLocks noGrp="1"/>
          </p:cNvSpPr>
          <p:nvPr>
            <p:ph type="sldNum" sz="quarter" idx="12"/>
          </p:nvPr>
        </p:nvSpPr>
        <p:spPr/>
        <p:txBody>
          <a:bodyPr/>
          <a:lstStyle/>
          <a:p>
            <a:fld id="{1DB5ABAE-A3C1-4AF6-9B4A-B8A593CBFB77}" type="slidenum">
              <a:rPr lang="sv-SE" smtClean="0"/>
              <a:pPr/>
              <a:t>18</a:t>
            </a:fld>
            <a:endParaRPr lang="sv-SE" sz="1400">
              <a:latin typeface="Times" pitchFamily="1" charset="0"/>
            </a:endParaRPr>
          </a:p>
        </p:txBody>
      </p:sp>
    </p:spTree>
    <p:extLst>
      <p:ext uri="{BB962C8B-B14F-4D97-AF65-F5344CB8AC3E}">
        <p14:creationId xmlns:p14="http://schemas.microsoft.com/office/powerpoint/2010/main" val="9281969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2"/>
          <p:cNvSpPr>
            <a:spLocks noGrp="1"/>
          </p:cNvSpPr>
          <p:nvPr>
            <p:ph type="title"/>
          </p:nvPr>
        </p:nvSpPr>
        <p:spPr/>
        <p:txBody>
          <a:bodyPr/>
          <a:lstStyle/>
          <a:p>
            <a:r>
              <a:rPr lang="sv-SE" dirty="0"/>
              <a:t>Kế hoạch giảng dạy (vi)</a:t>
            </a:r>
            <a:endParaRPr lang="en-US" dirty="0"/>
          </a:p>
        </p:txBody>
      </p:sp>
      <p:sp>
        <p:nvSpPr>
          <p:cNvPr id="8" name="Content Placeholder 7"/>
          <p:cNvSpPr>
            <a:spLocks noGrp="1"/>
          </p:cNvSpPr>
          <p:nvPr>
            <p:ph idx="1"/>
          </p:nvPr>
        </p:nvSpPr>
        <p:spPr>
          <a:xfrm>
            <a:off x="742948" y="1763815"/>
            <a:ext cx="9163051" cy="4695972"/>
          </a:xfrm>
        </p:spPr>
        <p:txBody>
          <a:bodyPr>
            <a:normAutofit/>
          </a:bodyPr>
          <a:lstStyle/>
          <a:p>
            <a:pPr>
              <a:buFont typeface="Wingdings" pitchFamily="2" charset="2"/>
              <a:buChar char="v"/>
            </a:pPr>
            <a:r>
              <a:rPr lang="en-US" sz="2100" dirty="0"/>
              <a:t> </a:t>
            </a:r>
            <a:r>
              <a:rPr lang="en-US" sz="2100" dirty="0" err="1"/>
              <a:t>Chương</a:t>
            </a:r>
            <a:r>
              <a:rPr lang="en-US" sz="2100" dirty="0"/>
              <a:t> 6</a:t>
            </a:r>
            <a:r>
              <a:rPr lang="en-US" sz="2400" dirty="0"/>
              <a:t>: </a:t>
            </a:r>
            <a:r>
              <a:rPr lang="en-US" dirty="0"/>
              <a:t>Mạch </a:t>
            </a:r>
            <a:r>
              <a:rPr lang="en-US" dirty="0" err="1"/>
              <a:t>khuếch</a:t>
            </a:r>
            <a:r>
              <a:rPr lang="en-US" dirty="0"/>
              <a:t> </a:t>
            </a:r>
            <a:r>
              <a:rPr lang="en-US" dirty="0" err="1"/>
              <a:t>đại</a:t>
            </a:r>
            <a:r>
              <a:rPr lang="en-US" dirty="0"/>
              <a:t> </a:t>
            </a:r>
            <a:r>
              <a:rPr lang="en-US" dirty="0" err="1"/>
              <a:t>thuật</a:t>
            </a:r>
            <a:r>
              <a:rPr lang="en-US" dirty="0"/>
              <a:t> </a:t>
            </a:r>
            <a:r>
              <a:rPr lang="en-US" dirty="0" err="1"/>
              <a:t>toán</a:t>
            </a:r>
            <a:endParaRPr lang="en-US" dirty="0"/>
          </a:p>
          <a:p>
            <a:pPr lvl="1">
              <a:buFont typeface="Wingdings" panose="05000000000000000000" pitchFamily="2" charset="2"/>
              <a:buChar char="§"/>
            </a:pPr>
            <a:r>
              <a:rPr lang="en-US" dirty="0" err="1"/>
              <a:t>Cấu</a:t>
            </a:r>
            <a:r>
              <a:rPr lang="en-US" dirty="0"/>
              <a:t> </a:t>
            </a:r>
            <a:r>
              <a:rPr lang="en-US" dirty="0" err="1"/>
              <a:t>tạo</a:t>
            </a:r>
            <a:r>
              <a:rPr lang="en-US" dirty="0"/>
              <a:t>, </a:t>
            </a:r>
            <a:r>
              <a:rPr lang="en-US" dirty="0" err="1"/>
              <a:t>đặc</a:t>
            </a:r>
            <a:r>
              <a:rPr lang="en-US" dirty="0"/>
              <a:t> </a:t>
            </a:r>
            <a:r>
              <a:rPr lang="en-US" dirty="0" err="1"/>
              <a:t>tính</a:t>
            </a:r>
            <a:r>
              <a:rPr lang="en-US" dirty="0"/>
              <a:t> </a:t>
            </a:r>
            <a:r>
              <a:rPr lang="en-US" dirty="0" err="1"/>
              <a:t>của</a:t>
            </a:r>
            <a:r>
              <a:rPr lang="en-US" dirty="0"/>
              <a:t> OP-AMP</a:t>
            </a:r>
          </a:p>
          <a:p>
            <a:pPr lvl="1">
              <a:buFont typeface="Wingdings" panose="05000000000000000000" pitchFamily="2" charset="2"/>
              <a:buChar char="§"/>
            </a:pPr>
            <a:r>
              <a:rPr lang="en-US" dirty="0" err="1"/>
              <a:t>Trạng</a:t>
            </a:r>
            <a:r>
              <a:rPr lang="en-US" dirty="0"/>
              <a:t> </a:t>
            </a:r>
            <a:r>
              <a:rPr lang="en-US" dirty="0" err="1"/>
              <a:t>thái</a:t>
            </a:r>
            <a:r>
              <a:rPr lang="en-US" dirty="0"/>
              <a:t> </a:t>
            </a:r>
            <a:r>
              <a:rPr lang="en-US" dirty="0" err="1"/>
              <a:t>bão</a:t>
            </a:r>
            <a:r>
              <a:rPr lang="en-US" dirty="0"/>
              <a:t> </a:t>
            </a:r>
            <a:r>
              <a:rPr lang="en-US" dirty="0" err="1"/>
              <a:t>hòa</a:t>
            </a:r>
            <a:r>
              <a:rPr lang="en-US" dirty="0"/>
              <a:t> </a:t>
            </a:r>
            <a:r>
              <a:rPr lang="en-US" dirty="0" err="1"/>
              <a:t>của</a:t>
            </a:r>
            <a:r>
              <a:rPr lang="en-US" dirty="0"/>
              <a:t> OP-AMP</a:t>
            </a:r>
          </a:p>
          <a:p>
            <a:pPr lvl="1">
              <a:buFont typeface="Wingdings" panose="05000000000000000000" pitchFamily="2" charset="2"/>
              <a:buChar char="§"/>
            </a:pPr>
            <a:r>
              <a:rPr lang="en-US" dirty="0" err="1"/>
              <a:t>Đặc</a:t>
            </a:r>
            <a:r>
              <a:rPr lang="en-US" dirty="0"/>
              <a:t> </a:t>
            </a:r>
            <a:r>
              <a:rPr lang="en-US" dirty="0" err="1"/>
              <a:t>tuyến</a:t>
            </a:r>
            <a:r>
              <a:rPr lang="en-US" dirty="0"/>
              <a:t> </a:t>
            </a:r>
            <a:r>
              <a:rPr lang="en-US" dirty="0" err="1"/>
              <a:t>của</a:t>
            </a:r>
            <a:r>
              <a:rPr lang="en-US" dirty="0"/>
              <a:t> OP-AMP</a:t>
            </a:r>
          </a:p>
          <a:p>
            <a:pPr lvl="1">
              <a:buFont typeface="Wingdings" panose="05000000000000000000" pitchFamily="2" charset="2"/>
              <a:buChar char="§"/>
            </a:pPr>
            <a:endParaRPr lang="en-US" sz="2800" dirty="0"/>
          </a:p>
          <a:p>
            <a:pPr lvl="1">
              <a:buFont typeface="Wingdings" pitchFamily="2" charset="2"/>
              <a:buChar char="q"/>
            </a:pPr>
            <a:r>
              <a:rPr lang="en-US" sz="1800" dirty="0"/>
              <a:t> </a:t>
            </a:r>
            <a:r>
              <a:rPr lang="en-US" sz="1800" dirty="0" err="1"/>
              <a:t>Tham</a:t>
            </a:r>
            <a:r>
              <a:rPr lang="en-US" sz="1800" dirty="0"/>
              <a:t> </a:t>
            </a:r>
            <a:r>
              <a:rPr lang="en-US" sz="1800" dirty="0" err="1"/>
              <a:t>khảo</a:t>
            </a:r>
            <a:r>
              <a:rPr lang="en-US" sz="1800" dirty="0"/>
              <a:t>: </a:t>
            </a:r>
            <a:r>
              <a:rPr lang="en-US" sz="1800" dirty="0" err="1"/>
              <a:t>Chương</a:t>
            </a:r>
            <a:r>
              <a:rPr lang="en-US" sz="1800" dirty="0"/>
              <a:t> 12 - 14 </a:t>
            </a:r>
            <a:r>
              <a:rPr lang="en-US" dirty="0" err="1"/>
              <a:t>của</a:t>
            </a:r>
            <a:r>
              <a:rPr lang="en-US" sz="1800" dirty="0"/>
              <a:t> text book ‘Electronic Devices’</a:t>
            </a:r>
            <a:endParaRPr lang="en-US" dirty="0"/>
          </a:p>
          <a:p>
            <a:pPr>
              <a:buFont typeface="Wingdings" pitchFamily="2" charset="2"/>
              <a:buChar char="v"/>
            </a:pPr>
            <a:endParaRPr lang="en-US" sz="1800" dirty="0"/>
          </a:p>
          <a:p>
            <a:pPr>
              <a:buNone/>
            </a:pPr>
            <a:endParaRPr lang="en-US" sz="2000" dirty="0"/>
          </a:p>
        </p:txBody>
      </p:sp>
      <p:sp>
        <p:nvSpPr>
          <p:cNvPr id="6" name="Footer Placeholder 5"/>
          <p:cNvSpPr>
            <a:spLocks noGrp="1"/>
          </p:cNvSpPr>
          <p:nvPr>
            <p:ph type="ftr" sz="quarter" idx="11"/>
          </p:nvPr>
        </p:nvSpPr>
        <p:spPr/>
        <p:txBody>
          <a:bodyPr/>
          <a:lstStyle/>
          <a:p>
            <a:r>
              <a:rPr lang="sv-SE"/>
              <a:t>Trịnh Lê Huy</a:t>
            </a:r>
          </a:p>
        </p:txBody>
      </p:sp>
      <p:sp>
        <p:nvSpPr>
          <p:cNvPr id="5" name="Slide Number Placeholder 4"/>
          <p:cNvSpPr>
            <a:spLocks noGrp="1"/>
          </p:cNvSpPr>
          <p:nvPr>
            <p:ph type="sldNum" sz="quarter" idx="12"/>
          </p:nvPr>
        </p:nvSpPr>
        <p:spPr/>
        <p:txBody>
          <a:bodyPr/>
          <a:lstStyle/>
          <a:p>
            <a:fld id="{1DB5ABAE-A3C1-4AF6-9B4A-B8A593CBFB77}" type="slidenum">
              <a:rPr lang="sv-SE" smtClean="0"/>
              <a:pPr/>
              <a:t>19</a:t>
            </a:fld>
            <a:endParaRPr lang="sv-SE" sz="1400">
              <a:latin typeface="Times" pitchFamily="1" charset="0"/>
            </a:endParaRPr>
          </a:p>
        </p:txBody>
      </p:sp>
    </p:spTree>
    <p:extLst>
      <p:ext uri="{BB962C8B-B14F-4D97-AF65-F5344CB8AC3E}">
        <p14:creationId xmlns:p14="http://schemas.microsoft.com/office/powerpoint/2010/main" val="23760249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2"/>
          <p:cNvSpPr>
            <a:spLocks noGrp="1"/>
          </p:cNvSpPr>
          <p:nvPr>
            <p:ph type="title"/>
          </p:nvPr>
        </p:nvSpPr>
        <p:spPr/>
        <p:txBody>
          <a:bodyPr/>
          <a:lstStyle/>
          <a:p>
            <a:r>
              <a:rPr lang="sv-SE" dirty="0"/>
              <a:t>Kế hoạch giảng dạy (vii)</a:t>
            </a:r>
            <a:endParaRPr lang="en-US" dirty="0"/>
          </a:p>
        </p:txBody>
      </p:sp>
      <p:sp>
        <p:nvSpPr>
          <p:cNvPr id="8" name="Content Placeholder 7"/>
          <p:cNvSpPr>
            <a:spLocks noGrp="1"/>
          </p:cNvSpPr>
          <p:nvPr>
            <p:ph idx="1"/>
          </p:nvPr>
        </p:nvSpPr>
        <p:spPr>
          <a:xfrm>
            <a:off x="742948" y="1763815"/>
            <a:ext cx="9163051" cy="4695972"/>
          </a:xfrm>
        </p:spPr>
        <p:txBody>
          <a:bodyPr>
            <a:normAutofit/>
          </a:bodyPr>
          <a:lstStyle/>
          <a:p>
            <a:pPr>
              <a:buFont typeface="Wingdings" pitchFamily="2" charset="2"/>
              <a:buChar char="v"/>
            </a:pPr>
            <a:r>
              <a:rPr lang="en-US" sz="2100" dirty="0" err="1"/>
              <a:t>Chương</a:t>
            </a:r>
            <a:r>
              <a:rPr lang="en-US" sz="2100" dirty="0"/>
              <a:t> 6 (</a:t>
            </a:r>
            <a:r>
              <a:rPr lang="en-US" sz="2100" dirty="0" err="1"/>
              <a:t>tt</a:t>
            </a:r>
            <a:r>
              <a:rPr lang="en-US" sz="2100" dirty="0"/>
              <a:t>)</a:t>
            </a:r>
            <a:r>
              <a:rPr lang="en-US" sz="2400" dirty="0"/>
              <a:t>: </a:t>
            </a:r>
            <a:r>
              <a:rPr lang="en-US" dirty="0"/>
              <a:t>Mạch </a:t>
            </a:r>
            <a:r>
              <a:rPr lang="en-US" dirty="0" err="1"/>
              <a:t>khuếch</a:t>
            </a:r>
            <a:r>
              <a:rPr lang="en-US" dirty="0"/>
              <a:t> </a:t>
            </a:r>
            <a:r>
              <a:rPr lang="en-US" dirty="0" err="1"/>
              <a:t>đại</a:t>
            </a:r>
            <a:r>
              <a:rPr lang="en-US" dirty="0"/>
              <a:t> </a:t>
            </a:r>
            <a:r>
              <a:rPr lang="en-US" dirty="0" err="1"/>
              <a:t>thuật</a:t>
            </a:r>
            <a:r>
              <a:rPr lang="en-US" dirty="0"/>
              <a:t> </a:t>
            </a:r>
            <a:r>
              <a:rPr lang="en-US" dirty="0" err="1"/>
              <a:t>toán</a:t>
            </a:r>
            <a:endParaRPr lang="en-US" dirty="0"/>
          </a:p>
          <a:p>
            <a:pPr lvl="1">
              <a:lnSpc>
                <a:spcPct val="100000"/>
              </a:lnSpc>
              <a:buFont typeface="Wingdings" panose="05000000000000000000" pitchFamily="2" charset="2"/>
              <a:buChar char="§"/>
            </a:pPr>
            <a:r>
              <a:rPr lang="en-US" dirty="0"/>
              <a:t>Ứng </a:t>
            </a:r>
            <a:r>
              <a:rPr lang="en-US" dirty="0" err="1"/>
              <a:t>dụng</a:t>
            </a:r>
            <a:r>
              <a:rPr lang="en-US" dirty="0"/>
              <a:t> Op-AMP</a:t>
            </a:r>
          </a:p>
          <a:p>
            <a:pPr lvl="2">
              <a:lnSpc>
                <a:spcPct val="100000"/>
              </a:lnSpc>
              <a:buFont typeface="Wingdings" panose="05000000000000000000" pitchFamily="2" charset="2"/>
              <a:buChar char="Ø"/>
            </a:pPr>
            <a:r>
              <a:rPr lang="en-US" dirty="0"/>
              <a:t>Mạch KĐ </a:t>
            </a:r>
            <a:r>
              <a:rPr lang="en-US" dirty="0" err="1"/>
              <a:t>đảo</a:t>
            </a:r>
            <a:endParaRPr lang="en-US" dirty="0"/>
          </a:p>
          <a:p>
            <a:pPr lvl="2">
              <a:lnSpc>
                <a:spcPct val="100000"/>
              </a:lnSpc>
              <a:buFont typeface="Wingdings" panose="05000000000000000000" pitchFamily="2" charset="2"/>
              <a:buChar char="Ø"/>
            </a:pPr>
            <a:r>
              <a:rPr lang="en-US" dirty="0"/>
              <a:t>Mạch KĐ </a:t>
            </a:r>
            <a:r>
              <a:rPr lang="en-US" dirty="0" err="1"/>
              <a:t>không</a:t>
            </a:r>
            <a:r>
              <a:rPr lang="en-US" dirty="0"/>
              <a:t> </a:t>
            </a:r>
            <a:r>
              <a:rPr lang="en-US" dirty="0" err="1"/>
              <a:t>đảo</a:t>
            </a:r>
            <a:endParaRPr lang="en-US" dirty="0"/>
          </a:p>
          <a:p>
            <a:pPr lvl="2">
              <a:lnSpc>
                <a:spcPct val="100000"/>
              </a:lnSpc>
              <a:buFont typeface="Wingdings" panose="05000000000000000000" pitchFamily="2" charset="2"/>
              <a:buChar char="Ø"/>
            </a:pPr>
            <a:r>
              <a:rPr lang="en-US" dirty="0"/>
              <a:t>Mạch </a:t>
            </a:r>
            <a:r>
              <a:rPr lang="en-US" dirty="0" err="1"/>
              <a:t>lặp</a:t>
            </a:r>
            <a:endParaRPr lang="en-US" dirty="0"/>
          </a:p>
          <a:p>
            <a:pPr lvl="2">
              <a:lnSpc>
                <a:spcPct val="100000"/>
              </a:lnSpc>
              <a:buFont typeface="Wingdings" panose="05000000000000000000" pitchFamily="2" charset="2"/>
              <a:buChar char="Ø"/>
            </a:pPr>
            <a:r>
              <a:rPr lang="en-US" dirty="0"/>
              <a:t>Mạch </a:t>
            </a:r>
            <a:r>
              <a:rPr lang="en-US" dirty="0" err="1"/>
              <a:t>tạo</a:t>
            </a:r>
            <a:r>
              <a:rPr lang="en-US" dirty="0"/>
              <a:t> </a:t>
            </a:r>
            <a:r>
              <a:rPr lang="en-US" dirty="0" err="1"/>
              <a:t>lệch</a:t>
            </a:r>
            <a:r>
              <a:rPr lang="en-US" dirty="0"/>
              <a:t> </a:t>
            </a:r>
            <a:r>
              <a:rPr lang="en-US" dirty="0" err="1"/>
              <a:t>pha</a:t>
            </a:r>
            <a:endParaRPr lang="en-US" dirty="0"/>
          </a:p>
          <a:p>
            <a:pPr lvl="2">
              <a:lnSpc>
                <a:spcPct val="100000"/>
              </a:lnSpc>
              <a:buFont typeface="Wingdings" panose="05000000000000000000" pitchFamily="2" charset="2"/>
              <a:buChar char="Ø"/>
            </a:pPr>
            <a:r>
              <a:rPr lang="en-US" dirty="0" err="1"/>
              <a:t>Bài</a:t>
            </a:r>
            <a:r>
              <a:rPr lang="en-US" dirty="0"/>
              <a:t> </a:t>
            </a:r>
            <a:r>
              <a:rPr lang="en-US" dirty="0" err="1"/>
              <a:t>tập</a:t>
            </a:r>
            <a:endParaRPr lang="en-US" dirty="0"/>
          </a:p>
          <a:p>
            <a:pPr lvl="1">
              <a:lnSpc>
                <a:spcPct val="100000"/>
              </a:lnSpc>
              <a:buFont typeface="Wingdings" panose="05000000000000000000" pitchFamily="2" charset="2"/>
              <a:buChar char="§"/>
            </a:pPr>
            <a:endParaRPr lang="en-US" dirty="0"/>
          </a:p>
          <a:p>
            <a:pPr lvl="1">
              <a:buFont typeface="Wingdings" pitchFamily="2" charset="2"/>
              <a:buChar char="q"/>
            </a:pPr>
            <a:r>
              <a:rPr lang="en-US" dirty="0"/>
              <a:t> </a:t>
            </a:r>
            <a:r>
              <a:rPr lang="en-US" dirty="0" err="1"/>
              <a:t>Tham</a:t>
            </a:r>
            <a:r>
              <a:rPr lang="en-US" dirty="0"/>
              <a:t> </a:t>
            </a:r>
            <a:r>
              <a:rPr lang="en-US" dirty="0" err="1"/>
              <a:t>khảo</a:t>
            </a:r>
            <a:r>
              <a:rPr lang="en-US" dirty="0"/>
              <a:t>: </a:t>
            </a:r>
            <a:r>
              <a:rPr lang="en-US" dirty="0" err="1"/>
              <a:t>Chương</a:t>
            </a:r>
            <a:r>
              <a:rPr lang="en-US" dirty="0"/>
              <a:t> 12 - 14 </a:t>
            </a:r>
            <a:r>
              <a:rPr lang="en-US" dirty="0" err="1"/>
              <a:t>của</a:t>
            </a:r>
            <a:r>
              <a:rPr lang="en-US" dirty="0"/>
              <a:t> text book ‘Electronic Devices’</a:t>
            </a:r>
          </a:p>
        </p:txBody>
      </p:sp>
      <p:sp>
        <p:nvSpPr>
          <p:cNvPr id="6" name="Footer Placeholder 5"/>
          <p:cNvSpPr>
            <a:spLocks noGrp="1"/>
          </p:cNvSpPr>
          <p:nvPr>
            <p:ph type="ftr" sz="quarter" idx="11"/>
          </p:nvPr>
        </p:nvSpPr>
        <p:spPr/>
        <p:txBody>
          <a:bodyPr/>
          <a:lstStyle/>
          <a:p>
            <a:r>
              <a:rPr lang="sv-SE"/>
              <a:t>Trịnh Lê Huy</a:t>
            </a:r>
          </a:p>
        </p:txBody>
      </p:sp>
      <p:sp>
        <p:nvSpPr>
          <p:cNvPr id="5" name="Slide Number Placeholder 4"/>
          <p:cNvSpPr>
            <a:spLocks noGrp="1"/>
          </p:cNvSpPr>
          <p:nvPr>
            <p:ph type="sldNum" sz="quarter" idx="12"/>
          </p:nvPr>
        </p:nvSpPr>
        <p:spPr/>
        <p:txBody>
          <a:bodyPr/>
          <a:lstStyle/>
          <a:p>
            <a:fld id="{1DB5ABAE-A3C1-4AF6-9B4A-B8A593CBFB77}" type="slidenum">
              <a:rPr lang="sv-SE" smtClean="0"/>
              <a:pPr/>
              <a:t>20</a:t>
            </a:fld>
            <a:endParaRPr lang="sv-SE" sz="1400">
              <a:latin typeface="Times" pitchFamily="1" charset="0"/>
            </a:endParaRPr>
          </a:p>
        </p:txBody>
      </p:sp>
    </p:spTree>
    <p:extLst>
      <p:ext uri="{BB962C8B-B14F-4D97-AF65-F5344CB8AC3E}">
        <p14:creationId xmlns:p14="http://schemas.microsoft.com/office/powerpoint/2010/main" val="388700893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2"/>
          <p:cNvSpPr>
            <a:spLocks noGrp="1"/>
          </p:cNvSpPr>
          <p:nvPr>
            <p:ph type="title"/>
          </p:nvPr>
        </p:nvSpPr>
        <p:spPr/>
        <p:txBody>
          <a:bodyPr/>
          <a:lstStyle/>
          <a:p>
            <a:r>
              <a:rPr lang="sv-SE" dirty="0"/>
              <a:t>Kế hoạch giảng dạy (viii)</a:t>
            </a:r>
            <a:endParaRPr lang="en-US" dirty="0"/>
          </a:p>
        </p:txBody>
      </p:sp>
      <p:sp>
        <p:nvSpPr>
          <p:cNvPr id="8" name="Content Placeholder 7"/>
          <p:cNvSpPr>
            <a:spLocks noGrp="1"/>
          </p:cNvSpPr>
          <p:nvPr>
            <p:ph idx="1"/>
          </p:nvPr>
        </p:nvSpPr>
        <p:spPr>
          <a:xfrm>
            <a:off x="742948" y="1763815"/>
            <a:ext cx="9163051" cy="4695972"/>
          </a:xfrm>
        </p:spPr>
        <p:txBody>
          <a:bodyPr>
            <a:normAutofit/>
          </a:bodyPr>
          <a:lstStyle/>
          <a:p>
            <a:pPr>
              <a:buFont typeface="Wingdings" pitchFamily="2" charset="2"/>
              <a:buChar char="v"/>
            </a:pPr>
            <a:r>
              <a:rPr lang="en-US" sz="2100" dirty="0" err="1"/>
              <a:t>Chương</a:t>
            </a:r>
            <a:r>
              <a:rPr lang="en-US" sz="2100" dirty="0"/>
              <a:t> 6 (</a:t>
            </a:r>
            <a:r>
              <a:rPr lang="en-US" sz="2100" dirty="0" err="1"/>
              <a:t>tt</a:t>
            </a:r>
            <a:r>
              <a:rPr lang="en-US" sz="2100" dirty="0"/>
              <a:t>)</a:t>
            </a:r>
            <a:r>
              <a:rPr lang="en-US" sz="2400" dirty="0"/>
              <a:t>: </a:t>
            </a:r>
            <a:r>
              <a:rPr lang="en-US" dirty="0"/>
              <a:t>Mạch </a:t>
            </a:r>
            <a:r>
              <a:rPr lang="en-US" dirty="0" err="1"/>
              <a:t>khuếch</a:t>
            </a:r>
            <a:r>
              <a:rPr lang="en-US" dirty="0"/>
              <a:t> </a:t>
            </a:r>
            <a:r>
              <a:rPr lang="en-US" dirty="0" err="1"/>
              <a:t>đại</a:t>
            </a:r>
            <a:r>
              <a:rPr lang="en-US" dirty="0"/>
              <a:t> </a:t>
            </a:r>
            <a:r>
              <a:rPr lang="en-US" dirty="0" err="1"/>
              <a:t>thuật</a:t>
            </a:r>
            <a:r>
              <a:rPr lang="en-US" dirty="0"/>
              <a:t> </a:t>
            </a:r>
            <a:r>
              <a:rPr lang="en-US" dirty="0" err="1"/>
              <a:t>toán</a:t>
            </a:r>
            <a:endParaRPr lang="en-US" dirty="0"/>
          </a:p>
          <a:p>
            <a:pPr lvl="1">
              <a:lnSpc>
                <a:spcPct val="100000"/>
              </a:lnSpc>
              <a:buFont typeface="Wingdings" panose="05000000000000000000" pitchFamily="2" charset="2"/>
              <a:buChar char="§"/>
            </a:pPr>
            <a:r>
              <a:rPr lang="en-US" dirty="0"/>
              <a:t>Ứng </a:t>
            </a:r>
            <a:r>
              <a:rPr lang="en-US" dirty="0" err="1"/>
              <a:t>dụng</a:t>
            </a:r>
            <a:r>
              <a:rPr lang="en-US" dirty="0"/>
              <a:t> Op-AMP</a:t>
            </a:r>
          </a:p>
          <a:p>
            <a:pPr lvl="2">
              <a:buFont typeface="Wingdings" panose="05000000000000000000" pitchFamily="2" charset="2"/>
              <a:buChar char="Ø"/>
            </a:pPr>
            <a:r>
              <a:rPr lang="en-US" dirty="0"/>
              <a:t>Mạch </a:t>
            </a:r>
            <a:r>
              <a:rPr lang="en-US" dirty="0" err="1"/>
              <a:t>cộng</a:t>
            </a:r>
            <a:endParaRPr lang="en-US" dirty="0"/>
          </a:p>
          <a:p>
            <a:pPr lvl="2">
              <a:buFont typeface="Wingdings" panose="05000000000000000000" pitchFamily="2" charset="2"/>
              <a:buChar char="Ø"/>
            </a:pPr>
            <a:r>
              <a:rPr lang="en-US" dirty="0"/>
              <a:t>Mạch </a:t>
            </a:r>
            <a:r>
              <a:rPr lang="en-US" dirty="0" err="1"/>
              <a:t>trừ</a:t>
            </a:r>
            <a:endParaRPr lang="en-US" dirty="0"/>
          </a:p>
          <a:p>
            <a:pPr lvl="2">
              <a:buFont typeface="Wingdings" panose="05000000000000000000" pitchFamily="2" charset="2"/>
              <a:buChar char="Ø"/>
            </a:pPr>
            <a:r>
              <a:rPr lang="en-US" dirty="0"/>
              <a:t>Mạch vi </a:t>
            </a:r>
            <a:r>
              <a:rPr lang="en-US" dirty="0" err="1"/>
              <a:t>phân</a:t>
            </a:r>
            <a:endParaRPr lang="en-US" dirty="0"/>
          </a:p>
          <a:p>
            <a:pPr lvl="2">
              <a:buFont typeface="Wingdings" panose="05000000000000000000" pitchFamily="2" charset="2"/>
              <a:buChar char="Ø"/>
            </a:pPr>
            <a:r>
              <a:rPr lang="en-US" dirty="0"/>
              <a:t>Mạch </a:t>
            </a:r>
            <a:r>
              <a:rPr lang="en-US" dirty="0" err="1"/>
              <a:t>tích</a:t>
            </a:r>
            <a:r>
              <a:rPr lang="en-US" dirty="0"/>
              <a:t> </a:t>
            </a:r>
            <a:r>
              <a:rPr lang="en-US" dirty="0" err="1"/>
              <a:t>phân</a:t>
            </a:r>
            <a:endParaRPr lang="en-US" dirty="0"/>
          </a:p>
          <a:p>
            <a:pPr lvl="2">
              <a:buFont typeface="Wingdings" panose="05000000000000000000" pitchFamily="2" charset="2"/>
              <a:buChar char="Ø"/>
            </a:pPr>
            <a:r>
              <a:rPr lang="en-US" dirty="0"/>
              <a:t>Mạch so </a:t>
            </a:r>
            <a:r>
              <a:rPr lang="en-US" dirty="0" err="1"/>
              <a:t>sánh</a:t>
            </a:r>
            <a:endParaRPr lang="en-US" dirty="0"/>
          </a:p>
          <a:p>
            <a:pPr lvl="2">
              <a:buFont typeface="Wingdings" panose="05000000000000000000" pitchFamily="2" charset="2"/>
              <a:buChar char="Ø"/>
            </a:pPr>
            <a:r>
              <a:rPr lang="en-US" dirty="0" err="1"/>
              <a:t>Bài</a:t>
            </a:r>
            <a:r>
              <a:rPr lang="en-US" dirty="0"/>
              <a:t> </a:t>
            </a:r>
            <a:r>
              <a:rPr lang="en-US" dirty="0" err="1"/>
              <a:t>tập</a:t>
            </a:r>
            <a:endParaRPr lang="en-US" dirty="0"/>
          </a:p>
          <a:p>
            <a:pPr marL="201168" lvl="1" indent="0">
              <a:buNone/>
            </a:pPr>
            <a:r>
              <a:rPr lang="en-US" dirty="0"/>
              <a:t> </a:t>
            </a:r>
          </a:p>
          <a:p>
            <a:pPr lvl="1">
              <a:buFont typeface="Wingdings" pitchFamily="2" charset="2"/>
              <a:buChar char="q"/>
            </a:pPr>
            <a:r>
              <a:rPr lang="en-US" dirty="0" err="1"/>
              <a:t>Tham</a:t>
            </a:r>
            <a:r>
              <a:rPr lang="en-US" dirty="0"/>
              <a:t> </a:t>
            </a:r>
            <a:r>
              <a:rPr lang="en-US" dirty="0" err="1"/>
              <a:t>khảo</a:t>
            </a:r>
            <a:r>
              <a:rPr lang="en-US" dirty="0"/>
              <a:t>: </a:t>
            </a:r>
            <a:r>
              <a:rPr lang="en-US" dirty="0" err="1"/>
              <a:t>Chương</a:t>
            </a:r>
            <a:r>
              <a:rPr lang="en-US" dirty="0"/>
              <a:t> 12 - 14 </a:t>
            </a:r>
            <a:r>
              <a:rPr lang="en-US" dirty="0" err="1"/>
              <a:t>của</a:t>
            </a:r>
            <a:r>
              <a:rPr lang="en-US" dirty="0"/>
              <a:t> text book ‘Electronic Devices’</a:t>
            </a:r>
          </a:p>
        </p:txBody>
      </p:sp>
      <p:sp>
        <p:nvSpPr>
          <p:cNvPr id="6" name="Footer Placeholder 5"/>
          <p:cNvSpPr>
            <a:spLocks noGrp="1"/>
          </p:cNvSpPr>
          <p:nvPr>
            <p:ph type="ftr" sz="quarter" idx="11"/>
          </p:nvPr>
        </p:nvSpPr>
        <p:spPr/>
        <p:txBody>
          <a:bodyPr/>
          <a:lstStyle/>
          <a:p>
            <a:r>
              <a:rPr lang="sv-SE"/>
              <a:t>Trịnh Lê Huy</a:t>
            </a:r>
          </a:p>
        </p:txBody>
      </p:sp>
      <p:sp>
        <p:nvSpPr>
          <p:cNvPr id="5" name="Slide Number Placeholder 4"/>
          <p:cNvSpPr>
            <a:spLocks noGrp="1"/>
          </p:cNvSpPr>
          <p:nvPr>
            <p:ph type="sldNum" sz="quarter" idx="12"/>
          </p:nvPr>
        </p:nvSpPr>
        <p:spPr/>
        <p:txBody>
          <a:bodyPr/>
          <a:lstStyle/>
          <a:p>
            <a:fld id="{1DB5ABAE-A3C1-4AF6-9B4A-B8A593CBFB77}" type="slidenum">
              <a:rPr lang="sv-SE" smtClean="0"/>
              <a:pPr/>
              <a:t>21</a:t>
            </a:fld>
            <a:endParaRPr lang="sv-SE" sz="1400">
              <a:latin typeface="Times" pitchFamily="1" charset="0"/>
            </a:endParaRPr>
          </a:p>
        </p:txBody>
      </p:sp>
    </p:spTree>
    <p:extLst>
      <p:ext uri="{BB962C8B-B14F-4D97-AF65-F5344CB8AC3E}">
        <p14:creationId xmlns:p14="http://schemas.microsoft.com/office/powerpoint/2010/main" val="226805575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2"/>
          <p:cNvSpPr>
            <a:spLocks noGrp="1"/>
          </p:cNvSpPr>
          <p:nvPr>
            <p:ph type="title"/>
          </p:nvPr>
        </p:nvSpPr>
        <p:spPr/>
        <p:txBody>
          <a:bodyPr/>
          <a:lstStyle/>
          <a:p>
            <a:r>
              <a:rPr lang="sv-SE" dirty="0"/>
              <a:t>Kế hoạch giảng dạy (ix)</a:t>
            </a:r>
            <a:endParaRPr lang="en-US" dirty="0"/>
          </a:p>
        </p:txBody>
      </p:sp>
      <p:sp>
        <p:nvSpPr>
          <p:cNvPr id="8" name="Content Placeholder 7"/>
          <p:cNvSpPr>
            <a:spLocks noGrp="1"/>
          </p:cNvSpPr>
          <p:nvPr>
            <p:ph idx="1"/>
          </p:nvPr>
        </p:nvSpPr>
        <p:spPr>
          <a:xfrm>
            <a:off x="742948" y="1763815"/>
            <a:ext cx="9163051" cy="4695972"/>
          </a:xfrm>
        </p:spPr>
        <p:txBody>
          <a:bodyPr>
            <a:normAutofit/>
          </a:bodyPr>
          <a:lstStyle/>
          <a:p>
            <a:pPr>
              <a:buFont typeface="Wingdings" pitchFamily="2" charset="2"/>
              <a:buChar char="v"/>
            </a:pPr>
            <a:r>
              <a:rPr lang="en-US" sz="2100" dirty="0" err="1"/>
              <a:t>Chương</a:t>
            </a:r>
            <a:r>
              <a:rPr lang="en-US" sz="2100" dirty="0"/>
              <a:t> 6 (</a:t>
            </a:r>
            <a:r>
              <a:rPr lang="en-US" sz="2100" dirty="0" err="1"/>
              <a:t>tt</a:t>
            </a:r>
            <a:r>
              <a:rPr lang="en-US" sz="2100" dirty="0"/>
              <a:t>)</a:t>
            </a:r>
            <a:r>
              <a:rPr lang="en-US" sz="2400" dirty="0"/>
              <a:t>: </a:t>
            </a:r>
            <a:r>
              <a:rPr lang="en-US" dirty="0"/>
              <a:t>Mạch </a:t>
            </a:r>
            <a:r>
              <a:rPr lang="en-US" dirty="0" err="1"/>
              <a:t>khuếch</a:t>
            </a:r>
            <a:r>
              <a:rPr lang="en-US" dirty="0"/>
              <a:t> </a:t>
            </a:r>
            <a:r>
              <a:rPr lang="en-US" dirty="0" err="1"/>
              <a:t>đại</a:t>
            </a:r>
            <a:r>
              <a:rPr lang="en-US" dirty="0"/>
              <a:t> </a:t>
            </a:r>
            <a:r>
              <a:rPr lang="en-US" dirty="0" err="1"/>
              <a:t>thuật</a:t>
            </a:r>
            <a:r>
              <a:rPr lang="en-US" dirty="0"/>
              <a:t> </a:t>
            </a:r>
            <a:r>
              <a:rPr lang="en-US" dirty="0" err="1"/>
              <a:t>toán</a:t>
            </a:r>
            <a:endParaRPr lang="en-US" dirty="0"/>
          </a:p>
          <a:p>
            <a:pPr lvl="1">
              <a:lnSpc>
                <a:spcPct val="100000"/>
              </a:lnSpc>
              <a:buFont typeface="Wingdings" panose="05000000000000000000" pitchFamily="2" charset="2"/>
              <a:buChar char="§"/>
            </a:pPr>
            <a:r>
              <a:rPr lang="en-US" dirty="0"/>
              <a:t>Ứng </a:t>
            </a:r>
            <a:r>
              <a:rPr lang="en-US" dirty="0" err="1"/>
              <a:t>dụng</a:t>
            </a:r>
            <a:r>
              <a:rPr lang="en-US" dirty="0"/>
              <a:t> Op-AMP</a:t>
            </a:r>
          </a:p>
          <a:p>
            <a:pPr lvl="2">
              <a:buFont typeface="Wingdings" panose="05000000000000000000" pitchFamily="2" charset="2"/>
              <a:buChar char="Ø"/>
            </a:pPr>
            <a:r>
              <a:rPr lang="en-US" dirty="0"/>
              <a:t>Mạch 2 </a:t>
            </a:r>
            <a:r>
              <a:rPr lang="en-US" dirty="0" err="1"/>
              <a:t>trạng</a:t>
            </a:r>
            <a:r>
              <a:rPr lang="en-US" dirty="0"/>
              <a:t> </a:t>
            </a:r>
            <a:r>
              <a:rPr lang="en-US" dirty="0" err="1"/>
              <a:t>thái</a:t>
            </a:r>
            <a:r>
              <a:rPr lang="en-US" dirty="0"/>
              <a:t> </a:t>
            </a:r>
            <a:r>
              <a:rPr lang="en-US" dirty="0" err="1"/>
              <a:t>bền</a:t>
            </a:r>
            <a:endParaRPr lang="en-US" dirty="0"/>
          </a:p>
          <a:p>
            <a:pPr lvl="2">
              <a:buFont typeface="Wingdings" panose="05000000000000000000" pitchFamily="2" charset="2"/>
              <a:buChar char="Ø"/>
            </a:pPr>
            <a:r>
              <a:rPr lang="en-US" dirty="0"/>
              <a:t>Mạch </a:t>
            </a:r>
            <a:r>
              <a:rPr lang="en-US" dirty="0" err="1"/>
              <a:t>dao</a:t>
            </a:r>
            <a:r>
              <a:rPr lang="en-US" dirty="0"/>
              <a:t> </a:t>
            </a:r>
            <a:r>
              <a:rPr lang="en-US" dirty="0" err="1"/>
              <a:t>động</a:t>
            </a:r>
            <a:r>
              <a:rPr lang="en-US" dirty="0"/>
              <a:t> </a:t>
            </a:r>
            <a:r>
              <a:rPr lang="en-US" dirty="0" err="1"/>
              <a:t>tạo</a:t>
            </a:r>
            <a:r>
              <a:rPr lang="en-US" dirty="0"/>
              <a:t> </a:t>
            </a:r>
            <a:r>
              <a:rPr lang="en-US" dirty="0" err="1"/>
              <a:t>sóng</a:t>
            </a:r>
            <a:r>
              <a:rPr lang="en-US" dirty="0"/>
              <a:t> sin</a:t>
            </a:r>
          </a:p>
          <a:p>
            <a:pPr lvl="2">
              <a:buFont typeface="Wingdings" panose="05000000000000000000" pitchFamily="2" charset="2"/>
              <a:buChar char="Ø"/>
            </a:pPr>
            <a:r>
              <a:rPr lang="en-US" dirty="0"/>
              <a:t>Mạch </a:t>
            </a:r>
            <a:r>
              <a:rPr lang="en-US" dirty="0" err="1"/>
              <a:t>dao</a:t>
            </a:r>
            <a:r>
              <a:rPr lang="en-US" dirty="0"/>
              <a:t> </a:t>
            </a:r>
            <a:r>
              <a:rPr lang="en-US" dirty="0" err="1"/>
              <a:t>động</a:t>
            </a:r>
            <a:r>
              <a:rPr lang="en-US" dirty="0"/>
              <a:t> </a:t>
            </a:r>
            <a:r>
              <a:rPr lang="en-US" dirty="0" err="1"/>
              <a:t>tạo</a:t>
            </a:r>
            <a:r>
              <a:rPr lang="en-US" dirty="0"/>
              <a:t> </a:t>
            </a:r>
            <a:r>
              <a:rPr lang="en-US" dirty="0" err="1"/>
              <a:t>xung</a:t>
            </a:r>
            <a:endParaRPr lang="en-US" dirty="0"/>
          </a:p>
          <a:p>
            <a:pPr lvl="2">
              <a:buFont typeface="Wingdings" panose="05000000000000000000" pitchFamily="2" charset="2"/>
              <a:buChar char="Ø"/>
            </a:pPr>
            <a:r>
              <a:rPr lang="en-US" dirty="0" err="1"/>
              <a:t>Bài</a:t>
            </a:r>
            <a:r>
              <a:rPr lang="en-US" dirty="0"/>
              <a:t> </a:t>
            </a:r>
            <a:r>
              <a:rPr lang="en-US" dirty="0" err="1"/>
              <a:t>tập</a:t>
            </a:r>
            <a:endParaRPr lang="en-US" dirty="0"/>
          </a:p>
          <a:p>
            <a:pPr marL="201168" lvl="1" indent="0">
              <a:buNone/>
            </a:pPr>
            <a:r>
              <a:rPr lang="en-US" dirty="0"/>
              <a:t> </a:t>
            </a:r>
          </a:p>
          <a:p>
            <a:pPr lvl="1">
              <a:buFont typeface="Wingdings" pitchFamily="2" charset="2"/>
              <a:buChar char="q"/>
            </a:pPr>
            <a:r>
              <a:rPr lang="en-US" dirty="0" err="1"/>
              <a:t>Tham</a:t>
            </a:r>
            <a:r>
              <a:rPr lang="en-US" dirty="0"/>
              <a:t> </a:t>
            </a:r>
            <a:r>
              <a:rPr lang="en-US" dirty="0" err="1"/>
              <a:t>khảo</a:t>
            </a:r>
            <a:r>
              <a:rPr lang="en-US" dirty="0"/>
              <a:t>: </a:t>
            </a:r>
            <a:r>
              <a:rPr lang="en-US" dirty="0" err="1"/>
              <a:t>Chương</a:t>
            </a:r>
            <a:r>
              <a:rPr lang="en-US" dirty="0"/>
              <a:t> 12 -14 </a:t>
            </a:r>
            <a:r>
              <a:rPr lang="en-US" dirty="0" err="1"/>
              <a:t>của</a:t>
            </a:r>
            <a:r>
              <a:rPr lang="en-US" dirty="0"/>
              <a:t> text book ‘Electronic Devices’</a:t>
            </a:r>
          </a:p>
        </p:txBody>
      </p:sp>
      <p:sp>
        <p:nvSpPr>
          <p:cNvPr id="6" name="Footer Placeholder 5"/>
          <p:cNvSpPr>
            <a:spLocks noGrp="1"/>
          </p:cNvSpPr>
          <p:nvPr>
            <p:ph type="ftr" sz="quarter" idx="11"/>
          </p:nvPr>
        </p:nvSpPr>
        <p:spPr/>
        <p:txBody>
          <a:bodyPr/>
          <a:lstStyle/>
          <a:p>
            <a:r>
              <a:rPr lang="sv-SE"/>
              <a:t>Trịnh Lê Huy</a:t>
            </a:r>
          </a:p>
        </p:txBody>
      </p:sp>
      <p:sp>
        <p:nvSpPr>
          <p:cNvPr id="5" name="Slide Number Placeholder 4"/>
          <p:cNvSpPr>
            <a:spLocks noGrp="1"/>
          </p:cNvSpPr>
          <p:nvPr>
            <p:ph type="sldNum" sz="quarter" idx="12"/>
          </p:nvPr>
        </p:nvSpPr>
        <p:spPr/>
        <p:txBody>
          <a:bodyPr/>
          <a:lstStyle/>
          <a:p>
            <a:fld id="{1DB5ABAE-A3C1-4AF6-9B4A-B8A593CBFB77}" type="slidenum">
              <a:rPr lang="sv-SE" smtClean="0"/>
              <a:pPr/>
              <a:t>22</a:t>
            </a:fld>
            <a:endParaRPr lang="sv-SE" sz="1400">
              <a:latin typeface="Times" pitchFamily="1" charset="0"/>
            </a:endParaRPr>
          </a:p>
        </p:txBody>
      </p:sp>
    </p:spTree>
    <p:extLst>
      <p:ext uri="{BB962C8B-B14F-4D97-AF65-F5344CB8AC3E}">
        <p14:creationId xmlns:p14="http://schemas.microsoft.com/office/powerpoint/2010/main" val="9950954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2"/>
          <p:cNvSpPr>
            <a:spLocks noGrp="1"/>
          </p:cNvSpPr>
          <p:nvPr>
            <p:ph type="title"/>
          </p:nvPr>
        </p:nvSpPr>
        <p:spPr/>
        <p:txBody>
          <a:bodyPr/>
          <a:lstStyle/>
          <a:p>
            <a:r>
              <a:rPr lang="sv-SE" dirty="0"/>
              <a:t>Kế hoạch giảng dạy (x)</a:t>
            </a:r>
            <a:endParaRPr lang="en-US" dirty="0"/>
          </a:p>
        </p:txBody>
      </p:sp>
      <p:sp>
        <p:nvSpPr>
          <p:cNvPr id="8" name="Content Placeholder 7"/>
          <p:cNvSpPr>
            <a:spLocks noGrp="1"/>
          </p:cNvSpPr>
          <p:nvPr>
            <p:ph idx="1"/>
          </p:nvPr>
        </p:nvSpPr>
        <p:spPr>
          <a:xfrm>
            <a:off x="742948" y="1763815"/>
            <a:ext cx="9163051" cy="4695972"/>
          </a:xfrm>
        </p:spPr>
        <p:txBody>
          <a:bodyPr>
            <a:normAutofit/>
          </a:bodyPr>
          <a:lstStyle/>
          <a:p>
            <a:pPr>
              <a:buFont typeface="Wingdings" pitchFamily="2" charset="2"/>
              <a:buChar char="v"/>
            </a:pPr>
            <a:r>
              <a:rPr lang="en-US" sz="2100" dirty="0" err="1"/>
              <a:t>Chương</a:t>
            </a:r>
            <a:r>
              <a:rPr lang="en-US" sz="2100" dirty="0"/>
              <a:t> 7</a:t>
            </a:r>
            <a:r>
              <a:rPr lang="en-US" sz="2400" dirty="0"/>
              <a:t>: </a:t>
            </a:r>
            <a:r>
              <a:rPr lang="en-US" dirty="0"/>
              <a:t>Mạch </a:t>
            </a:r>
            <a:r>
              <a:rPr lang="en-US" dirty="0" err="1"/>
              <a:t>lọc</a:t>
            </a:r>
            <a:endParaRPr lang="vi-VN" dirty="0"/>
          </a:p>
          <a:p>
            <a:pPr lvl="1">
              <a:lnSpc>
                <a:spcPct val="100000"/>
              </a:lnSpc>
              <a:buFont typeface="Wingdings" panose="05000000000000000000" pitchFamily="2" charset="2"/>
              <a:buChar char="§"/>
            </a:pPr>
            <a:r>
              <a:rPr lang="vi-VN" dirty="0"/>
              <a:t>Khái niệm và phân loại mạch lọc</a:t>
            </a:r>
          </a:p>
          <a:p>
            <a:pPr lvl="1">
              <a:lnSpc>
                <a:spcPct val="100000"/>
              </a:lnSpc>
              <a:buFont typeface="Wingdings" panose="05000000000000000000" pitchFamily="2" charset="2"/>
              <a:buChar char="§"/>
            </a:pPr>
            <a:r>
              <a:rPr lang="vi-VN" dirty="0"/>
              <a:t>Đáp ứng tần số của mạch lọc</a:t>
            </a:r>
          </a:p>
          <a:p>
            <a:pPr lvl="1">
              <a:lnSpc>
                <a:spcPct val="100000"/>
              </a:lnSpc>
              <a:buFont typeface="Wingdings" panose="05000000000000000000" pitchFamily="2" charset="2"/>
              <a:buChar char="§"/>
            </a:pPr>
            <a:r>
              <a:rPr lang="vi-VN" dirty="0"/>
              <a:t>Mạch lọc thụ động dùng RC</a:t>
            </a:r>
          </a:p>
          <a:p>
            <a:pPr lvl="2">
              <a:lnSpc>
                <a:spcPct val="100000"/>
              </a:lnSpc>
              <a:buFont typeface="Wingdings" panose="05000000000000000000" pitchFamily="2" charset="2"/>
              <a:buChar char="Ø"/>
            </a:pPr>
            <a:r>
              <a:rPr lang="vi-VN" dirty="0"/>
              <a:t>Mạch lọc hạ thông</a:t>
            </a:r>
            <a:endParaRPr lang="en-US" dirty="0"/>
          </a:p>
          <a:p>
            <a:pPr lvl="2">
              <a:lnSpc>
                <a:spcPct val="100000"/>
              </a:lnSpc>
              <a:buFont typeface="Wingdings" panose="05000000000000000000" pitchFamily="2" charset="2"/>
              <a:buChar char="Ø"/>
            </a:pPr>
            <a:r>
              <a:rPr lang="vi-VN" dirty="0"/>
              <a:t>Mạch lọc thượng thông</a:t>
            </a:r>
            <a:endParaRPr lang="en-US" dirty="0"/>
          </a:p>
          <a:p>
            <a:pPr lvl="2">
              <a:lnSpc>
                <a:spcPct val="100000"/>
              </a:lnSpc>
              <a:buFont typeface="Wingdings" panose="05000000000000000000" pitchFamily="2" charset="2"/>
              <a:buChar char="Ø"/>
            </a:pPr>
            <a:r>
              <a:rPr lang="vi-VN" dirty="0"/>
              <a:t>Mạch lọc dãi thông</a:t>
            </a:r>
            <a:endParaRPr lang="en-US" dirty="0"/>
          </a:p>
          <a:p>
            <a:pPr lvl="2">
              <a:lnSpc>
                <a:spcPct val="100000"/>
              </a:lnSpc>
              <a:buFont typeface="Wingdings" panose="05000000000000000000" pitchFamily="2" charset="2"/>
              <a:buChar char="Ø"/>
            </a:pPr>
            <a:r>
              <a:rPr lang="vi-VN" dirty="0"/>
              <a:t>Mạch lọc dãi triệt</a:t>
            </a:r>
            <a:endParaRPr lang="en-US" dirty="0"/>
          </a:p>
          <a:p>
            <a:pPr lvl="2">
              <a:lnSpc>
                <a:spcPct val="100000"/>
              </a:lnSpc>
              <a:buFont typeface="Wingdings" panose="05000000000000000000" pitchFamily="2" charset="2"/>
              <a:buChar char="Ø"/>
            </a:pPr>
            <a:r>
              <a:rPr lang="vi-VN" dirty="0"/>
              <a:t>Bài tập</a:t>
            </a:r>
          </a:p>
        </p:txBody>
      </p:sp>
      <p:sp>
        <p:nvSpPr>
          <p:cNvPr id="6" name="Footer Placeholder 5"/>
          <p:cNvSpPr>
            <a:spLocks noGrp="1"/>
          </p:cNvSpPr>
          <p:nvPr>
            <p:ph type="ftr" sz="quarter" idx="11"/>
          </p:nvPr>
        </p:nvSpPr>
        <p:spPr/>
        <p:txBody>
          <a:bodyPr/>
          <a:lstStyle/>
          <a:p>
            <a:r>
              <a:rPr lang="sv-SE"/>
              <a:t>Trịnh Lê Huy</a:t>
            </a:r>
          </a:p>
        </p:txBody>
      </p:sp>
      <p:sp>
        <p:nvSpPr>
          <p:cNvPr id="5" name="Slide Number Placeholder 4"/>
          <p:cNvSpPr>
            <a:spLocks noGrp="1"/>
          </p:cNvSpPr>
          <p:nvPr>
            <p:ph type="sldNum" sz="quarter" idx="12"/>
          </p:nvPr>
        </p:nvSpPr>
        <p:spPr/>
        <p:txBody>
          <a:bodyPr/>
          <a:lstStyle/>
          <a:p>
            <a:fld id="{1DB5ABAE-A3C1-4AF6-9B4A-B8A593CBFB77}" type="slidenum">
              <a:rPr lang="sv-SE" smtClean="0"/>
              <a:pPr/>
              <a:t>23</a:t>
            </a:fld>
            <a:endParaRPr lang="sv-SE" sz="1400">
              <a:latin typeface="Times" pitchFamily="1" charset="0"/>
            </a:endParaRPr>
          </a:p>
        </p:txBody>
      </p:sp>
    </p:spTree>
    <p:extLst>
      <p:ext uri="{BB962C8B-B14F-4D97-AF65-F5344CB8AC3E}">
        <p14:creationId xmlns:p14="http://schemas.microsoft.com/office/powerpoint/2010/main" val="194421820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2"/>
          <p:cNvSpPr>
            <a:spLocks noGrp="1"/>
          </p:cNvSpPr>
          <p:nvPr>
            <p:ph type="title"/>
          </p:nvPr>
        </p:nvSpPr>
        <p:spPr/>
        <p:txBody>
          <a:bodyPr/>
          <a:lstStyle/>
          <a:p>
            <a:r>
              <a:rPr lang="sv-SE" dirty="0"/>
              <a:t>Kế hoạch giảng dạy (xi)</a:t>
            </a:r>
            <a:endParaRPr lang="en-US" dirty="0"/>
          </a:p>
        </p:txBody>
      </p:sp>
      <p:sp>
        <p:nvSpPr>
          <p:cNvPr id="8" name="Content Placeholder 7"/>
          <p:cNvSpPr>
            <a:spLocks noGrp="1"/>
          </p:cNvSpPr>
          <p:nvPr>
            <p:ph idx="1"/>
          </p:nvPr>
        </p:nvSpPr>
        <p:spPr>
          <a:xfrm>
            <a:off x="742948" y="1763815"/>
            <a:ext cx="9163051" cy="4695972"/>
          </a:xfrm>
        </p:spPr>
        <p:txBody>
          <a:bodyPr>
            <a:normAutofit/>
          </a:bodyPr>
          <a:lstStyle/>
          <a:p>
            <a:pPr>
              <a:buFont typeface="Wingdings" pitchFamily="2" charset="2"/>
              <a:buChar char="v"/>
            </a:pPr>
            <a:r>
              <a:rPr lang="en-US" sz="2100" dirty="0" err="1"/>
              <a:t>Chương</a:t>
            </a:r>
            <a:r>
              <a:rPr lang="en-US" sz="2100" dirty="0"/>
              <a:t> 7</a:t>
            </a:r>
            <a:r>
              <a:rPr lang="en-US" sz="2400" dirty="0"/>
              <a:t>: </a:t>
            </a:r>
            <a:r>
              <a:rPr lang="en-US" dirty="0"/>
              <a:t>Mạch </a:t>
            </a:r>
            <a:r>
              <a:rPr lang="en-US" dirty="0" err="1"/>
              <a:t>lọc</a:t>
            </a:r>
            <a:r>
              <a:rPr lang="en-US" dirty="0"/>
              <a:t> (</a:t>
            </a:r>
            <a:r>
              <a:rPr lang="en-US" dirty="0" err="1"/>
              <a:t>tt</a:t>
            </a:r>
            <a:r>
              <a:rPr lang="en-US" dirty="0"/>
              <a:t>)</a:t>
            </a:r>
            <a:endParaRPr lang="vi-VN" dirty="0"/>
          </a:p>
          <a:p>
            <a:pPr lvl="1">
              <a:lnSpc>
                <a:spcPct val="100000"/>
              </a:lnSpc>
              <a:buFont typeface="Wingdings" panose="05000000000000000000" pitchFamily="2" charset="2"/>
              <a:buChar char="§"/>
            </a:pPr>
            <a:r>
              <a:rPr lang="vi-VN" dirty="0"/>
              <a:t>Mạch lọc thụ động dùng </a:t>
            </a:r>
            <a:r>
              <a:rPr lang="en-US" dirty="0"/>
              <a:t>L</a:t>
            </a:r>
            <a:r>
              <a:rPr lang="vi-VN" dirty="0"/>
              <a:t>C</a:t>
            </a:r>
          </a:p>
          <a:p>
            <a:pPr lvl="2">
              <a:lnSpc>
                <a:spcPct val="100000"/>
              </a:lnSpc>
              <a:buFont typeface="Wingdings" panose="05000000000000000000" pitchFamily="2" charset="2"/>
              <a:buChar char="Ø"/>
            </a:pPr>
            <a:r>
              <a:rPr lang="vi-VN" dirty="0"/>
              <a:t>Mạch lọc hạ thông</a:t>
            </a:r>
            <a:endParaRPr lang="en-US" dirty="0"/>
          </a:p>
          <a:p>
            <a:pPr lvl="2">
              <a:lnSpc>
                <a:spcPct val="100000"/>
              </a:lnSpc>
              <a:buFont typeface="Wingdings" panose="05000000000000000000" pitchFamily="2" charset="2"/>
              <a:buChar char="Ø"/>
            </a:pPr>
            <a:r>
              <a:rPr lang="vi-VN" dirty="0"/>
              <a:t>Mạch lọc thượng thông</a:t>
            </a:r>
            <a:endParaRPr lang="en-US" dirty="0"/>
          </a:p>
          <a:p>
            <a:pPr lvl="2">
              <a:lnSpc>
                <a:spcPct val="100000"/>
              </a:lnSpc>
              <a:buFont typeface="Wingdings" panose="05000000000000000000" pitchFamily="2" charset="2"/>
              <a:buChar char="Ø"/>
            </a:pPr>
            <a:r>
              <a:rPr lang="vi-VN" dirty="0"/>
              <a:t>Bài tập</a:t>
            </a:r>
            <a:endParaRPr lang="en-US" dirty="0"/>
          </a:p>
          <a:p>
            <a:pPr marL="201168" lvl="1" indent="0">
              <a:buNone/>
            </a:pPr>
            <a:endParaRPr lang="en-US" dirty="0"/>
          </a:p>
          <a:p>
            <a:pPr marL="201168" lvl="1" indent="0">
              <a:buNone/>
            </a:pPr>
            <a:endParaRPr lang="en-US" dirty="0"/>
          </a:p>
          <a:p>
            <a:pPr lvl="1">
              <a:lnSpc>
                <a:spcPct val="100000"/>
              </a:lnSpc>
              <a:buFont typeface="Wingdings" panose="05000000000000000000" pitchFamily="2" charset="2"/>
              <a:buChar char="§"/>
            </a:pPr>
            <a:r>
              <a:rPr lang="vi-VN" dirty="0"/>
              <a:t>Mạch lọc </a:t>
            </a:r>
            <a:r>
              <a:rPr lang="en-US" dirty="0" err="1"/>
              <a:t>tích</a:t>
            </a:r>
            <a:r>
              <a:rPr lang="en-US" dirty="0"/>
              <a:t> </a:t>
            </a:r>
            <a:r>
              <a:rPr lang="en-US" dirty="0" err="1"/>
              <a:t>cực</a:t>
            </a:r>
            <a:endParaRPr lang="vi-VN" dirty="0"/>
          </a:p>
          <a:p>
            <a:pPr lvl="2">
              <a:lnSpc>
                <a:spcPct val="100000"/>
              </a:lnSpc>
              <a:buFont typeface="Wingdings" panose="05000000000000000000" pitchFamily="2" charset="2"/>
              <a:buChar char="Ø"/>
            </a:pPr>
            <a:r>
              <a:rPr lang="vi-VN" dirty="0"/>
              <a:t>Mạch lọc hạ thông</a:t>
            </a:r>
            <a:endParaRPr lang="en-US" dirty="0"/>
          </a:p>
          <a:p>
            <a:pPr lvl="2">
              <a:lnSpc>
                <a:spcPct val="100000"/>
              </a:lnSpc>
              <a:buFont typeface="Wingdings" panose="05000000000000000000" pitchFamily="2" charset="2"/>
              <a:buChar char="Ø"/>
            </a:pPr>
            <a:r>
              <a:rPr lang="vi-VN" dirty="0"/>
              <a:t>Mạch lọc thượng thông</a:t>
            </a:r>
            <a:endParaRPr lang="en-US" dirty="0"/>
          </a:p>
          <a:p>
            <a:pPr lvl="2">
              <a:lnSpc>
                <a:spcPct val="100000"/>
              </a:lnSpc>
              <a:buFont typeface="Wingdings" panose="05000000000000000000" pitchFamily="2" charset="2"/>
              <a:buChar char="Ø"/>
            </a:pPr>
            <a:r>
              <a:rPr lang="vi-VN" dirty="0"/>
              <a:t>Mạch lọc dãi thông</a:t>
            </a:r>
            <a:endParaRPr lang="en-US" dirty="0"/>
          </a:p>
          <a:p>
            <a:pPr lvl="2">
              <a:lnSpc>
                <a:spcPct val="100000"/>
              </a:lnSpc>
              <a:buFont typeface="Wingdings" panose="05000000000000000000" pitchFamily="2" charset="2"/>
              <a:buChar char="Ø"/>
            </a:pPr>
            <a:r>
              <a:rPr lang="vi-VN" dirty="0"/>
              <a:t>Mạch lọc dãi triệt</a:t>
            </a:r>
            <a:endParaRPr lang="en-US" dirty="0"/>
          </a:p>
          <a:p>
            <a:pPr lvl="2">
              <a:lnSpc>
                <a:spcPct val="100000"/>
              </a:lnSpc>
              <a:buFont typeface="Wingdings" panose="05000000000000000000" pitchFamily="2" charset="2"/>
              <a:buChar char="Ø"/>
            </a:pPr>
            <a:r>
              <a:rPr lang="vi-VN" dirty="0"/>
              <a:t>Bài tập</a:t>
            </a:r>
          </a:p>
          <a:p>
            <a:pPr lvl="1">
              <a:buFont typeface="Wingdings" pitchFamily="2" charset="2"/>
              <a:buChar char="q"/>
            </a:pPr>
            <a:r>
              <a:rPr lang="en-US" dirty="0" err="1"/>
              <a:t>Tham</a:t>
            </a:r>
            <a:r>
              <a:rPr lang="en-US" dirty="0"/>
              <a:t> </a:t>
            </a:r>
            <a:r>
              <a:rPr lang="en-US" dirty="0" err="1"/>
              <a:t>khảo</a:t>
            </a:r>
            <a:r>
              <a:rPr lang="en-US" dirty="0"/>
              <a:t>: </a:t>
            </a:r>
            <a:r>
              <a:rPr lang="en-US" dirty="0" err="1"/>
              <a:t>Chương</a:t>
            </a:r>
            <a:r>
              <a:rPr lang="en-US" dirty="0"/>
              <a:t> 15 </a:t>
            </a:r>
            <a:r>
              <a:rPr lang="en-US" dirty="0" err="1"/>
              <a:t>của</a:t>
            </a:r>
            <a:r>
              <a:rPr lang="en-US" dirty="0"/>
              <a:t> text book ‘Electronic Devices’</a:t>
            </a:r>
          </a:p>
        </p:txBody>
      </p:sp>
      <p:sp>
        <p:nvSpPr>
          <p:cNvPr id="6" name="Footer Placeholder 5"/>
          <p:cNvSpPr>
            <a:spLocks noGrp="1"/>
          </p:cNvSpPr>
          <p:nvPr>
            <p:ph type="ftr" sz="quarter" idx="11"/>
          </p:nvPr>
        </p:nvSpPr>
        <p:spPr/>
        <p:txBody>
          <a:bodyPr/>
          <a:lstStyle/>
          <a:p>
            <a:r>
              <a:rPr lang="sv-SE"/>
              <a:t>Trịnh Lê Huy</a:t>
            </a:r>
          </a:p>
        </p:txBody>
      </p:sp>
      <p:sp>
        <p:nvSpPr>
          <p:cNvPr id="5" name="Slide Number Placeholder 4"/>
          <p:cNvSpPr>
            <a:spLocks noGrp="1"/>
          </p:cNvSpPr>
          <p:nvPr>
            <p:ph type="sldNum" sz="quarter" idx="12"/>
          </p:nvPr>
        </p:nvSpPr>
        <p:spPr/>
        <p:txBody>
          <a:bodyPr/>
          <a:lstStyle/>
          <a:p>
            <a:fld id="{1DB5ABAE-A3C1-4AF6-9B4A-B8A593CBFB77}" type="slidenum">
              <a:rPr lang="sv-SE" smtClean="0"/>
              <a:pPr/>
              <a:t>24</a:t>
            </a:fld>
            <a:endParaRPr lang="sv-SE" sz="1400">
              <a:latin typeface="Times" pitchFamily="1" charset="0"/>
            </a:endParaRPr>
          </a:p>
        </p:txBody>
      </p:sp>
    </p:spTree>
    <p:extLst>
      <p:ext uri="{BB962C8B-B14F-4D97-AF65-F5344CB8AC3E}">
        <p14:creationId xmlns:p14="http://schemas.microsoft.com/office/powerpoint/2010/main" val="284850592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2"/>
          <p:cNvSpPr>
            <a:spLocks noGrp="1" noChangeArrowheads="1"/>
          </p:cNvSpPr>
          <p:nvPr>
            <p:ph type="title"/>
          </p:nvPr>
        </p:nvSpPr>
        <p:spPr/>
        <p:txBody>
          <a:bodyPr/>
          <a:lstStyle/>
          <a:p>
            <a:r>
              <a:rPr lang="en-US" dirty="0" err="1"/>
              <a:t>Kiểm</a:t>
            </a:r>
            <a:r>
              <a:rPr lang="en-US" dirty="0"/>
              <a:t> </a:t>
            </a:r>
            <a:r>
              <a:rPr lang="en-US" dirty="0" err="1"/>
              <a:t>tra</a:t>
            </a:r>
            <a:r>
              <a:rPr lang="en-US" dirty="0"/>
              <a:t> </a:t>
            </a:r>
            <a:r>
              <a:rPr lang="en-US" dirty="0" err="1"/>
              <a:t>và</a:t>
            </a:r>
            <a:r>
              <a:rPr lang="en-US" dirty="0"/>
              <a:t> </a:t>
            </a:r>
            <a:r>
              <a:rPr lang="en-US" dirty="0" err="1"/>
              <a:t>đánh</a:t>
            </a:r>
            <a:r>
              <a:rPr lang="en-US" dirty="0"/>
              <a:t> </a:t>
            </a:r>
            <a:r>
              <a:rPr lang="en-US" dirty="0" err="1"/>
              <a:t>giá</a:t>
            </a:r>
            <a:endParaRPr lang="sv-SE" dirty="0"/>
          </a:p>
        </p:txBody>
      </p:sp>
      <p:sp>
        <p:nvSpPr>
          <p:cNvPr id="76803" name="Rectangle 3"/>
          <p:cNvSpPr>
            <a:spLocks noGrp="1" noChangeArrowheads="1"/>
          </p:cNvSpPr>
          <p:nvPr>
            <p:ph idx="1"/>
          </p:nvPr>
        </p:nvSpPr>
        <p:spPr>
          <a:xfrm>
            <a:off x="742950" y="1775665"/>
            <a:ext cx="6100260" cy="4038600"/>
          </a:xfrm>
        </p:spPr>
        <p:txBody>
          <a:bodyPr>
            <a:normAutofit/>
          </a:bodyPr>
          <a:lstStyle/>
          <a:p>
            <a:pPr>
              <a:buFont typeface="Wingdings" pitchFamily="2" charset="2"/>
              <a:buChar char="v"/>
            </a:pPr>
            <a:r>
              <a:rPr lang="en-US" sz="2200" dirty="0"/>
              <a:t> </a:t>
            </a:r>
            <a:r>
              <a:rPr lang="en-US" sz="2200" dirty="0" err="1"/>
              <a:t>Điểm</a:t>
            </a:r>
            <a:r>
              <a:rPr lang="en-US" sz="2200" dirty="0"/>
              <a:t> </a:t>
            </a:r>
            <a:r>
              <a:rPr lang="en-US" sz="2200" dirty="0" err="1"/>
              <a:t>quá</a:t>
            </a:r>
            <a:r>
              <a:rPr lang="en-US" sz="2200" dirty="0"/>
              <a:t> </a:t>
            </a:r>
            <a:r>
              <a:rPr lang="en-US" sz="2200" dirty="0" err="1"/>
              <a:t>trình</a:t>
            </a:r>
            <a:r>
              <a:rPr lang="en-US" sz="2200" dirty="0"/>
              <a:t>: 25%</a:t>
            </a:r>
          </a:p>
          <a:p>
            <a:pPr>
              <a:buFont typeface="Wingdings" pitchFamily="2" charset="2"/>
              <a:buChar char="v"/>
            </a:pPr>
            <a:endParaRPr lang="en-US" sz="2200" dirty="0"/>
          </a:p>
          <a:p>
            <a:pPr>
              <a:buFont typeface="Wingdings" pitchFamily="2" charset="2"/>
              <a:buChar char="v"/>
            </a:pPr>
            <a:r>
              <a:rPr lang="en-US" sz="2200" dirty="0" err="1"/>
              <a:t>Thực</a:t>
            </a:r>
            <a:r>
              <a:rPr lang="en-US" sz="2200" dirty="0"/>
              <a:t> </a:t>
            </a:r>
            <a:r>
              <a:rPr lang="en-US" sz="2200" dirty="0" err="1"/>
              <a:t>hành</a:t>
            </a:r>
            <a:r>
              <a:rPr lang="en-US" sz="2200" dirty="0"/>
              <a:t>: 25%</a:t>
            </a:r>
          </a:p>
          <a:p>
            <a:pPr>
              <a:buFont typeface="Wingdings" pitchFamily="2" charset="2"/>
              <a:buChar char="v"/>
            </a:pPr>
            <a:endParaRPr lang="en-US" sz="2200" dirty="0"/>
          </a:p>
          <a:p>
            <a:pPr>
              <a:buFont typeface="Wingdings" pitchFamily="2" charset="2"/>
              <a:buChar char="v"/>
            </a:pPr>
            <a:r>
              <a:rPr lang="en-US" sz="2200" dirty="0"/>
              <a:t> </a:t>
            </a:r>
            <a:r>
              <a:rPr lang="en-US" sz="2200" dirty="0" err="1"/>
              <a:t>Thi</a:t>
            </a:r>
            <a:r>
              <a:rPr lang="en-US" sz="2200" dirty="0"/>
              <a:t> </a:t>
            </a:r>
            <a:r>
              <a:rPr lang="en-US" sz="2200" dirty="0" err="1"/>
              <a:t>lý</a:t>
            </a:r>
            <a:r>
              <a:rPr lang="en-US" sz="2200" dirty="0"/>
              <a:t> </a:t>
            </a:r>
            <a:r>
              <a:rPr lang="en-US" sz="2200" dirty="0" err="1"/>
              <a:t>thuyết</a:t>
            </a:r>
            <a:r>
              <a:rPr lang="en-US" sz="2200" dirty="0"/>
              <a:t> </a:t>
            </a:r>
            <a:r>
              <a:rPr lang="en-US" sz="2200" dirty="0" err="1"/>
              <a:t>cuối</a:t>
            </a:r>
            <a:r>
              <a:rPr lang="en-US" sz="2200" dirty="0"/>
              <a:t> </a:t>
            </a:r>
            <a:r>
              <a:rPr lang="en-US" sz="2200" dirty="0" err="1"/>
              <a:t>kì</a:t>
            </a:r>
            <a:r>
              <a:rPr lang="en-US" sz="2200" dirty="0"/>
              <a:t>: 50%</a:t>
            </a:r>
          </a:p>
        </p:txBody>
      </p:sp>
      <p:sp>
        <p:nvSpPr>
          <p:cNvPr id="8" name="Footer Placeholder 7"/>
          <p:cNvSpPr>
            <a:spLocks noGrp="1"/>
          </p:cNvSpPr>
          <p:nvPr>
            <p:ph type="ftr" sz="quarter" idx="11"/>
          </p:nvPr>
        </p:nvSpPr>
        <p:spPr/>
        <p:txBody>
          <a:bodyPr/>
          <a:lstStyle/>
          <a:p>
            <a:r>
              <a:rPr lang="sv-SE"/>
              <a:t>Trịnh Lê Huy</a:t>
            </a:r>
          </a:p>
        </p:txBody>
      </p:sp>
      <p:sp>
        <p:nvSpPr>
          <p:cNvPr id="7" name="Slide Number Placeholder 6"/>
          <p:cNvSpPr>
            <a:spLocks noGrp="1"/>
          </p:cNvSpPr>
          <p:nvPr>
            <p:ph type="sldNum" sz="quarter" idx="12"/>
          </p:nvPr>
        </p:nvSpPr>
        <p:spPr/>
        <p:txBody>
          <a:bodyPr/>
          <a:lstStyle/>
          <a:p>
            <a:fld id="{1DB5ABAE-A3C1-4AF6-9B4A-B8A593CBFB77}" type="slidenum">
              <a:rPr lang="sv-SE" smtClean="0"/>
              <a:pPr/>
              <a:t>25</a:t>
            </a:fld>
            <a:endParaRPr lang="sv-SE" sz="1400">
              <a:latin typeface="Times" pitchFamily="1" charset="0"/>
            </a:endParaRPr>
          </a:p>
        </p:txBody>
      </p:sp>
      <p:pic>
        <p:nvPicPr>
          <p:cNvPr id="97282" name="Picture 2" descr="http://www.ucdsb.on.ca/school/sla/aboutus/PublishingImages/Exam-2.gif"/>
          <p:cNvPicPr>
            <a:picLocks noChangeAspect="1" noChangeArrowheads="1"/>
          </p:cNvPicPr>
          <p:nvPr/>
        </p:nvPicPr>
        <p:blipFill>
          <a:blip r:embed="rId3" cstate="print"/>
          <a:srcRect/>
          <a:stretch>
            <a:fillRect/>
          </a:stretch>
        </p:blipFill>
        <p:spPr bwMode="auto">
          <a:xfrm>
            <a:off x="7698306" y="1943835"/>
            <a:ext cx="1484312" cy="2115235"/>
          </a:xfrm>
          <a:prstGeom prst="rect">
            <a:avLst/>
          </a:prstGeom>
          <a:noFill/>
        </p:spPr>
      </p:pic>
      <p:pic>
        <p:nvPicPr>
          <p:cNvPr id="97284" name="Picture 4" descr="http://2.bp.blogspot.com/-PXcdsiiKAU4/TtlP8Dqij-I/AAAAAAAAAK0/zCvNIxZrSao/s1600/Test-Grades.gif"/>
          <p:cNvPicPr>
            <a:picLocks noChangeAspect="1" noChangeArrowheads="1"/>
          </p:cNvPicPr>
          <p:nvPr/>
        </p:nvPicPr>
        <p:blipFill>
          <a:blip r:embed="rId4" cstate="print"/>
          <a:srcRect/>
          <a:stretch>
            <a:fillRect/>
          </a:stretch>
        </p:blipFill>
        <p:spPr bwMode="auto">
          <a:xfrm>
            <a:off x="7324552" y="4273095"/>
            <a:ext cx="1948928" cy="1991220"/>
          </a:xfrm>
          <a:prstGeom prst="rect">
            <a:avLst/>
          </a:prstGeom>
          <a:noFill/>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Nhắc</a:t>
            </a:r>
            <a:r>
              <a:rPr lang="en-US" dirty="0"/>
              <a:t> </a:t>
            </a:r>
            <a:r>
              <a:rPr lang="en-US" dirty="0" err="1"/>
              <a:t>lại</a:t>
            </a:r>
            <a:r>
              <a:rPr lang="en-US" dirty="0"/>
              <a:t> </a:t>
            </a:r>
            <a:r>
              <a:rPr lang="en-US" dirty="0" err="1"/>
              <a:t>các</a:t>
            </a:r>
            <a:r>
              <a:rPr lang="en-US" dirty="0"/>
              <a:t> </a:t>
            </a:r>
            <a:r>
              <a:rPr lang="en-US" dirty="0" err="1"/>
              <a:t>kiến</a:t>
            </a:r>
            <a:r>
              <a:rPr lang="en-US" dirty="0"/>
              <a:t> </a:t>
            </a:r>
            <a:r>
              <a:rPr lang="en-US" dirty="0" err="1"/>
              <a:t>thức</a:t>
            </a:r>
            <a:r>
              <a:rPr lang="en-US" dirty="0"/>
              <a:t> </a:t>
            </a:r>
            <a:r>
              <a:rPr lang="en-US" dirty="0" err="1"/>
              <a:t>cơ</a:t>
            </a:r>
            <a:r>
              <a:rPr lang="en-US" dirty="0"/>
              <a:t> </a:t>
            </a:r>
            <a:r>
              <a:rPr lang="en-US" dirty="0" err="1"/>
              <a:t>bản</a:t>
            </a:r>
            <a:endParaRPr lang="en-US" dirty="0"/>
          </a:p>
        </p:txBody>
      </p:sp>
      <p:pic>
        <p:nvPicPr>
          <p:cNvPr id="1026" name="Picture 2" descr="http://cdnph.upi.com/ph/st/th/5431426547318/2015/upi_com/08b07f7fa731fef4c669fd8b2a898d46/v1.5/Trying-to-remember-something-can-make-people-forget-something-study-finds.jpg?lg=5"/>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1958336" y="1846263"/>
            <a:ext cx="6040127" cy="4022725"/>
          </a:xfrm>
          <a:prstGeom prst="rect">
            <a:avLst/>
          </a:prstGeom>
          <a:ln>
            <a:noFill/>
          </a:ln>
          <a:effectLst>
            <a:softEdge rad="112500"/>
          </a:effectLst>
          <a:extLst>
            <a:ext uri="{909E8E84-426E-40dd-AFC4-6F175D3DCCD1}">
              <a14:hiddenFill xmlns:a14="http://schemas.microsoft.com/office/drawing/2010/main" xmlns="">
                <a:solidFill>
                  <a:srgbClr val="FFFFFF"/>
                </a:solidFill>
              </a14:hiddenFill>
            </a:ext>
          </a:extLst>
        </p:spPr>
      </p:pic>
      <p:sp>
        <p:nvSpPr>
          <p:cNvPr id="4" name="Footer Placeholder 3"/>
          <p:cNvSpPr>
            <a:spLocks noGrp="1"/>
          </p:cNvSpPr>
          <p:nvPr>
            <p:ph type="ftr" sz="quarter" idx="11"/>
          </p:nvPr>
        </p:nvSpPr>
        <p:spPr/>
        <p:txBody>
          <a:bodyPr/>
          <a:lstStyle/>
          <a:p>
            <a:r>
              <a:rPr lang="sv-SE"/>
              <a:t>Trịnh Lê Huy</a:t>
            </a:r>
          </a:p>
        </p:txBody>
      </p:sp>
      <p:sp>
        <p:nvSpPr>
          <p:cNvPr id="5" name="Slide Number Placeholder 4"/>
          <p:cNvSpPr>
            <a:spLocks noGrp="1"/>
          </p:cNvSpPr>
          <p:nvPr>
            <p:ph type="sldNum" sz="quarter" idx="12"/>
          </p:nvPr>
        </p:nvSpPr>
        <p:spPr/>
        <p:txBody>
          <a:bodyPr/>
          <a:lstStyle/>
          <a:p>
            <a:fld id="{1DB5ABAE-A3C1-4AF6-9B4A-B8A593CBFB77}" type="slidenum">
              <a:rPr lang="sv-SE" smtClean="0"/>
              <a:pPr/>
              <a:t>26</a:t>
            </a:fld>
            <a:endParaRPr lang="sv-SE" sz="1400">
              <a:latin typeface="Times" pitchFamily="1" charset="0"/>
            </a:endParaRPr>
          </a:p>
        </p:txBody>
      </p:sp>
    </p:spTree>
    <p:extLst>
      <p:ext uri="{BB962C8B-B14F-4D97-AF65-F5344CB8AC3E}">
        <p14:creationId xmlns:p14="http://schemas.microsoft.com/office/powerpoint/2010/main" val="79809406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Điện</a:t>
            </a:r>
            <a:r>
              <a:rPr lang="en-US" dirty="0"/>
              <a:t> </a:t>
            </a:r>
            <a:r>
              <a:rPr lang="en-US" dirty="0" err="1"/>
              <a:t>tích</a:t>
            </a:r>
            <a:endParaRPr lang="en-US" dirty="0"/>
          </a:p>
        </p:txBody>
      </p:sp>
      <p:sp>
        <p:nvSpPr>
          <p:cNvPr id="3" name="Content Placeholder 2"/>
          <p:cNvSpPr>
            <a:spLocks noGrp="1"/>
          </p:cNvSpPr>
          <p:nvPr>
            <p:ph idx="1"/>
          </p:nvPr>
        </p:nvSpPr>
        <p:spPr>
          <a:xfrm>
            <a:off x="742950" y="1763815"/>
            <a:ext cx="8420100" cy="4612450"/>
          </a:xfrm>
        </p:spPr>
        <p:txBody>
          <a:bodyPr/>
          <a:lstStyle/>
          <a:p>
            <a:pPr>
              <a:buFont typeface="Wingdings" pitchFamily="2" charset="2"/>
              <a:buChar char="v"/>
            </a:pPr>
            <a:r>
              <a:rPr lang="en-US" sz="2000" b="1" dirty="0"/>
              <a:t> </a:t>
            </a:r>
            <a:r>
              <a:rPr lang="en-US" sz="2000" b="1" dirty="0" err="1"/>
              <a:t>Điện</a:t>
            </a:r>
            <a:r>
              <a:rPr lang="en-US" sz="2000" b="1" dirty="0"/>
              <a:t> </a:t>
            </a:r>
            <a:r>
              <a:rPr lang="en-US" sz="2000" b="1" dirty="0" err="1"/>
              <a:t>tích</a:t>
            </a:r>
            <a:r>
              <a:rPr lang="en-US" sz="2000" b="1" dirty="0"/>
              <a:t> </a:t>
            </a:r>
            <a:r>
              <a:rPr lang="en-US" dirty="0" err="1"/>
              <a:t>là</a:t>
            </a:r>
            <a:r>
              <a:rPr lang="en-US" dirty="0"/>
              <a:t> </a:t>
            </a:r>
            <a:r>
              <a:rPr lang="en-US" dirty="0" err="1"/>
              <a:t>một</a:t>
            </a:r>
            <a:r>
              <a:rPr lang="en-US" dirty="0"/>
              <a:t> </a:t>
            </a:r>
            <a:r>
              <a:rPr lang="en-US" dirty="0" err="1"/>
              <a:t>tính</a:t>
            </a:r>
            <a:r>
              <a:rPr lang="en-US" dirty="0"/>
              <a:t> </a:t>
            </a:r>
            <a:r>
              <a:rPr lang="en-US" dirty="0" err="1"/>
              <a:t>chất</a:t>
            </a:r>
            <a:r>
              <a:rPr lang="en-US" dirty="0"/>
              <a:t> </a:t>
            </a:r>
            <a:r>
              <a:rPr lang="en-US" dirty="0" err="1"/>
              <a:t>cơ</a:t>
            </a:r>
            <a:r>
              <a:rPr lang="en-US" dirty="0"/>
              <a:t> </a:t>
            </a:r>
            <a:r>
              <a:rPr lang="en-US" dirty="0" err="1"/>
              <a:t>bản</a:t>
            </a:r>
            <a:r>
              <a:rPr lang="en-US" dirty="0"/>
              <a:t> </a:t>
            </a:r>
            <a:r>
              <a:rPr lang="en-US" dirty="0" err="1"/>
              <a:t>và</a:t>
            </a:r>
            <a:r>
              <a:rPr lang="en-US" dirty="0"/>
              <a:t> </a:t>
            </a:r>
            <a:r>
              <a:rPr lang="en-US" dirty="0" err="1"/>
              <a:t>không</a:t>
            </a:r>
            <a:r>
              <a:rPr lang="en-US" dirty="0"/>
              <a:t> </a:t>
            </a:r>
            <a:r>
              <a:rPr lang="en-US" dirty="0" err="1"/>
              <a:t>đổi</a:t>
            </a:r>
            <a:r>
              <a:rPr lang="en-US" dirty="0"/>
              <a:t> </a:t>
            </a:r>
            <a:r>
              <a:rPr lang="en-US" dirty="0" err="1"/>
              <a:t>của</a:t>
            </a:r>
            <a:r>
              <a:rPr lang="en-US" dirty="0"/>
              <a:t> </a:t>
            </a:r>
            <a:r>
              <a:rPr lang="en-US" dirty="0" err="1"/>
              <a:t>một</a:t>
            </a:r>
            <a:r>
              <a:rPr lang="en-US" dirty="0"/>
              <a:t> </a:t>
            </a:r>
            <a:r>
              <a:rPr lang="en-US" dirty="0" err="1"/>
              <a:t>số</a:t>
            </a:r>
            <a:r>
              <a:rPr lang="en-US" dirty="0"/>
              <a:t> </a:t>
            </a:r>
            <a:r>
              <a:rPr lang="en-US" dirty="0" err="1"/>
              <a:t>hạt</a:t>
            </a:r>
            <a:r>
              <a:rPr lang="en-US" dirty="0"/>
              <a:t> </a:t>
            </a:r>
            <a:r>
              <a:rPr lang="en-US" dirty="0" err="1"/>
              <a:t>hạ</a:t>
            </a:r>
            <a:r>
              <a:rPr lang="en-US" dirty="0"/>
              <a:t> </a:t>
            </a:r>
            <a:r>
              <a:rPr lang="en-US" dirty="0" err="1"/>
              <a:t>nguyên</a:t>
            </a:r>
            <a:r>
              <a:rPr lang="en-US" dirty="0"/>
              <a:t> </a:t>
            </a:r>
            <a:r>
              <a:rPr lang="en-US" dirty="0" err="1"/>
              <a:t>tử</a:t>
            </a:r>
            <a:r>
              <a:rPr lang="en-US" dirty="0"/>
              <a:t>, </a:t>
            </a:r>
            <a:r>
              <a:rPr lang="en-US" dirty="0" err="1"/>
              <a:t>đặc</a:t>
            </a:r>
            <a:r>
              <a:rPr lang="en-US" dirty="0"/>
              <a:t> </a:t>
            </a:r>
            <a:r>
              <a:rPr lang="en-US" dirty="0" err="1"/>
              <a:t>trưng</a:t>
            </a:r>
            <a:r>
              <a:rPr lang="en-US" dirty="0"/>
              <a:t> </a:t>
            </a:r>
            <a:r>
              <a:rPr lang="en-US" dirty="0" err="1"/>
              <a:t>cho</a:t>
            </a:r>
            <a:r>
              <a:rPr lang="en-US" dirty="0"/>
              <a:t> </a:t>
            </a:r>
            <a:r>
              <a:rPr lang="en-US" dirty="0" err="1"/>
              <a:t>tương</a:t>
            </a:r>
            <a:r>
              <a:rPr lang="en-US" dirty="0"/>
              <a:t> </a:t>
            </a:r>
            <a:r>
              <a:rPr lang="en-US" dirty="0" err="1"/>
              <a:t>tác</a:t>
            </a:r>
            <a:r>
              <a:rPr lang="en-US" dirty="0"/>
              <a:t> </a:t>
            </a:r>
            <a:r>
              <a:rPr lang="en-US" dirty="0" err="1"/>
              <a:t>điện</a:t>
            </a:r>
            <a:r>
              <a:rPr lang="en-US" dirty="0"/>
              <a:t> </a:t>
            </a:r>
            <a:r>
              <a:rPr lang="en-US" dirty="0" err="1"/>
              <a:t>từ</a:t>
            </a:r>
            <a:r>
              <a:rPr lang="en-US" dirty="0"/>
              <a:t> </a:t>
            </a:r>
            <a:r>
              <a:rPr lang="en-US" dirty="0" err="1"/>
              <a:t>giữa</a:t>
            </a:r>
            <a:r>
              <a:rPr lang="en-US" dirty="0"/>
              <a:t> </a:t>
            </a:r>
            <a:r>
              <a:rPr lang="en-US" dirty="0" err="1"/>
              <a:t>chúng</a:t>
            </a:r>
            <a:r>
              <a:rPr lang="en-US" dirty="0"/>
              <a:t>. </a:t>
            </a:r>
            <a:r>
              <a:rPr lang="en-US" dirty="0" err="1"/>
              <a:t>Điện</a:t>
            </a:r>
            <a:r>
              <a:rPr lang="en-US" dirty="0"/>
              <a:t> </a:t>
            </a:r>
            <a:r>
              <a:rPr lang="en-US" dirty="0" err="1"/>
              <a:t>tích</a:t>
            </a:r>
            <a:r>
              <a:rPr lang="en-US" dirty="0"/>
              <a:t> </a:t>
            </a:r>
            <a:r>
              <a:rPr lang="en-US" dirty="0" err="1"/>
              <a:t>tạo</a:t>
            </a:r>
            <a:r>
              <a:rPr lang="en-US" dirty="0"/>
              <a:t> </a:t>
            </a:r>
            <a:r>
              <a:rPr lang="en-US" dirty="0" err="1"/>
              <a:t>ra</a:t>
            </a:r>
            <a:r>
              <a:rPr lang="en-US" dirty="0"/>
              <a:t> </a:t>
            </a:r>
            <a:r>
              <a:rPr lang="en-US" dirty="0" err="1"/>
              <a:t>trường</a:t>
            </a:r>
            <a:r>
              <a:rPr lang="en-US" dirty="0"/>
              <a:t> </a:t>
            </a:r>
            <a:r>
              <a:rPr lang="en-US" dirty="0" err="1"/>
              <a:t>điện</a:t>
            </a:r>
            <a:r>
              <a:rPr lang="en-US" dirty="0"/>
              <a:t> </a:t>
            </a:r>
            <a:r>
              <a:rPr lang="en-US" dirty="0" err="1"/>
              <a:t>từ</a:t>
            </a:r>
            <a:r>
              <a:rPr lang="en-US" dirty="0"/>
              <a:t> </a:t>
            </a:r>
            <a:r>
              <a:rPr lang="en-US" dirty="0" err="1"/>
              <a:t>và</a:t>
            </a:r>
            <a:r>
              <a:rPr lang="en-US" dirty="0"/>
              <a:t> </a:t>
            </a:r>
            <a:r>
              <a:rPr lang="en-US" dirty="0" err="1"/>
              <a:t>cũng</a:t>
            </a:r>
            <a:r>
              <a:rPr lang="en-US" dirty="0"/>
              <a:t> </a:t>
            </a:r>
            <a:r>
              <a:rPr lang="en-US" dirty="0" err="1"/>
              <a:t>như</a:t>
            </a:r>
            <a:r>
              <a:rPr lang="en-US" dirty="0"/>
              <a:t> </a:t>
            </a:r>
            <a:r>
              <a:rPr lang="en-US" dirty="0" err="1"/>
              <a:t>chịu</a:t>
            </a:r>
            <a:r>
              <a:rPr lang="en-US" dirty="0"/>
              <a:t> </a:t>
            </a:r>
            <a:r>
              <a:rPr lang="en-US" dirty="0" err="1"/>
              <a:t>sự</a:t>
            </a:r>
            <a:r>
              <a:rPr lang="en-US" dirty="0"/>
              <a:t> </a:t>
            </a:r>
            <a:r>
              <a:rPr lang="en-US" dirty="0" err="1"/>
              <a:t>ảnh</a:t>
            </a:r>
            <a:r>
              <a:rPr lang="en-US" dirty="0"/>
              <a:t> </a:t>
            </a:r>
            <a:r>
              <a:rPr lang="en-US" dirty="0" err="1"/>
              <a:t>hưởng</a:t>
            </a:r>
            <a:r>
              <a:rPr lang="en-US" dirty="0"/>
              <a:t> </a:t>
            </a:r>
            <a:r>
              <a:rPr lang="en-US" dirty="0" err="1"/>
              <a:t>của</a:t>
            </a:r>
            <a:r>
              <a:rPr lang="en-US" dirty="0"/>
              <a:t> </a:t>
            </a:r>
            <a:r>
              <a:rPr lang="en-US" dirty="0" err="1"/>
              <a:t>trường</a:t>
            </a:r>
            <a:r>
              <a:rPr lang="en-US" dirty="0"/>
              <a:t> </a:t>
            </a:r>
            <a:r>
              <a:rPr lang="en-US" dirty="0" err="1"/>
              <a:t>điện</a:t>
            </a:r>
            <a:r>
              <a:rPr lang="en-US" dirty="0"/>
              <a:t> </a:t>
            </a:r>
            <a:r>
              <a:rPr lang="en-US" dirty="0" err="1"/>
              <a:t>từ</a:t>
            </a:r>
            <a:r>
              <a:rPr lang="en-US" dirty="0"/>
              <a:t>.</a:t>
            </a:r>
            <a:endParaRPr lang="en-US" sz="2000" b="1" dirty="0"/>
          </a:p>
          <a:p>
            <a:pPr>
              <a:buFont typeface="Wingdings" pitchFamily="2" charset="2"/>
              <a:buChar char="v"/>
            </a:pPr>
            <a:r>
              <a:rPr lang="en-US" sz="2000" dirty="0"/>
              <a:t> </a:t>
            </a:r>
            <a:r>
              <a:rPr lang="en-US" sz="2000" dirty="0" err="1"/>
              <a:t>Đơn</a:t>
            </a:r>
            <a:r>
              <a:rPr lang="en-US" sz="2000" dirty="0"/>
              <a:t> </a:t>
            </a:r>
            <a:r>
              <a:rPr lang="en-US" sz="2000" dirty="0" err="1"/>
              <a:t>vị</a:t>
            </a:r>
            <a:r>
              <a:rPr lang="en-US" dirty="0"/>
              <a:t>: Coulomb (C)</a:t>
            </a:r>
          </a:p>
          <a:p>
            <a:pPr>
              <a:buFont typeface="Wingdings" pitchFamily="2" charset="2"/>
              <a:buChar char="v"/>
            </a:pPr>
            <a:r>
              <a:rPr lang="en-US" dirty="0"/>
              <a:t> </a:t>
            </a:r>
            <a:r>
              <a:rPr lang="en-US" dirty="0" err="1"/>
              <a:t>Kí</a:t>
            </a:r>
            <a:r>
              <a:rPr lang="en-US" dirty="0"/>
              <a:t> </a:t>
            </a:r>
            <a:r>
              <a:rPr lang="en-US" dirty="0" err="1"/>
              <a:t>hiệu</a:t>
            </a:r>
            <a:r>
              <a:rPr lang="en-US" dirty="0"/>
              <a:t>: Q</a:t>
            </a:r>
          </a:p>
          <a:p>
            <a:pPr>
              <a:buFont typeface="Wingdings" pitchFamily="2" charset="2"/>
              <a:buChar char="v"/>
            </a:pPr>
            <a:r>
              <a:rPr lang="en-US" dirty="0"/>
              <a:t> </a:t>
            </a:r>
            <a:r>
              <a:rPr lang="en-US" dirty="0" err="1"/>
              <a:t>Công</a:t>
            </a:r>
            <a:r>
              <a:rPr lang="en-US" dirty="0"/>
              <a:t> </a:t>
            </a:r>
            <a:r>
              <a:rPr lang="en-US" dirty="0" err="1"/>
              <a:t>thức</a:t>
            </a:r>
            <a:r>
              <a:rPr lang="en-US" dirty="0"/>
              <a:t> </a:t>
            </a:r>
            <a:r>
              <a:rPr lang="en-US" dirty="0" err="1"/>
              <a:t>tính</a:t>
            </a:r>
            <a:r>
              <a:rPr lang="en-US" dirty="0"/>
              <a:t>: Q=I.t</a:t>
            </a:r>
          </a:p>
          <a:p>
            <a:pPr lvl="1">
              <a:buFont typeface="Wingdings" panose="05000000000000000000" pitchFamily="2" charset="2"/>
              <a:buChar char="ü"/>
            </a:pPr>
            <a:r>
              <a:rPr lang="en-US" dirty="0"/>
              <a:t> I </a:t>
            </a:r>
            <a:r>
              <a:rPr lang="en-US" dirty="0" err="1"/>
              <a:t>là</a:t>
            </a:r>
            <a:r>
              <a:rPr lang="en-US" dirty="0"/>
              <a:t> </a:t>
            </a:r>
            <a:r>
              <a:rPr lang="en-US" dirty="0" err="1"/>
              <a:t>cường</a:t>
            </a:r>
            <a:r>
              <a:rPr lang="en-US" dirty="0"/>
              <a:t> </a:t>
            </a:r>
            <a:r>
              <a:rPr lang="en-US" dirty="0" err="1"/>
              <a:t>độ</a:t>
            </a:r>
            <a:r>
              <a:rPr lang="en-US" dirty="0"/>
              <a:t> </a:t>
            </a:r>
            <a:r>
              <a:rPr lang="en-US" dirty="0" err="1"/>
              <a:t>dòng</a:t>
            </a:r>
            <a:r>
              <a:rPr lang="en-US" dirty="0"/>
              <a:t> </a:t>
            </a:r>
            <a:r>
              <a:rPr lang="en-US" dirty="0" err="1"/>
              <a:t>điện</a:t>
            </a:r>
            <a:endParaRPr lang="en-US" dirty="0"/>
          </a:p>
          <a:p>
            <a:pPr lvl="1">
              <a:buFont typeface="Wingdings" panose="05000000000000000000" pitchFamily="2" charset="2"/>
              <a:buChar char="ü"/>
            </a:pPr>
            <a:r>
              <a:rPr lang="en-US" dirty="0"/>
              <a:t> t </a:t>
            </a:r>
            <a:r>
              <a:rPr lang="en-US" dirty="0" err="1"/>
              <a:t>là</a:t>
            </a:r>
            <a:r>
              <a:rPr lang="en-US" dirty="0"/>
              <a:t> </a:t>
            </a:r>
            <a:r>
              <a:rPr lang="en-US" dirty="0" err="1"/>
              <a:t>thời</a:t>
            </a:r>
            <a:r>
              <a:rPr lang="en-US" dirty="0"/>
              <a:t> </a:t>
            </a:r>
            <a:r>
              <a:rPr lang="en-US" dirty="0" err="1"/>
              <a:t>gian</a:t>
            </a:r>
            <a:endParaRPr lang="en-US" dirty="0"/>
          </a:p>
          <a:p>
            <a:pPr marL="0" indent="0">
              <a:buNone/>
            </a:pPr>
            <a:r>
              <a:rPr lang="en-US" dirty="0" err="1"/>
              <a:t>Ví</a:t>
            </a:r>
            <a:r>
              <a:rPr lang="en-US" dirty="0"/>
              <a:t> </a:t>
            </a:r>
            <a:r>
              <a:rPr lang="en-US" dirty="0" err="1"/>
              <a:t>dụ</a:t>
            </a:r>
            <a:r>
              <a:rPr lang="en-US" dirty="0"/>
              <a:t>: </a:t>
            </a:r>
            <a:r>
              <a:rPr lang="en-US" dirty="0" err="1"/>
              <a:t>Tính</a:t>
            </a:r>
            <a:r>
              <a:rPr lang="en-US" dirty="0"/>
              <a:t> </a:t>
            </a:r>
            <a:r>
              <a:rPr lang="en-US" dirty="0" err="1"/>
              <a:t>lượng</a:t>
            </a:r>
            <a:r>
              <a:rPr lang="en-US" dirty="0"/>
              <a:t> </a:t>
            </a:r>
            <a:r>
              <a:rPr lang="en-US" dirty="0" err="1"/>
              <a:t>điện</a:t>
            </a:r>
            <a:r>
              <a:rPr lang="en-US" dirty="0"/>
              <a:t> </a:t>
            </a:r>
            <a:r>
              <a:rPr lang="en-US" dirty="0" err="1"/>
              <a:t>tích</a:t>
            </a:r>
            <a:r>
              <a:rPr lang="en-US" dirty="0"/>
              <a:t> </a:t>
            </a:r>
            <a:r>
              <a:rPr lang="en-US" dirty="0" err="1"/>
              <a:t>tương</a:t>
            </a:r>
            <a:r>
              <a:rPr lang="en-US" dirty="0"/>
              <a:t> </a:t>
            </a:r>
            <a:r>
              <a:rPr lang="en-US" dirty="0" err="1"/>
              <a:t>đương</a:t>
            </a:r>
            <a:r>
              <a:rPr lang="en-US" dirty="0"/>
              <a:t> </a:t>
            </a:r>
            <a:r>
              <a:rPr lang="en-US" dirty="0" err="1"/>
              <a:t>của</a:t>
            </a:r>
            <a:r>
              <a:rPr lang="en-US" dirty="0"/>
              <a:t> 1 </a:t>
            </a:r>
            <a:r>
              <a:rPr lang="en-US" dirty="0" err="1"/>
              <a:t>dòng</a:t>
            </a:r>
            <a:r>
              <a:rPr lang="en-US" dirty="0"/>
              <a:t> </a:t>
            </a:r>
            <a:r>
              <a:rPr lang="en-US" dirty="0" err="1"/>
              <a:t>điện</a:t>
            </a:r>
            <a:r>
              <a:rPr lang="en-US" dirty="0"/>
              <a:t> </a:t>
            </a:r>
            <a:r>
              <a:rPr lang="en-US" dirty="0" err="1"/>
              <a:t>có</a:t>
            </a:r>
            <a:r>
              <a:rPr lang="en-US" dirty="0"/>
              <a:t> </a:t>
            </a:r>
            <a:r>
              <a:rPr lang="en-US" dirty="0" err="1"/>
              <a:t>cường</a:t>
            </a:r>
            <a:r>
              <a:rPr lang="en-US" dirty="0"/>
              <a:t> </a:t>
            </a:r>
            <a:r>
              <a:rPr lang="en-US" dirty="0" err="1"/>
              <a:t>độ</a:t>
            </a:r>
            <a:r>
              <a:rPr lang="en-US" dirty="0"/>
              <a:t> </a:t>
            </a:r>
            <a:r>
              <a:rPr lang="en-US" dirty="0" err="1"/>
              <a:t>là</a:t>
            </a:r>
            <a:r>
              <a:rPr lang="en-US" dirty="0"/>
              <a:t> 8A </a:t>
            </a:r>
            <a:r>
              <a:rPr lang="en-US" dirty="0" err="1"/>
              <a:t>chạy</a:t>
            </a:r>
            <a:r>
              <a:rPr lang="en-US" dirty="0"/>
              <a:t> qua </a:t>
            </a:r>
            <a:r>
              <a:rPr lang="en-US" dirty="0" err="1"/>
              <a:t>trong</a:t>
            </a:r>
            <a:r>
              <a:rPr lang="en-US" dirty="0"/>
              <a:t> </a:t>
            </a:r>
            <a:r>
              <a:rPr lang="en-US" dirty="0" err="1"/>
              <a:t>thời</a:t>
            </a:r>
            <a:r>
              <a:rPr lang="en-US" dirty="0"/>
              <a:t> </a:t>
            </a:r>
            <a:r>
              <a:rPr lang="en-US" dirty="0" err="1"/>
              <a:t>gian</a:t>
            </a:r>
            <a:r>
              <a:rPr lang="en-US" dirty="0"/>
              <a:t> 3 </a:t>
            </a:r>
            <a:r>
              <a:rPr lang="en-US" dirty="0" err="1"/>
              <a:t>phút</a:t>
            </a:r>
            <a:r>
              <a:rPr lang="en-US" dirty="0"/>
              <a:t>?</a:t>
            </a:r>
          </a:p>
          <a:p>
            <a:pPr marL="0" indent="0">
              <a:buNone/>
            </a:pPr>
            <a:r>
              <a:rPr lang="en-US" dirty="0"/>
              <a:t>ĐS: 1440 (C)</a:t>
            </a:r>
          </a:p>
        </p:txBody>
      </p:sp>
      <p:sp>
        <p:nvSpPr>
          <p:cNvPr id="4" name="Footer Placeholder 3"/>
          <p:cNvSpPr>
            <a:spLocks noGrp="1"/>
          </p:cNvSpPr>
          <p:nvPr>
            <p:ph type="ftr" sz="quarter" idx="11"/>
          </p:nvPr>
        </p:nvSpPr>
        <p:spPr/>
        <p:txBody>
          <a:bodyPr/>
          <a:lstStyle/>
          <a:p>
            <a:r>
              <a:rPr lang="sv-SE"/>
              <a:t>Trịnh Lê Huy</a:t>
            </a:r>
            <a:endParaRPr lang="sv-SE" dirty="0"/>
          </a:p>
        </p:txBody>
      </p:sp>
      <p:sp>
        <p:nvSpPr>
          <p:cNvPr id="5" name="Slide Number Placeholder 4"/>
          <p:cNvSpPr>
            <a:spLocks noGrp="1"/>
          </p:cNvSpPr>
          <p:nvPr>
            <p:ph type="sldNum" sz="quarter" idx="12"/>
          </p:nvPr>
        </p:nvSpPr>
        <p:spPr/>
        <p:txBody>
          <a:bodyPr/>
          <a:lstStyle/>
          <a:p>
            <a:fld id="{1DB5ABAE-A3C1-4AF6-9B4A-B8A593CBFB77}" type="slidenum">
              <a:rPr lang="sv-SE" smtClean="0"/>
              <a:pPr/>
              <a:t>27</a:t>
            </a:fld>
            <a:endParaRPr lang="sv-SE" sz="1400">
              <a:latin typeface="Times" pitchFamily="1" charset="0"/>
            </a:endParaRPr>
          </a:p>
        </p:txBody>
      </p:sp>
      <p:pic>
        <p:nvPicPr>
          <p:cNvPr id="4098" name="Picture 2" descr="https://upload.wikimedia.org/wikipedia/commons/thumb/e/ed/VFPt_charges_plus_minus_thumb.svg/300px-VFPt_charges_plus_minus_thumb.svg.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83170" y="2798930"/>
            <a:ext cx="1832722" cy="1374542"/>
          </a:xfrm>
          <a:prstGeom prst="rect">
            <a:avLst/>
          </a:prstGeom>
          <a:ln>
            <a:noFill/>
          </a:ln>
          <a:effectLst>
            <a:softEdge rad="112500"/>
          </a:effectLst>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val="2177652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Dòng</a:t>
            </a:r>
            <a:r>
              <a:rPr lang="en-US" dirty="0"/>
              <a:t> </a:t>
            </a:r>
            <a:r>
              <a:rPr lang="en-US" dirty="0" err="1"/>
              <a:t>điện</a:t>
            </a:r>
            <a:r>
              <a:rPr lang="en-US" dirty="0"/>
              <a:t> </a:t>
            </a:r>
            <a:r>
              <a:rPr lang="en-US" dirty="0" err="1"/>
              <a:t>một</a:t>
            </a:r>
            <a:r>
              <a:rPr lang="en-US" dirty="0"/>
              <a:t> </a:t>
            </a:r>
            <a:r>
              <a:rPr lang="en-US" dirty="0" err="1"/>
              <a:t>chiều</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742950" y="1763815"/>
                <a:ext cx="8420100" cy="4612450"/>
              </a:xfrm>
            </p:spPr>
            <p:txBody>
              <a:bodyPr>
                <a:noAutofit/>
              </a:bodyPr>
              <a:lstStyle/>
              <a:p>
                <a:pPr>
                  <a:buFont typeface="Wingdings" pitchFamily="2" charset="2"/>
                  <a:buChar char="v"/>
                </a:pPr>
                <a:r>
                  <a:rPr lang="en-US" sz="2000" b="1" dirty="0"/>
                  <a:t> </a:t>
                </a:r>
                <a:r>
                  <a:rPr lang="en-US" sz="2000" b="1" dirty="0" err="1"/>
                  <a:t>Dòng</a:t>
                </a:r>
                <a:r>
                  <a:rPr lang="en-US" sz="2000" b="1" dirty="0"/>
                  <a:t> </a:t>
                </a:r>
                <a:r>
                  <a:rPr lang="en-US" sz="2000" b="1" dirty="0" err="1"/>
                  <a:t>điện</a:t>
                </a:r>
                <a:r>
                  <a:rPr lang="en-US" sz="2000" b="1" dirty="0"/>
                  <a:t> </a:t>
                </a:r>
                <a:r>
                  <a:rPr lang="en-US" dirty="0" err="1"/>
                  <a:t>là</a:t>
                </a:r>
                <a:r>
                  <a:rPr lang="en-US" dirty="0"/>
                  <a:t> </a:t>
                </a:r>
                <a:r>
                  <a:rPr lang="en-US" dirty="0" err="1"/>
                  <a:t>dòng</a:t>
                </a:r>
                <a:r>
                  <a:rPr lang="en-US" dirty="0"/>
                  <a:t> </a:t>
                </a:r>
                <a:r>
                  <a:rPr lang="en-US" dirty="0" err="1"/>
                  <a:t>chuyển</a:t>
                </a:r>
                <a:r>
                  <a:rPr lang="en-US" dirty="0"/>
                  <a:t> </a:t>
                </a:r>
                <a:r>
                  <a:rPr lang="en-US" dirty="0" err="1"/>
                  <a:t>dời</a:t>
                </a:r>
                <a:r>
                  <a:rPr lang="en-US" dirty="0"/>
                  <a:t> </a:t>
                </a:r>
                <a:r>
                  <a:rPr lang="en-US" dirty="0" err="1"/>
                  <a:t>có</a:t>
                </a:r>
                <a:r>
                  <a:rPr lang="en-US" dirty="0"/>
                  <a:t> </a:t>
                </a:r>
                <a:r>
                  <a:rPr lang="en-US" dirty="0" err="1"/>
                  <a:t>hướng</a:t>
                </a:r>
                <a:r>
                  <a:rPr lang="en-US" dirty="0"/>
                  <a:t> </a:t>
                </a:r>
                <a:r>
                  <a:rPr lang="en-US" dirty="0" err="1"/>
                  <a:t>của</a:t>
                </a:r>
                <a:r>
                  <a:rPr lang="en-US" dirty="0"/>
                  <a:t> </a:t>
                </a:r>
                <a:r>
                  <a:rPr lang="en-US" dirty="0" err="1"/>
                  <a:t>các</a:t>
                </a:r>
                <a:r>
                  <a:rPr lang="en-US" dirty="0"/>
                  <a:t> </a:t>
                </a:r>
                <a:r>
                  <a:rPr lang="en-US" dirty="0" err="1"/>
                  <a:t>hạt</a:t>
                </a:r>
                <a:r>
                  <a:rPr lang="en-US" dirty="0"/>
                  <a:t> </a:t>
                </a:r>
                <a:r>
                  <a:rPr lang="en-US" dirty="0" err="1"/>
                  <a:t>mang</a:t>
                </a:r>
                <a:r>
                  <a:rPr lang="en-US" dirty="0"/>
                  <a:t> </a:t>
                </a:r>
                <a:r>
                  <a:rPr lang="en-US" dirty="0" err="1"/>
                  <a:t>điện</a:t>
                </a:r>
                <a:r>
                  <a:rPr lang="en-US" dirty="0"/>
                  <a:t> </a:t>
                </a:r>
                <a:r>
                  <a:rPr lang="en-US" dirty="0" err="1"/>
                  <a:t>trong</a:t>
                </a:r>
                <a:r>
                  <a:rPr lang="en-US" dirty="0"/>
                  <a:t> </a:t>
                </a:r>
                <a:r>
                  <a:rPr lang="en-US" dirty="0" err="1"/>
                  <a:t>môi</a:t>
                </a:r>
                <a:r>
                  <a:rPr lang="en-US" dirty="0"/>
                  <a:t> </a:t>
                </a:r>
                <a:r>
                  <a:rPr lang="en-US" dirty="0" err="1"/>
                  <a:t>trường</a:t>
                </a:r>
                <a:r>
                  <a:rPr lang="en-US" dirty="0"/>
                  <a:t> </a:t>
                </a:r>
                <a:r>
                  <a:rPr lang="en-US" dirty="0" err="1"/>
                  <a:t>dẫn</a:t>
                </a:r>
                <a:r>
                  <a:rPr lang="en-US" dirty="0"/>
                  <a:t> </a:t>
                </a:r>
                <a:r>
                  <a:rPr lang="en-US" dirty="0" err="1"/>
                  <a:t>điện</a:t>
                </a:r>
                <a:r>
                  <a:rPr lang="en-US" dirty="0"/>
                  <a:t>. Theo </a:t>
                </a:r>
                <a:r>
                  <a:rPr lang="en-US" dirty="0" err="1"/>
                  <a:t>quy</a:t>
                </a:r>
                <a:r>
                  <a:rPr lang="en-US" dirty="0"/>
                  <a:t> </a:t>
                </a:r>
                <a:r>
                  <a:rPr lang="en-US" dirty="0" err="1"/>
                  <a:t>ước</a:t>
                </a:r>
                <a:r>
                  <a:rPr lang="en-US" dirty="0"/>
                  <a:t> </a:t>
                </a:r>
                <a:r>
                  <a:rPr lang="en-US" dirty="0" err="1"/>
                  <a:t>chung</a:t>
                </a:r>
                <a:r>
                  <a:rPr lang="en-US" dirty="0"/>
                  <a:t>, </a:t>
                </a:r>
                <a:r>
                  <a:rPr lang="en-US" dirty="0" err="1"/>
                  <a:t>chiều</a:t>
                </a:r>
                <a:r>
                  <a:rPr lang="en-US" dirty="0"/>
                  <a:t> </a:t>
                </a:r>
                <a:r>
                  <a:rPr lang="en-US" dirty="0" err="1"/>
                  <a:t>dòng</a:t>
                </a:r>
                <a:r>
                  <a:rPr lang="en-US" dirty="0"/>
                  <a:t> </a:t>
                </a:r>
                <a:r>
                  <a:rPr lang="en-US" dirty="0" err="1"/>
                  <a:t>điện</a:t>
                </a:r>
                <a:r>
                  <a:rPr lang="en-US" dirty="0"/>
                  <a:t> </a:t>
                </a:r>
                <a:r>
                  <a:rPr lang="en-US" dirty="0" err="1"/>
                  <a:t>ngược</a:t>
                </a:r>
                <a:r>
                  <a:rPr lang="en-US" dirty="0"/>
                  <a:t> </a:t>
                </a:r>
                <a:r>
                  <a:rPr lang="en-US" dirty="0" err="1"/>
                  <a:t>với</a:t>
                </a:r>
                <a:r>
                  <a:rPr lang="en-US" dirty="0"/>
                  <a:t> </a:t>
                </a:r>
                <a:r>
                  <a:rPr lang="en-US" dirty="0" err="1"/>
                  <a:t>chiều</a:t>
                </a:r>
                <a:r>
                  <a:rPr lang="en-US" dirty="0"/>
                  <a:t> </a:t>
                </a:r>
                <a:r>
                  <a:rPr lang="en-US" dirty="0" err="1"/>
                  <a:t>dịch</a:t>
                </a:r>
                <a:r>
                  <a:rPr lang="en-US" dirty="0"/>
                  <a:t> </a:t>
                </a:r>
                <a:r>
                  <a:rPr lang="en-US" dirty="0" err="1"/>
                  <a:t>chuyển</a:t>
                </a:r>
                <a:r>
                  <a:rPr lang="en-US" dirty="0"/>
                  <a:t> </a:t>
                </a:r>
                <a:r>
                  <a:rPr lang="en-US" dirty="0" err="1"/>
                  <a:t>của</a:t>
                </a:r>
                <a:r>
                  <a:rPr lang="en-US" dirty="0"/>
                  <a:t> </a:t>
                </a:r>
                <a:r>
                  <a:rPr lang="en-US" dirty="0" err="1"/>
                  <a:t>dòng</a:t>
                </a:r>
                <a:r>
                  <a:rPr lang="en-US" dirty="0"/>
                  <a:t> electron</a:t>
                </a:r>
                <a:endParaRPr lang="en-US" sz="2000" b="1" dirty="0"/>
              </a:p>
              <a:p>
                <a:pPr>
                  <a:buFont typeface="Wingdings" pitchFamily="2" charset="2"/>
                  <a:buChar char="v"/>
                </a:pPr>
                <a:r>
                  <a:rPr lang="en-US" sz="2000" dirty="0"/>
                  <a:t> </a:t>
                </a:r>
                <a:r>
                  <a:rPr lang="en-US" sz="2000" dirty="0" err="1"/>
                  <a:t>Đơn</a:t>
                </a:r>
                <a:r>
                  <a:rPr lang="en-US" sz="2000" dirty="0"/>
                  <a:t> </a:t>
                </a:r>
                <a:r>
                  <a:rPr lang="en-US" sz="2000" dirty="0" err="1"/>
                  <a:t>vị</a:t>
                </a:r>
                <a:r>
                  <a:rPr lang="en-US" dirty="0"/>
                  <a:t>: Ampère </a:t>
                </a:r>
              </a:p>
              <a:p>
                <a:pPr>
                  <a:buFont typeface="Wingdings" pitchFamily="2" charset="2"/>
                  <a:buChar char="v"/>
                </a:pPr>
                <a:r>
                  <a:rPr lang="en-US" dirty="0"/>
                  <a:t> </a:t>
                </a:r>
                <a:r>
                  <a:rPr lang="en-US" dirty="0" err="1"/>
                  <a:t>Kí</a:t>
                </a:r>
                <a:r>
                  <a:rPr lang="en-US" dirty="0"/>
                  <a:t> </a:t>
                </a:r>
                <a:r>
                  <a:rPr lang="en-US" dirty="0" err="1"/>
                  <a:t>hiệu</a:t>
                </a:r>
                <a:r>
                  <a:rPr lang="en-US" dirty="0"/>
                  <a:t>: I</a:t>
                </a:r>
              </a:p>
              <a:p>
                <a:pPr>
                  <a:buFont typeface="Wingdings" pitchFamily="2" charset="2"/>
                  <a:buChar char="v"/>
                </a:pPr>
                <a:r>
                  <a:rPr lang="en-US" dirty="0"/>
                  <a:t> </a:t>
                </a:r>
                <a:r>
                  <a:rPr lang="en-US" dirty="0" err="1"/>
                  <a:t>Công</a:t>
                </a:r>
                <a:r>
                  <a:rPr lang="en-US" dirty="0"/>
                  <a:t> </a:t>
                </a:r>
                <a:r>
                  <a:rPr lang="en-US" dirty="0" err="1"/>
                  <a:t>thức</a:t>
                </a:r>
                <a:r>
                  <a:rPr lang="en-US" dirty="0"/>
                  <a:t> </a:t>
                </a:r>
                <a:r>
                  <a:rPr lang="en-US" dirty="0" err="1"/>
                  <a:t>tính</a:t>
                </a:r>
                <a:r>
                  <a:rPr lang="en-US" dirty="0"/>
                  <a:t>: </a:t>
                </a:r>
                <a:r>
                  <a:rPr lang="en-US" dirty="0" err="1"/>
                  <a:t>I</a:t>
                </a:r>
                <a:r>
                  <a:rPr lang="en-US" baseline="-25000" dirty="0" err="1"/>
                  <a:t>tb</a:t>
                </a:r>
                <a:r>
                  <a:rPr lang="en-US" dirty="0"/>
                  <a:t> = </a:t>
                </a:r>
                <a14:m>
                  <m:oMath xmlns:m="http://schemas.openxmlformats.org/officeDocument/2006/math">
                    <m:f>
                      <m:fPr>
                        <m:ctrlPr>
                          <a:rPr lang="en-US" i="1" smtClean="0">
                            <a:latin typeface="Cambria Math" panose="02040503050406030204" pitchFamily="18" charset="0"/>
                          </a:rPr>
                        </m:ctrlPr>
                      </m:fPr>
                      <m:num>
                        <m:r>
                          <a:rPr lang="en-US"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𝑄</m:t>
                        </m:r>
                      </m:num>
                      <m:den>
                        <m:r>
                          <a:rPr lang="en-US"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𝑡</m:t>
                        </m:r>
                      </m:den>
                    </m:f>
                  </m:oMath>
                </a14:m>
                <a:endParaRPr lang="en-US" dirty="0"/>
              </a:p>
              <a:p>
                <a:pPr lvl="1">
                  <a:buFont typeface="Wingdings" panose="05000000000000000000" pitchFamily="2" charset="2"/>
                  <a:buChar char="ü"/>
                </a:pPr>
                <a:r>
                  <a:rPr lang="en-US" dirty="0"/>
                  <a:t> </a:t>
                </a:r>
                <a:r>
                  <a:rPr lang="en-US" dirty="0" err="1"/>
                  <a:t>I</a:t>
                </a:r>
                <a:r>
                  <a:rPr lang="en-US" baseline="-25000" dirty="0" err="1"/>
                  <a:t>tb</a:t>
                </a:r>
                <a:r>
                  <a:rPr lang="en-US" dirty="0"/>
                  <a:t> </a:t>
                </a:r>
                <a:r>
                  <a:rPr lang="en-US" dirty="0" err="1"/>
                  <a:t>là</a:t>
                </a:r>
                <a:r>
                  <a:rPr lang="en-US" dirty="0"/>
                  <a:t> </a:t>
                </a:r>
                <a:r>
                  <a:rPr lang="en-US" dirty="0" err="1"/>
                  <a:t>cường</a:t>
                </a:r>
                <a:r>
                  <a:rPr lang="en-US" dirty="0"/>
                  <a:t> </a:t>
                </a:r>
                <a:r>
                  <a:rPr lang="en-US" dirty="0" err="1"/>
                  <a:t>độ</a:t>
                </a:r>
                <a:r>
                  <a:rPr lang="en-US" dirty="0"/>
                  <a:t> </a:t>
                </a:r>
                <a:r>
                  <a:rPr lang="en-US" dirty="0" err="1"/>
                  <a:t>dòng</a:t>
                </a:r>
                <a:r>
                  <a:rPr lang="en-US" dirty="0"/>
                  <a:t> </a:t>
                </a:r>
                <a:r>
                  <a:rPr lang="en-US" dirty="0" err="1"/>
                  <a:t>điện</a:t>
                </a:r>
                <a:r>
                  <a:rPr lang="en-US" dirty="0"/>
                  <a:t> </a:t>
                </a:r>
                <a:r>
                  <a:rPr lang="en-US" dirty="0" err="1"/>
                  <a:t>trung</a:t>
                </a:r>
                <a:r>
                  <a:rPr lang="en-US" dirty="0"/>
                  <a:t> </a:t>
                </a:r>
                <a:r>
                  <a:rPr lang="en-US" dirty="0" err="1"/>
                  <a:t>bình</a:t>
                </a:r>
                <a:endParaRPr lang="en-US" i="1" dirty="0">
                  <a:latin typeface="Cambria Math" panose="02040503050406030204" pitchFamily="18" charset="0"/>
                  <a:ea typeface="Cambria Math" panose="02040503050406030204" pitchFamily="18" charset="0"/>
                </a:endParaRPr>
              </a:p>
              <a:p>
                <a:pPr lvl="1">
                  <a:buFont typeface="Wingdings" panose="05000000000000000000" pitchFamily="2" charset="2"/>
                  <a:buChar char="ü"/>
                </a:pPr>
                <a:r>
                  <a:rPr lang="en-US" dirty="0">
                    <a:ea typeface="Cambria Math" panose="02040503050406030204" pitchFamily="18" charset="0"/>
                  </a:rPr>
                  <a:t> </a:t>
                </a:r>
                <a14:m>
                  <m:oMath xmlns:m="http://schemas.openxmlformats.org/officeDocument/2006/math">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𝑄</m:t>
                    </m:r>
                  </m:oMath>
                </a14:m>
                <a:r>
                  <a:rPr lang="en-US" dirty="0"/>
                  <a:t> </a:t>
                </a:r>
                <a:r>
                  <a:rPr lang="en-US" dirty="0" err="1"/>
                  <a:t>là</a:t>
                </a:r>
                <a:r>
                  <a:rPr lang="en-US" dirty="0"/>
                  <a:t> </a:t>
                </a:r>
                <a:r>
                  <a:rPr lang="en-US" dirty="0" err="1"/>
                  <a:t>lượng</a:t>
                </a:r>
                <a:r>
                  <a:rPr lang="en-US" dirty="0"/>
                  <a:t> </a:t>
                </a:r>
                <a:r>
                  <a:rPr lang="en-US" dirty="0" err="1"/>
                  <a:t>điện</a:t>
                </a:r>
                <a:r>
                  <a:rPr lang="en-US" dirty="0"/>
                  <a:t> </a:t>
                </a:r>
                <a:r>
                  <a:rPr lang="en-US" dirty="0" err="1"/>
                  <a:t>tích</a:t>
                </a:r>
                <a:r>
                  <a:rPr lang="en-US" dirty="0"/>
                  <a:t> </a:t>
                </a:r>
                <a:r>
                  <a:rPr lang="en-US" dirty="0" err="1"/>
                  <a:t>đi</a:t>
                </a:r>
                <a:r>
                  <a:rPr lang="en-US" dirty="0"/>
                  <a:t> qua </a:t>
                </a:r>
                <a:r>
                  <a:rPr lang="en-US" dirty="0" err="1"/>
                  <a:t>bề</a:t>
                </a:r>
                <a:r>
                  <a:rPr lang="en-US" dirty="0"/>
                  <a:t> </a:t>
                </a:r>
                <a:r>
                  <a:rPr lang="en-US" dirty="0" err="1"/>
                  <a:t>mặt</a:t>
                </a:r>
                <a:r>
                  <a:rPr lang="en-US" dirty="0"/>
                  <a:t> </a:t>
                </a:r>
                <a:r>
                  <a:rPr lang="en-US" dirty="0" err="1"/>
                  <a:t>dây</a:t>
                </a:r>
                <a:r>
                  <a:rPr lang="en-US" dirty="0"/>
                  <a:t> </a:t>
                </a:r>
                <a:r>
                  <a:rPr lang="en-US" dirty="0" err="1"/>
                  <a:t>dẫn</a:t>
                </a:r>
                <a:br>
                  <a:rPr lang="en-US" dirty="0"/>
                </a:br>
                <a:r>
                  <a:rPr lang="en-US" dirty="0"/>
                  <a:t> </a:t>
                </a:r>
                <a:r>
                  <a:rPr lang="en-US" dirty="0" err="1"/>
                  <a:t>trong</a:t>
                </a:r>
                <a:r>
                  <a:rPr lang="en-US" dirty="0"/>
                  <a:t> </a:t>
                </a:r>
                <a:r>
                  <a:rPr lang="en-US" dirty="0" err="1"/>
                  <a:t>một</a:t>
                </a:r>
                <a:r>
                  <a:rPr lang="en-US" dirty="0"/>
                  <a:t> </a:t>
                </a:r>
                <a:r>
                  <a:rPr lang="en-US" dirty="0" err="1"/>
                  <a:t>khoảng</a:t>
                </a:r>
                <a:r>
                  <a:rPr lang="en-US" dirty="0"/>
                  <a:t> </a:t>
                </a:r>
                <a:r>
                  <a:rPr lang="en-US" dirty="0" err="1"/>
                  <a:t>thời</a:t>
                </a:r>
                <a:r>
                  <a:rPr lang="en-US" dirty="0"/>
                  <a:t> </a:t>
                </a:r>
                <a:r>
                  <a:rPr lang="en-US" dirty="0" err="1"/>
                  <a:t>gian</a:t>
                </a:r>
                <a:r>
                  <a:rPr lang="en-US" dirty="0"/>
                  <a:t> </a:t>
                </a:r>
                <a:r>
                  <a:rPr lang="en-US" dirty="0" err="1"/>
                  <a:t>là</a:t>
                </a:r>
                <a:r>
                  <a:rPr lang="en-US" dirty="0"/>
                  <a:t> </a:t>
                </a:r>
                <a14:m>
                  <m:oMath xmlns:m="http://schemas.openxmlformats.org/officeDocument/2006/math">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𝑡</m:t>
                    </m:r>
                  </m:oMath>
                </a14:m>
                <a:endParaRPr lang="en-US" dirty="0"/>
              </a:p>
              <a:p>
                <a:pPr lvl="1">
                  <a:buFont typeface="Wingdings" panose="05000000000000000000" pitchFamily="2" charset="2"/>
                  <a:buChar char="ü"/>
                </a:pPr>
                <a:r>
                  <a:rPr lang="en-US" dirty="0"/>
                  <a:t> </a:t>
                </a:r>
                <a14:m>
                  <m:oMath xmlns:m="http://schemas.openxmlformats.org/officeDocument/2006/math">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𝑡</m:t>
                    </m:r>
                    <m:r>
                      <a:rPr lang="en-US" i="1">
                        <a:latin typeface="Cambria Math" panose="02040503050406030204" pitchFamily="18" charset="0"/>
                        <a:ea typeface="Cambria Math" panose="02040503050406030204" pitchFamily="18" charset="0"/>
                      </a:rPr>
                      <m:t> </m:t>
                    </m:r>
                  </m:oMath>
                </a14:m>
                <a:r>
                  <a:rPr lang="en-US" dirty="0" err="1"/>
                  <a:t>là</a:t>
                </a:r>
                <a:r>
                  <a:rPr lang="en-US" dirty="0"/>
                  <a:t> </a:t>
                </a:r>
                <a:r>
                  <a:rPr lang="en-US" dirty="0" err="1"/>
                  <a:t>khoảng</a:t>
                </a:r>
                <a:r>
                  <a:rPr lang="en-US" dirty="0"/>
                  <a:t> </a:t>
                </a:r>
                <a:r>
                  <a:rPr lang="en-US" dirty="0" err="1"/>
                  <a:t>thời</a:t>
                </a:r>
                <a:r>
                  <a:rPr lang="en-US" dirty="0"/>
                  <a:t> </a:t>
                </a:r>
                <a:r>
                  <a:rPr lang="en-US" dirty="0" err="1"/>
                  <a:t>gian</a:t>
                </a:r>
                <a:r>
                  <a:rPr lang="en-US" dirty="0"/>
                  <a:t> </a:t>
                </a:r>
                <a:r>
                  <a:rPr lang="en-US" dirty="0" err="1"/>
                  <a:t>được</a:t>
                </a:r>
                <a:r>
                  <a:rPr lang="en-US" dirty="0"/>
                  <a:t> </a:t>
                </a:r>
                <a:r>
                  <a:rPr lang="en-US" dirty="0" err="1"/>
                  <a:t>xét</a:t>
                </a: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742950" y="1763815"/>
                <a:ext cx="8420100" cy="4612450"/>
              </a:xfrm>
              <a:blipFill>
                <a:blip r:embed="rId3"/>
                <a:stretch>
                  <a:fillRect l="-1738" t="-1321"/>
                </a:stretch>
              </a:blipFill>
            </p:spPr>
            <p:txBody>
              <a:bodyPr/>
              <a:lstStyle/>
              <a:p>
                <a:r>
                  <a:rPr lang="en-US">
                    <a:noFill/>
                  </a:rPr>
                  <a:t> </a:t>
                </a:r>
              </a:p>
            </p:txBody>
          </p:sp>
        </mc:Fallback>
      </mc:AlternateContent>
      <p:sp>
        <p:nvSpPr>
          <p:cNvPr id="4" name="Footer Placeholder 3"/>
          <p:cNvSpPr>
            <a:spLocks noGrp="1"/>
          </p:cNvSpPr>
          <p:nvPr>
            <p:ph type="ftr" sz="quarter" idx="11"/>
          </p:nvPr>
        </p:nvSpPr>
        <p:spPr/>
        <p:txBody>
          <a:bodyPr/>
          <a:lstStyle/>
          <a:p>
            <a:r>
              <a:rPr lang="sv-SE"/>
              <a:t>Trịnh Lê Huy</a:t>
            </a:r>
            <a:endParaRPr lang="sv-SE" dirty="0"/>
          </a:p>
        </p:txBody>
      </p:sp>
      <p:sp>
        <p:nvSpPr>
          <p:cNvPr id="5" name="Slide Number Placeholder 4"/>
          <p:cNvSpPr>
            <a:spLocks noGrp="1"/>
          </p:cNvSpPr>
          <p:nvPr>
            <p:ph type="sldNum" sz="quarter" idx="12"/>
          </p:nvPr>
        </p:nvSpPr>
        <p:spPr/>
        <p:txBody>
          <a:bodyPr/>
          <a:lstStyle/>
          <a:p>
            <a:fld id="{1DB5ABAE-A3C1-4AF6-9B4A-B8A593CBFB77}" type="slidenum">
              <a:rPr lang="sv-SE" smtClean="0"/>
              <a:pPr/>
              <a:t>28</a:t>
            </a:fld>
            <a:endParaRPr lang="sv-SE" sz="1400">
              <a:latin typeface="Times" pitchFamily="1" charset="0"/>
            </a:endParaRPr>
          </a:p>
        </p:txBody>
      </p:sp>
      <p:pic>
        <p:nvPicPr>
          <p:cNvPr id="5122" name="Picture 2" descr="Image result for Electric current gif"/>
          <p:cNvPicPr>
            <a:picLocks noChangeAspect="1" noChangeArrowheads="1" noCrop="1"/>
          </p:cNvPicPr>
          <p:nvPr/>
        </p:nvPicPr>
        <p:blipFill>
          <a:blip r:embed="rId4">
            <a:extLst>
              <a:ext uri="{28A0092B-C50C-407E-A947-70E740481C1C}">
                <a14:useLocalDpi xmlns:a14="http://schemas.microsoft.com/office/drawing/2010/main" val="0"/>
              </a:ext>
            </a:extLst>
          </a:blip>
          <a:srcRect/>
          <a:stretch>
            <a:fillRect/>
          </a:stretch>
        </p:blipFill>
        <p:spPr bwMode="auto">
          <a:xfrm>
            <a:off x="5988115" y="2753925"/>
            <a:ext cx="3174935" cy="2349452"/>
          </a:xfrm>
          <a:prstGeom prst="rect">
            <a:avLst/>
          </a:prstGeom>
          <a:noFill/>
          <a:extLst>
            <a:ext uri="{909E8E84-426E-40dd-AFC4-6F175D3DCCD1}">
              <a14:hiddenFill xmlns:a14="http://schemas.microsoft.com/office/drawing/2010/main" xmlns="">
                <a:solidFill>
                  <a:srgbClr val="FFFFFF"/>
                </a:solidFill>
              </a14:hiddenFill>
            </a:ext>
          </a:extLst>
        </p:spPr>
      </p:pic>
      <p:sp>
        <p:nvSpPr>
          <p:cNvPr id="7" name="TextBox 6"/>
          <p:cNvSpPr txBox="1"/>
          <p:nvPr/>
        </p:nvSpPr>
        <p:spPr>
          <a:xfrm>
            <a:off x="733873" y="5588171"/>
            <a:ext cx="5571975" cy="400110"/>
          </a:xfrm>
          <a:prstGeom prst="rect">
            <a:avLst/>
          </a:prstGeom>
          <a:noFill/>
        </p:spPr>
        <p:txBody>
          <a:bodyPr wrap="none" rtlCol="0">
            <a:spAutoFit/>
          </a:bodyPr>
          <a:lstStyle/>
          <a:p>
            <a:pPr algn="l"/>
            <a:r>
              <a:rPr lang="en-US" sz="2000" dirty="0" err="1">
                <a:solidFill>
                  <a:schemeClr val="tx1">
                    <a:lumMod val="75000"/>
                    <a:lumOff val="25000"/>
                  </a:schemeClr>
                </a:solidFill>
                <a:latin typeface="+mn-lt"/>
              </a:rPr>
              <a:t>Ví</a:t>
            </a:r>
            <a:r>
              <a:rPr lang="en-US" sz="2000" dirty="0">
                <a:solidFill>
                  <a:schemeClr val="tx1">
                    <a:lumMod val="75000"/>
                    <a:lumOff val="25000"/>
                  </a:schemeClr>
                </a:solidFill>
                <a:latin typeface="+mn-lt"/>
              </a:rPr>
              <a:t> </a:t>
            </a:r>
            <a:r>
              <a:rPr lang="en-US" sz="2000" dirty="0" err="1">
                <a:solidFill>
                  <a:schemeClr val="tx1">
                    <a:lumMod val="75000"/>
                    <a:lumOff val="25000"/>
                  </a:schemeClr>
                </a:solidFill>
                <a:latin typeface="+mn-lt"/>
              </a:rPr>
              <a:t>dụ</a:t>
            </a:r>
            <a:r>
              <a:rPr lang="en-US" sz="2000" dirty="0">
                <a:solidFill>
                  <a:schemeClr val="tx1">
                    <a:lumMod val="75000"/>
                    <a:lumOff val="25000"/>
                  </a:schemeClr>
                </a:solidFill>
                <a:latin typeface="+mn-lt"/>
              </a:rPr>
              <a:t>: </a:t>
            </a:r>
            <a:r>
              <a:rPr lang="en-US" sz="2000" dirty="0" err="1">
                <a:solidFill>
                  <a:schemeClr val="tx1">
                    <a:lumMod val="75000"/>
                    <a:lumOff val="25000"/>
                  </a:schemeClr>
                </a:solidFill>
                <a:latin typeface="+mn-lt"/>
              </a:rPr>
              <a:t>Xác</a:t>
            </a:r>
            <a:r>
              <a:rPr lang="en-US" sz="2000" dirty="0">
                <a:solidFill>
                  <a:schemeClr val="tx1">
                    <a:lumMod val="75000"/>
                    <a:lumOff val="25000"/>
                  </a:schemeClr>
                </a:solidFill>
                <a:latin typeface="+mn-lt"/>
              </a:rPr>
              <a:t> </a:t>
            </a:r>
            <a:r>
              <a:rPr lang="en-US" sz="2000" dirty="0" err="1">
                <a:solidFill>
                  <a:schemeClr val="tx1">
                    <a:lumMod val="75000"/>
                    <a:lumOff val="25000"/>
                  </a:schemeClr>
                </a:solidFill>
                <a:latin typeface="+mn-lt"/>
              </a:rPr>
              <a:t>định</a:t>
            </a:r>
            <a:r>
              <a:rPr lang="en-US" sz="2000" dirty="0">
                <a:solidFill>
                  <a:schemeClr val="tx1">
                    <a:lumMod val="75000"/>
                    <a:lumOff val="25000"/>
                  </a:schemeClr>
                </a:solidFill>
                <a:latin typeface="+mn-lt"/>
              </a:rPr>
              <a:t> </a:t>
            </a:r>
            <a:r>
              <a:rPr lang="en-US" sz="2000" dirty="0" err="1">
                <a:solidFill>
                  <a:schemeClr val="tx1">
                    <a:lumMod val="75000"/>
                    <a:lumOff val="25000"/>
                  </a:schemeClr>
                </a:solidFill>
                <a:latin typeface="+mn-lt"/>
              </a:rPr>
              <a:t>chiều</a:t>
            </a:r>
            <a:r>
              <a:rPr lang="en-US" sz="2000" dirty="0">
                <a:solidFill>
                  <a:schemeClr val="tx1">
                    <a:lumMod val="75000"/>
                    <a:lumOff val="25000"/>
                  </a:schemeClr>
                </a:solidFill>
                <a:latin typeface="+mn-lt"/>
              </a:rPr>
              <a:t> </a:t>
            </a:r>
            <a:r>
              <a:rPr lang="en-US" sz="2000" dirty="0" err="1">
                <a:solidFill>
                  <a:schemeClr val="tx1">
                    <a:lumMod val="75000"/>
                    <a:lumOff val="25000"/>
                  </a:schemeClr>
                </a:solidFill>
                <a:latin typeface="+mn-lt"/>
              </a:rPr>
              <a:t>dòng</a:t>
            </a:r>
            <a:r>
              <a:rPr lang="en-US" sz="2000" dirty="0">
                <a:solidFill>
                  <a:schemeClr val="tx1">
                    <a:lumMod val="75000"/>
                    <a:lumOff val="25000"/>
                  </a:schemeClr>
                </a:solidFill>
                <a:latin typeface="+mn-lt"/>
              </a:rPr>
              <a:t> </a:t>
            </a:r>
            <a:r>
              <a:rPr lang="en-US" sz="2000" dirty="0" err="1">
                <a:solidFill>
                  <a:schemeClr val="tx1">
                    <a:lumMod val="75000"/>
                    <a:lumOff val="25000"/>
                  </a:schemeClr>
                </a:solidFill>
                <a:latin typeface="+mn-lt"/>
              </a:rPr>
              <a:t>điện</a:t>
            </a:r>
            <a:r>
              <a:rPr lang="en-US" sz="2000" dirty="0">
                <a:solidFill>
                  <a:schemeClr val="tx1">
                    <a:lumMod val="75000"/>
                    <a:lumOff val="25000"/>
                  </a:schemeClr>
                </a:solidFill>
                <a:latin typeface="+mn-lt"/>
              </a:rPr>
              <a:t> </a:t>
            </a:r>
            <a:r>
              <a:rPr lang="en-US" sz="2000" dirty="0" err="1">
                <a:solidFill>
                  <a:schemeClr val="tx1">
                    <a:lumMod val="75000"/>
                    <a:lumOff val="25000"/>
                  </a:schemeClr>
                </a:solidFill>
                <a:latin typeface="+mn-lt"/>
              </a:rPr>
              <a:t>trong</a:t>
            </a:r>
            <a:r>
              <a:rPr lang="en-US" sz="2000" dirty="0">
                <a:solidFill>
                  <a:schemeClr val="tx1">
                    <a:lumMod val="75000"/>
                    <a:lumOff val="25000"/>
                  </a:schemeClr>
                </a:solidFill>
                <a:latin typeface="+mn-lt"/>
              </a:rPr>
              <a:t> </a:t>
            </a:r>
            <a:r>
              <a:rPr lang="en-US" sz="2000" dirty="0" err="1">
                <a:solidFill>
                  <a:schemeClr val="tx1">
                    <a:lumMod val="75000"/>
                    <a:lumOff val="25000"/>
                  </a:schemeClr>
                </a:solidFill>
                <a:latin typeface="+mn-lt"/>
              </a:rPr>
              <a:t>hình</a:t>
            </a:r>
            <a:r>
              <a:rPr lang="en-US" sz="2000" dirty="0">
                <a:solidFill>
                  <a:schemeClr val="tx1">
                    <a:lumMod val="75000"/>
                    <a:lumOff val="25000"/>
                  </a:schemeClr>
                </a:solidFill>
                <a:latin typeface="+mn-lt"/>
              </a:rPr>
              <a:t> </a:t>
            </a:r>
            <a:r>
              <a:rPr lang="en-US" sz="2000" dirty="0" err="1">
                <a:solidFill>
                  <a:schemeClr val="tx1">
                    <a:lumMod val="75000"/>
                    <a:lumOff val="25000"/>
                  </a:schemeClr>
                </a:solidFill>
                <a:latin typeface="+mn-lt"/>
              </a:rPr>
              <a:t>vẽ</a:t>
            </a:r>
            <a:r>
              <a:rPr lang="en-US" sz="2000" dirty="0">
                <a:solidFill>
                  <a:schemeClr val="tx1">
                    <a:lumMod val="75000"/>
                    <a:lumOff val="25000"/>
                  </a:schemeClr>
                </a:solidFill>
                <a:latin typeface="+mn-lt"/>
              </a:rPr>
              <a:t> </a:t>
            </a:r>
            <a:r>
              <a:rPr lang="en-US" sz="2000" dirty="0" err="1">
                <a:solidFill>
                  <a:schemeClr val="tx1">
                    <a:lumMod val="75000"/>
                    <a:lumOff val="25000"/>
                  </a:schemeClr>
                </a:solidFill>
                <a:latin typeface="+mn-lt"/>
              </a:rPr>
              <a:t>trên</a:t>
            </a:r>
            <a:r>
              <a:rPr lang="en-US" sz="2000" dirty="0">
                <a:solidFill>
                  <a:schemeClr val="tx1">
                    <a:lumMod val="75000"/>
                    <a:lumOff val="25000"/>
                  </a:schemeClr>
                </a:solidFill>
                <a:latin typeface="+mn-lt"/>
              </a:rPr>
              <a:t>? </a:t>
            </a:r>
            <a:endParaRPr lang="en-US" dirty="0"/>
          </a:p>
        </p:txBody>
      </p:sp>
    </p:spTree>
    <p:extLst>
      <p:ext uri="{BB962C8B-B14F-4D97-AF65-F5344CB8AC3E}">
        <p14:creationId xmlns:p14="http://schemas.microsoft.com/office/powerpoint/2010/main" val="207847610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Điện</a:t>
            </a:r>
            <a:r>
              <a:rPr lang="en-US" dirty="0"/>
              <a:t> </a:t>
            </a:r>
            <a:r>
              <a:rPr lang="en-US" dirty="0" err="1"/>
              <a:t>thế</a:t>
            </a:r>
            <a:endParaRPr lang="en-US" dirty="0"/>
          </a:p>
        </p:txBody>
      </p:sp>
      <p:sp>
        <p:nvSpPr>
          <p:cNvPr id="3" name="Content Placeholder 2"/>
          <p:cNvSpPr>
            <a:spLocks noGrp="1"/>
          </p:cNvSpPr>
          <p:nvPr>
            <p:ph idx="1"/>
          </p:nvPr>
        </p:nvSpPr>
        <p:spPr>
          <a:xfrm>
            <a:off x="742950" y="1763815"/>
            <a:ext cx="8420100" cy="4612450"/>
          </a:xfrm>
        </p:spPr>
        <p:txBody>
          <a:bodyPr>
            <a:noAutofit/>
          </a:bodyPr>
          <a:lstStyle/>
          <a:p>
            <a:pPr>
              <a:buFont typeface="Wingdings" pitchFamily="2" charset="2"/>
              <a:buChar char="v"/>
            </a:pPr>
            <a:r>
              <a:rPr lang="en-US" sz="2000" b="1" dirty="0"/>
              <a:t> </a:t>
            </a:r>
            <a:r>
              <a:rPr lang="en-US" sz="2000" b="1" dirty="0" err="1"/>
              <a:t>Điện</a:t>
            </a:r>
            <a:r>
              <a:rPr lang="en-US" sz="2000" b="1" dirty="0"/>
              <a:t> </a:t>
            </a:r>
            <a:r>
              <a:rPr lang="en-US" sz="2000" b="1" dirty="0" err="1"/>
              <a:t>thế</a:t>
            </a:r>
            <a:r>
              <a:rPr lang="en-US" sz="2000" b="1" dirty="0"/>
              <a:t> </a:t>
            </a:r>
            <a:r>
              <a:rPr lang="en-US" dirty="0" err="1"/>
              <a:t>là</a:t>
            </a:r>
            <a:r>
              <a:rPr lang="en-US" dirty="0"/>
              <a:t> </a:t>
            </a:r>
            <a:r>
              <a:rPr lang="en-US" dirty="0" err="1"/>
              <a:t>đại</a:t>
            </a:r>
            <a:r>
              <a:rPr lang="en-US" dirty="0"/>
              <a:t> </a:t>
            </a:r>
            <a:r>
              <a:rPr lang="en-US" dirty="0" err="1"/>
              <a:t>lượng</a:t>
            </a:r>
            <a:r>
              <a:rPr lang="en-US" dirty="0"/>
              <a:t> </a:t>
            </a:r>
            <a:r>
              <a:rPr lang="en-US" dirty="0" err="1"/>
              <a:t>chỉ</a:t>
            </a:r>
            <a:r>
              <a:rPr lang="en-US" dirty="0"/>
              <a:t> </a:t>
            </a:r>
            <a:r>
              <a:rPr lang="en-US" dirty="0" err="1"/>
              <a:t>sức</a:t>
            </a:r>
            <a:r>
              <a:rPr lang="en-US" dirty="0"/>
              <a:t> </a:t>
            </a:r>
            <a:r>
              <a:rPr lang="en-US" dirty="0" err="1"/>
              <a:t>ép</a:t>
            </a:r>
            <a:r>
              <a:rPr lang="en-US" dirty="0"/>
              <a:t> </a:t>
            </a:r>
            <a:r>
              <a:rPr lang="en-US" dirty="0" err="1"/>
              <a:t>của</a:t>
            </a:r>
            <a:r>
              <a:rPr lang="en-US" dirty="0"/>
              <a:t> </a:t>
            </a:r>
            <a:r>
              <a:rPr lang="en-US" dirty="0" err="1"/>
              <a:t>các</a:t>
            </a:r>
            <a:r>
              <a:rPr lang="en-US" dirty="0"/>
              <a:t> </a:t>
            </a:r>
            <a:r>
              <a:rPr lang="en-US" dirty="0" err="1"/>
              <a:t>vật</a:t>
            </a:r>
            <a:r>
              <a:rPr lang="en-US" dirty="0"/>
              <a:t> </a:t>
            </a:r>
            <a:r>
              <a:rPr lang="en-US" dirty="0" err="1"/>
              <a:t>mạng</a:t>
            </a:r>
            <a:r>
              <a:rPr lang="en-US" dirty="0"/>
              <a:t> </a:t>
            </a:r>
            <a:r>
              <a:rPr lang="en-US" dirty="0" err="1"/>
              <a:t>điện</a:t>
            </a:r>
            <a:r>
              <a:rPr lang="en-US" dirty="0"/>
              <a:t> </a:t>
            </a:r>
            <a:r>
              <a:rPr lang="en-US" dirty="0" err="1"/>
              <a:t>tích</a:t>
            </a:r>
            <a:r>
              <a:rPr lang="en-US" dirty="0"/>
              <a:t> </a:t>
            </a:r>
            <a:r>
              <a:rPr lang="en-US" dirty="0" err="1"/>
              <a:t>tác</a:t>
            </a:r>
            <a:r>
              <a:rPr lang="en-US" dirty="0"/>
              <a:t> </a:t>
            </a:r>
            <a:r>
              <a:rPr lang="en-US" dirty="0" err="1"/>
              <a:t>động</a:t>
            </a:r>
            <a:r>
              <a:rPr lang="en-US" dirty="0"/>
              <a:t> </a:t>
            </a:r>
            <a:r>
              <a:rPr lang="en-US" dirty="0" err="1"/>
              <a:t>lên</a:t>
            </a:r>
            <a:r>
              <a:rPr lang="en-US" dirty="0"/>
              <a:t> </a:t>
            </a:r>
            <a:r>
              <a:rPr lang="en-US" dirty="0" err="1"/>
              <a:t>vật</a:t>
            </a:r>
            <a:r>
              <a:rPr lang="en-US" dirty="0"/>
              <a:t> </a:t>
            </a:r>
            <a:r>
              <a:rPr lang="en-US" dirty="0" err="1"/>
              <a:t>dẫn</a:t>
            </a:r>
            <a:r>
              <a:rPr lang="en-US" dirty="0"/>
              <a:t> </a:t>
            </a:r>
            <a:r>
              <a:rPr lang="en-US" dirty="0" err="1"/>
              <a:t>điện</a:t>
            </a:r>
            <a:r>
              <a:rPr lang="en-US" dirty="0"/>
              <a:t> </a:t>
            </a:r>
            <a:r>
              <a:rPr lang="en-US" dirty="0" err="1"/>
              <a:t>để</a:t>
            </a:r>
            <a:r>
              <a:rPr lang="en-US" dirty="0"/>
              <a:t> </a:t>
            </a:r>
            <a:r>
              <a:rPr lang="en-US" dirty="0" err="1"/>
              <a:t>tạo</a:t>
            </a:r>
            <a:r>
              <a:rPr lang="en-US" dirty="0"/>
              <a:t> </a:t>
            </a:r>
            <a:r>
              <a:rPr lang="en-US" dirty="0" err="1"/>
              <a:t>ra</a:t>
            </a:r>
            <a:r>
              <a:rPr lang="en-US" dirty="0"/>
              <a:t> </a:t>
            </a:r>
            <a:r>
              <a:rPr lang="en-US" dirty="0" err="1"/>
              <a:t>dòng</a:t>
            </a:r>
            <a:r>
              <a:rPr lang="en-US" dirty="0"/>
              <a:t> </a:t>
            </a:r>
            <a:r>
              <a:rPr lang="en-US" dirty="0" err="1"/>
              <a:t>điện</a:t>
            </a:r>
            <a:r>
              <a:rPr lang="en-US" dirty="0"/>
              <a:t>. </a:t>
            </a:r>
            <a:r>
              <a:rPr lang="en-US" dirty="0" err="1"/>
              <a:t>Nói</a:t>
            </a:r>
            <a:r>
              <a:rPr lang="en-US" dirty="0"/>
              <a:t> </a:t>
            </a:r>
            <a:r>
              <a:rPr lang="en-US" dirty="0" err="1"/>
              <a:t>các</a:t>
            </a:r>
            <a:r>
              <a:rPr lang="en-US" dirty="0"/>
              <a:t> </a:t>
            </a:r>
            <a:r>
              <a:rPr lang="en-US" dirty="0" err="1"/>
              <a:t>khác</a:t>
            </a:r>
            <a:r>
              <a:rPr lang="en-US" dirty="0"/>
              <a:t>, </a:t>
            </a:r>
            <a:r>
              <a:rPr lang="en-US" dirty="0" err="1"/>
              <a:t>đây</a:t>
            </a:r>
            <a:r>
              <a:rPr lang="en-US" dirty="0"/>
              <a:t> </a:t>
            </a:r>
            <a:r>
              <a:rPr lang="en-US" dirty="0" err="1"/>
              <a:t>là</a:t>
            </a:r>
            <a:r>
              <a:rPr lang="en-US" dirty="0"/>
              <a:t> </a:t>
            </a:r>
            <a:r>
              <a:rPr lang="en-US" dirty="0" err="1"/>
              <a:t>đại</a:t>
            </a:r>
            <a:r>
              <a:rPr lang="en-US" dirty="0"/>
              <a:t> </a:t>
            </a:r>
            <a:r>
              <a:rPr lang="en-US" dirty="0" err="1"/>
              <a:t>lượng</a:t>
            </a:r>
            <a:r>
              <a:rPr lang="en-US" dirty="0"/>
              <a:t> </a:t>
            </a:r>
            <a:r>
              <a:rPr lang="en-US" dirty="0" err="1"/>
              <a:t>nói</a:t>
            </a:r>
            <a:r>
              <a:rPr lang="en-US" dirty="0"/>
              <a:t> </a:t>
            </a:r>
            <a:r>
              <a:rPr lang="en-US" dirty="0" err="1"/>
              <a:t>lên</a:t>
            </a:r>
            <a:r>
              <a:rPr lang="en-US" dirty="0"/>
              <a:t> </a:t>
            </a:r>
            <a:r>
              <a:rPr lang="en-US" dirty="0" err="1"/>
              <a:t>mức</a:t>
            </a:r>
            <a:r>
              <a:rPr lang="en-US" dirty="0"/>
              <a:t> </a:t>
            </a:r>
            <a:r>
              <a:rPr lang="en-US" dirty="0" err="1"/>
              <a:t>độ</a:t>
            </a:r>
            <a:r>
              <a:rPr lang="en-US" dirty="0"/>
              <a:t> </a:t>
            </a:r>
            <a:r>
              <a:rPr lang="en-US" dirty="0" err="1"/>
              <a:t>mạnh</a:t>
            </a:r>
            <a:r>
              <a:rPr lang="en-US" dirty="0"/>
              <a:t> </a:t>
            </a:r>
            <a:r>
              <a:rPr lang="en-US" dirty="0" err="1"/>
              <a:t>yếu</a:t>
            </a:r>
            <a:r>
              <a:rPr lang="en-US" dirty="0"/>
              <a:t> </a:t>
            </a:r>
            <a:r>
              <a:rPr lang="en-US" dirty="0" err="1"/>
              <a:t>của</a:t>
            </a:r>
            <a:r>
              <a:rPr lang="en-US" dirty="0"/>
              <a:t> </a:t>
            </a:r>
            <a:r>
              <a:rPr lang="en-US" dirty="0" err="1"/>
              <a:t>dòng</a:t>
            </a:r>
            <a:r>
              <a:rPr lang="en-US" dirty="0"/>
              <a:t> </a:t>
            </a:r>
            <a:r>
              <a:rPr lang="en-US" dirty="0" err="1"/>
              <a:t>điện</a:t>
            </a:r>
            <a:r>
              <a:rPr lang="en-US" dirty="0"/>
              <a:t>.</a:t>
            </a:r>
          </a:p>
          <a:p>
            <a:pPr>
              <a:buFont typeface="Wingdings" pitchFamily="2" charset="2"/>
              <a:buChar char="v"/>
            </a:pPr>
            <a:r>
              <a:rPr lang="en-US" sz="2000" b="1" dirty="0"/>
              <a:t> </a:t>
            </a:r>
            <a:r>
              <a:rPr lang="en-US" sz="2000" b="1" dirty="0" err="1"/>
              <a:t>Hiệu</a:t>
            </a:r>
            <a:r>
              <a:rPr lang="en-US" sz="2000" b="1" dirty="0"/>
              <a:t> </a:t>
            </a:r>
            <a:r>
              <a:rPr lang="en-US" sz="2000" b="1" dirty="0" err="1"/>
              <a:t>điện</a:t>
            </a:r>
            <a:r>
              <a:rPr lang="en-US" sz="2000" b="1" dirty="0"/>
              <a:t> </a:t>
            </a:r>
            <a:r>
              <a:rPr lang="en-US" sz="2000" b="1" dirty="0" err="1"/>
              <a:t>thế</a:t>
            </a:r>
            <a:r>
              <a:rPr lang="en-US" sz="2000" b="1" dirty="0"/>
              <a:t> </a:t>
            </a:r>
            <a:r>
              <a:rPr lang="en-US" dirty="0" err="1"/>
              <a:t>là</a:t>
            </a:r>
            <a:r>
              <a:rPr lang="en-US" dirty="0"/>
              <a:t> </a:t>
            </a:r>
            <a:r>
              <a:rPr lang="en-US" dirty="0" err="1"/>
              <a:t>độ</a:t>
            </a:r>
            <a:r>
              <a:rPr lang="en-US" dirty="0"/>
              <a:t> </a:t>
            </a:r>
            <a:r>
              <a:rPr lang="en-US" dirty="0" err="1"/>
              <a:t>chênh</a:t>
            </a:r>
            <a:r>
              <a:rPr lang="en-US" dirty="0"/>
              <a:t> </a:t>
            </a:r>
            <a:r>
              <a:rPr lang="en-US" dirty="0" err="1"/>
              <a:t>lệch</a:t>
            </a:r>
            <a:r>
              <a:rPr lang="en-US" dirty="0"/>
              <a:t> </a:t>
            </a:r>
            <a:r>
              <a:rPr lang="en-US" dirty="0" err="1"/>
              <a:t>điện</a:t>
            </a:r>
            <a:r>
              <a:rPr lang="en-US" dirty="0"/>
              <a:t> </a:t>
            </a:r>
            <a:r>
              <a:rPr lang="en-US" dirty="0" err="1"/>
              <a:t>thế</a:t>
            </a:r>
            <a:r>
              <a:rPr lang="en-US" dirty="0"/>
              <a:t> </a:t>
            </a:r>
            <a:r>
              <a:rPr lang="en-US" dirty="0" err="1"/>
              <a:t>giữa</a:t>
            </a:r>
            <a:r>
              <a:rPr lang="en-US" dirty="0"/>
              <a:t> 2 </a:t>
            </a:r>
            <a:r>
              <a:rPr lang="en-US" dirty="0" err="1"/>
              <a:t>điểm</a:t>
            </a:r>
            <a:r>
              <a:rPr lang="en-US" dirty="0"/>
              <a:t> </a:t>
            </a:r>
            <a:r>
              <a:rPr lang="en-US" dirty="0" err="1"/>
              <a:t>trên</a:t>
            </a:r>
            <a:r>
              <a:rPr lang="en-US" dirty="0"/>
              <a:t> </a:t>
            </a:r>
            <a:r>
              <a:rPr lang="en-US" dirty="0" err="1"/>
              <a:t>mạch</a:t>
            </a:r>
            <a:r>
              <a:rPr lang="en-US" dirty="0"/>
              <a:t> </a:t>
            </a:r>
            <a:r>
              <a:rPr lang="en-US" dirty="0" err="1"/>
              <a:t>điện</a:t>
            </a:r>
            <a:endParaRPr lang="en-US" sz="2000" b="1" dirty="0"/>
          </a:p>
          <a:p>
            <a:pPr>
              <a:buFont typeface="Wingdings" pitchFamily="2" charset="2"/>
              <a:buChar char="v"/>
            </a:pPr>
            <a:r>
              <a:rPr lang="en-US" sz="2000" dirty="0"/>
              <a:t> </a:t>
            </a:r>
            <a:r>
              <a:rPr lang="en-US" sz="2000" dirty="0" err="1"/>
              <a:t>Đơn</a:t>
            </a:r>
            <a:r>
              <a:rPr lang="en-US" sz="2000" dirty="0"/>
              <a:t> </a:t>
            </a:r>
            <a:r>
              <a:rPr lang="en-US" sz="2000" dirty="0" err="1"/>
              <a:t>vị</a:t>
            </a:r>
            <a:r>
              <a:rPr lang="en-US" dirty="0"/>
              <a:t>: Volt</a:t>
            </a:r>
          </a:p>
          <a:p>
            <a:pPr>
              <a:buFont typeface="Wingdings" pitchFamily="2" charset="2"/>
              <a:buChar char="v"/>
            </a:pPr>
            <a:r>
              <a:rPr lang="en-US" dirty="0"/>
              <a:t> </a:t>
            </a:r>
            <a:r>
              <a:rPr lang="en-US" dirty="0" err="1"/>
              <a:t>Kí</a:t>
            </a:r>
            <a:r>
              <a:rPr lang="en-US" dirty="0"/>
              <a:t> </a:t>
            </a:r>
            <a:r>
              <a:rPr lang="en-US" dirty="0" err="1"/>
              <a:t>hiệu</a:t>
            </a:r>
            <a:r>
              <a:rPr lang="en-US" dirty="0"/>
              <a:t>: V (</a:t>
            </a:r>
            <a:r>
              <a:rPr lang="en-US" dirty="0" err="1"/>
              <a:t>điện</a:t>
            </a:r>
            <a:r>
              <a:rPr lang="en-US" dirty="0"/>
              <a:t> </a:t>
            </a:r>
            <a:r>
              <a:rPr lang="en-US" dirty="0" err="1"/>
              <a:t>áp</a:t>
            </a:r>
            <a:r>
              <a:rPr lang="en-US" dirty="0"/>
              <a:t>) </a:t>
            </a:r>
            <a:r>
              <a:rPr lang="en-US" dirty="0" err="1"/>
              <a:t>và</a:t>
            </a:r>
            <a:r>
              <a:rPr lang="en-US" dirty="0"/>
              <a:t> U</a:t>
            </a:r>
            <a:r>
              <a:rPr lang="en-US" baseline="-25000" dirty="0"/>
              <a:t>AB </a:t>
            </a:r>
            <a:r>
              <a:rPr lang="en-US" dirty="0"/>
              <a:t>(</a:t>
            </a:r>
            <a:r>
              <a:rPr lang="en-US" dirty="0" err="1"/>
              <a:t>hiệu</a:t>
            </a:r>
            <a:r>
              <a:rPr lang="en-US" dirty="0"/>
              <a:t> </a:t>
            </a:r>
            <a:r>
              <a:rPr lang="en-US" dirty="0" err="1"/>
              <a:t>điện</a:t>
            </a:r>
            <a:r>
              <a:rPr lang="en-US" dirty="0"/>
              <a:t> </a:t>
            </a:r>
            <a:r>
              <a:rPr lang="en-US" dirty="0" err="1"/>
              <a:t>thế</a:t>
            </a:r>
            <a:r>
              <a:rPr lang="en-US" dirty="0"/>
              <a:t>)</a:t>
            </a:r>
          </a:p>
          <a:p>
            <a:pPr>
              <a:buFont typeface="Wingdings" pitchFamily="2" charset="2"/>
              <a:buChar char="v"/>
            </a:pPr>
            <a:r>
              <a:rPr lang="en-US" dirty="0"/>
              <a:t> </a:t>
            </a:r>
            <a:r>
              <a:rPr lang="en-US" dirty="0" err="1"/>
              <a:t>Công</a:t>
            </a:r>
            <a:r>
              <a:rPr lang="en-US" dirty="0"/>
              <a:t> </a:t>
            </a:r>
            <a:r>
              <a:rPr lang="en-US" dirty="0" err="1"/>
              <a:t>thức</a:t>
            </a:r>
            <a:r>
              <a:rPr lang="en-US" dirty="0"/>
              <a:t> </a:t>
            </a:r>
            <a:r>
              <a:rPr lang="en-US" dirty="0" err="1"/>
              <a:t>tính</a:t>
            </a:r>
            <a:r>
              <a:rPr lang="en-US" dirty="0"/>
              <a:t>: U</a:t>
            </a:r>
            <a:r>
              <a:rPr lang="en-US" baseline="-25000" dirty="0"/>
              <a:t>AB</a:t>
            </a:r>
            <a:r>
              <a:rPr lang="en-US" dirty="0"/>
              <a:t> = V</a:t>
            </a:r>
            <a:r>
              <a:rPr lang="en-US" baseline="-25000" dirty="0"/>
              <a:t>A</a:t>
            </a:r>
            <a:r>
              <a:rPr lang="en-US" dirty="0"/>
              <a:t> - V</a:t>
            </a:r>
            <a:r>
              <a:rPr lang="en-US" baseline="-25000" dirty="0"/>
              <a:t>B</a:t>
            </a:r>
            <a:endParaRPr lang="en-US" dirty="0"/>
          </a:p>
          <a:p>
            <a:pPr lvl="1">
              <a:buFont typeface="Wingdings" panose="05000000000000000000" pitchFamily="2" charset="2"/>
              <a:buChar char="ü"/>
            </a:pPr>
            <a:r>
              <a:rPr lang="en-US" dirty="0"/>
              <a:t> U</a:t>
            </a:r>
            <a:r>
              <a:rPr lang="en-US" baseline="-25000" dirty="0"/>
              <a:t>AB</a:t>
            </a:r>
            <a:r>
              <a:rPr lang="en-US" dirty="0"/>
              <a:t> </a:t>
            </a:r>
            <a:r>
              <a:rPr lang="en-US" dirty="0" err="1"/>
              <a:t>là</a:t>
            </a:r>
            <a:r>
              <a:rPr lang="en-US" dirty="0"/>
              <a:t> </a:t>
            </a:r>
            <a:r>
              <a:rPr lang="en-US" dirty="0" err="1"/>
              <a:t>hiệu</a:t>
            </a:r>
            <a:r>
              <a:rPr lang="en-US" dirty="0"/>
              <a:t> </a:t>
            </a:r>
            <a:r>
              <a:rPr lang="en-US" dirty="0" err="1"/>
              <a:t>điện</a:t>
            </a:r>
            <a:r>
              <a:rPr lang="en-US" dirty="0"/>
              <a:t> </a:t>
            </a:r>
            <a:r>
              <a:rPr lang="en-US" dirty="0" err="1"/>
              <a:t>thế</a:t>
            </a:r>
            <a:r>
              <a:rPr lang="en-US" dirty="0"/>
              <a:t> </a:t>
            </a:r>
            <a:r>
              <a:rPr lang="en-US" dirty="0" err="1"/>
              <a:t>giữa</a:t>
            </a:r>
            <a:r>
              <a:rPr lang="en-US" dirty="0"/>
              <a:t> </a:t>
            </a:r>
            <a:r>
              <a:rPr lang="en-US" dirty="0" err="1"/>
              <a:t>hai</a:t>
            </a:r>
            <a:r>
              <a:rPr lang="en-US" dirty="0"/>
              <a:t> </a:t>
            </a:r>
            <a:r>
              <a:rPr lang="en-US" dirty="0" err="1"/>
              <a:t>điểm</a:t>
            </a:r>
            <a:r>
              <a:rPr lang="en-US" dirty="0"/>
              <a:t> A, B</a:t>
            </a:r>
            <a:endParaRPr lang="en-US" i="1" dirty="0">
              <a:latin typeface="Cambria Math" panose="02040503050406030204" pitchFamily="18" charset="0"/>
              <a:ea typeface="Cambria Math" panose="02040503050406030204" pitchFamily="18" charset="0"/>
            </a:endParaRPr>
          </a:p>
          <a:p>
            <a:pPr lvl="1">
              <a:buFont typeface="Wingdings" panose="05000000000000000000" pitchFamily="2" charset="2"/>
              <a:buChar char="ü"/>
            </a:pPr>
            <a:r>
              <a:rPr lang="en-US" dirty="0"/>
              <a:t> V</a:t>
            </a:r>
            <a:r>
              <a:rPr lang="en-US" baseline="-25000" dirty="0"/>
              <a:t>A</a:t>
            </a:r>
            <a:r>
              <a:rPr lang="en-US" dirty="0"/>
              <a:t>, V</a:t>
            </a:r>
            <a:r>
              <a:rPr lang="en-US" baseline="-25000" dirty="0"/>
              <a:t>B</a:t>
            </a:r>
            <a:r>
              <a:rPr lang="en-US" dirty="0"/>
              <a:t> </a:t>
            </a:r>
            <a:r>
              <a:rPr lang="en-US" dirty="0" err="1"/>
              <a:t>là</a:t>
            </a:r>
            <a:r>
              <a:rPr lang="en-US" dirty="0"/>
              <a:t> </a:t>
            </a:r>
            <a:r>
              <a:rPr lang="en-US" dirty="0" err="1"/>
              <a:t>điện</a:t>
            </a:r>
            <a:r>
              <a:rPr lang="en-US" dirty="0"/>
              <a:t> </a:t>
            </a:r>
            <a:r>
              <a:rPr lang="en-US" dirty="0" err="1"/>
              <a:t>áp</a:t>
            </a:r>
            <a:r>
              <a:rPr lang="en-US" dirty="0"/>
              <a:t> </a:t>
            </a:r>
            <a:r>
              <a:rPr lang="en-US" dirty="0" err="1"/>
              <a:t>tại</a:t>
            </a:r>
            <a:r>
              <a:rPr lang="en-US" dirty="0"/>
              <a:t> </a:t>
            </a:r>
            <a:r>
              <a:rPr lang="en-US" dirty="0" err="1"/>
              <a:t>hai</a:t>
            </a:r>
            <a:r>
              <a:rPr lang="en-US" dirty="0"/>
              <a:t> </a:t>
            </a:r>
            <a:r>
              <a:rPr lang="en-US" dirty="0" err="1"/>
              <a:t>điểm</a:t>
            </a:r>
            <a:r>
              <a:rPr lang="en-US" dirty="0"/>
              <a:t> A, B</a:t>
            </a:r>
          </a:p>
        </p:txBody>
      </p:sp>
      <p:sp>
        <p:nvSpPr>
          <p:cNvPr id="4" name="Footer Placeholder 3"/>
          <p:cNvSpPr>
            <a:spLocks noGrp="1"/>
          </p:cNvSpPr>
          <p:nvPr>
            <p:ph type="ftr" sz="quarter" idx="11"/>
          </p:nvPr>
        </p:nvSpPr>
        <p:spPr/>
        <p:txBody>
          <a:bodyPr/>
          <a:lstStyle/>
          <a:p>
            <a:r>
              <a:rPr lang="sv-SE"/>
              <a:t>Trịnh Lê Huy</a:t>
            </a:r>
            <a:endParaRPr lang="sv-SE" dirty="0"/>
          </a:p>
        </p:txBody>
      </p:sp>
      <p:sp>
        <p:nvSpPr>
          <p:cNvPr id="5" name="Slide Number Placeholder 4"/>
          <p:cNvSpPr>
            <a:spLocks noGrp="1"/>
          </p:cNvSpPr>
          <p:nvPr>
            <p:ph type="sldNum" sz="quarter" idx="12"/>
          </p:nvPr>
        </p:nvSpPr>
        <p:spPr/>
        <p:txBody>
          <a:bodyPr/>
          <a:lstStyle/>
          <a:p>
            <a:fld id="{1DB5ABAE-A3C1-4AF6-9B4A-B8A593CBFB77}" type="slidenum">
              <a:rPr lang="sv-SE" smtClean="0"/>
              <a:pPr/>
              <a:t>29</a:t>
            </a:fld>
            <a:endParaRPr lang="sv-SE" sz="1400">
              <a:latin typeface="Times" pitchFamily="1" charset="0"/>
            </a:endParaRPr>
          </a:p>
        </p:txBody>
      </p:sp>
      <p:pic>
        <p:nvPicPr>
          <p:cNvPr id="1026" name="Picture 2" descr="Image result for electric potential difference gif"/>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68035" y="4065530"/>
            <a:ext cx="4286250" cy="1533526"/>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val="75805865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Công</a:t>
            </a:r>
            <a:r>
              <a:rPr lang="en-US" dirty="0"/>
              <a:t> </a:t>
            </a:r>
            <a:r>
              <a:rPr lang="en-US" dirty="0" err="1"/>
              <a:t>suất</a:t>
            </a:r>
            <a:endParaRPr lang="en-US" dirty="0"/>
          </a:p>
        </p:txBody>
      </p:sp>
      <p:sp>
        <p:nvSpPr>
          <p:cNvPr id="3" name="Content Placeholder 2"/>
          <p:cNvSpPr>
            <a:spLocks noGrp="1"/>
          </p:cNvSpPr>
          <p:nvPr>
            <p:ph idx="1"/>
          </p:nvPr>
        </p:nvSpPr>
        <p:spPr>
          <a:xfrm>
            <a:off x="742950" y="1763815"/>
            <a:ext cx="8420100" cy="4612450"/>
          </a:xfrm>
        </p:spPr>
        <p:txBody>
          <a:bodyPr>
            <a:noAutofit/>
          </a:bodyPr>
          <a:lstStyle/>
          <a:p>
            <a:pPr>
              <a:buFont typeface="Wingdings" pitchFamily="2" charset="2"/>
              <a:buChar char="v"/>
            </a:pPr>
            <a:r>
              <a:rPr lang="en-US" sz="2000" b="1" dirty="0"/>
              <a:t> </a:t>
            </a:r>
            <a:r>
              <a:rPr lang="en-US" sz="2000" b="1" dirty="0" err="1"/>
              <a:t>Công</a:t>
            </a:r>
            <a:r>
              <a:rPr lang="en-US" sz="2000" b="1" dirty="0"/>
              <a:t> </a:t>
            </a:r>
            <a:r>
              <a:rPr lang="en-US" sz="2000" b="1" dirty="0" err="1"/>
              <a:t>suất</a:t>
            </a:r>
            <a:r>
              <a:rPr lang="en-US" sz="2000" b="1" dirty="0"/>
              <a:t> </a:t>
            </a:r>
            <a:r>
              <a:rPr lang="en-US" dirty="0" err="1"/>
              <a:t>là</a:t>
            </a:r>
            <a:r>
              <a:rPr lang="en-US" dirty="0"/>
              <a:t> </a:t>
            </a:r>
            <a:r>
              <a:rPr lang="en-US" dirty="0" err="1"/>
              <a:t>công</a:t>
            </a:r>
            <a:r>
              <a:rPr lang="en-US" dirty="0"/>
              <a:t> </a:t>
            </a:r>
            <a:r>
              <a:rPr lang="en-US" dirty="0" err="1"/>
              <a:t>của</a:t>
            </a:r>
            <a:r>
              <a:rPr lang="en-US" dirty="0"/>
              <a:t> </a:t>
            </a:r>
            <a:r>
              <a:rPr lang="en-US" dirty="0" err="1"/>
              <a:t>dòng</a:t>
            </a:r>
            <a:r>
              <a:rPr lang="en-US" dirty="0"/>
              <a:t> </a:t>
            </a:r>
            <a:r>
              <a:rPr lang="en-US" dirty="0" err="1"/>
              <a:t>điện</a:t>
            </a:r>
            <a:r>
              <a:rPr lang="en-US" dirty="0"/>
              <a:t> </a:t>
            </a:r>
            <a:r>
              <a:rPr lang="en-US" dirty="0" err="1"/>
              <a:t>sinh</a:t>
            </a:r>
            <a:r>
              <a:rPr lang="en-US" dirty="0"/>
              <a:t> </a:t>
            </a:r>
            <a:r>
              <a:rPr lang="en-US" dirty="0" err="1"/>
              <a:t>ra</a:t>
            </a:r>
            <a:r>
              <a:rPr lang="en-US" dirty="0"/>
              <a:t> </a:t>
            </a:r>
            <a:r>
              <a:rPr lang="en-US" dirty="0" err="1"/>
              <a:t>trong</a:t>
            </a:r>
            <a:r>
              <a:rPr lang="en-US" dirty="0"/>
              <a:t> </a:t>
            </a:r>
            <a:r>
              <a:rPr lang="en-US" dirty="0" err="1"/>
              <a:t>một</a:t>
            </a:r>
            <a:r>
              <a:rPr lang="en-US" dirty="0"/>
              <a:t> </a:t>
            </a:r>
            <a:r>
              <a:rPr lang="en-US" dirty="0" err="1"/>
              <a:t>đơn</a:t>
            </a:r>
            <a:r>
              <a:rPr lang="en-US" dirty="0"/>
              <a:t> </a:t>
            </a:r>
            <a:r>
              <a:rPr lang="en-US" dirty="0" err="1"/>
              <a:t>vị</a:t>
            </a:r>
            <a:r>
              <a:rPr lang="en-US" dirty="0"/>
              <a:t> </a:t>
            </a:r>
            <a:r>
              <a:rPr lang="en-US" dirty="0" err="1"/>
              <a:t>thời</a:t>
            </a:r>
            <a:r>
              <a:rPr lang="en-US" dirty="0"/>
              <a:t> </a:t>
            </a:r>
            <a:r>
              <a:rPr lang="en-US" dirty="0" err="1"/>
              <a:t>gian</a:t>
            </a:r>
            <a:r>
              <a:rPr lang="en-US" dirty="0"/>
              <a:t> </a:t>
            </a:r>
            <a:r>
              <a:rPr lang="en-US" dirty="0" err="1"/>
              <a:t>là</a:t>
            </a:r>
            <a:r>
              <a:rPr lang="en-US" dirty="0"/>
              <a:t> 1 </a:t>
            </a:r>
            <a:r>
              <a:rPr lang="en-US" dirty="0" err="1"/>
              <a:t>giây</a:t>
            </a:r>
            <a:r>
              <a:rPr lang="en-US" dirty="0"/>
              <a:t>. </a:t>
            </a:r>
            <a:r>
              <a:rPr lang="en-US" dirty="0" err="1"/>
              <a:t>Nói</a:t>
            </a:r>
            <a:r>
              <a:rPr lang="en-US" dirty="0"/>
              <a:t> </a:t>
            </a:r>
            <a:r>
              <a:rPr lang="en-US" dirty="0" err="1"/>
              <a:t>cách</a:t>
            </a:r>
            <a:r>
              <a:rPr lang="en-US" dirty="0"/>
              <a:t> </a:t>
            </a:r>
            <a:r>
              <a:rPr lang="en-US" dirty="0" err="1"/>
              <a:t>khác</a:t>
            </a:r>
            <a:r>
              <a:rPr lang="en-US" dirty="0"/>
              <a:t> </a:t>
            </a:r>
            <a:r>
              <a:rPr lang="en-US" dirty="0" err="1"/>
              <a:t>nó</a:t>
            </a:r>
            <a:r>
              <a:rPr lang="en-US" dirty="0"/>
              <a:t> </a:t>
            </a:r>
            <a:r>
              <a:rPr lang="en-US" dirty="0" err="1"/>
              <a:t>bằng</a:t>
            </a:r>
            <a:r>
              <a:rPr lang="en-US" dirty="0"/>
              <a:t> </a:t>
            </a:r>
            <a:r>
              <a:rPr lang="en-US" dirty="0" err="1"/>
              <a:t>tích</a:t>
            </a:r>
            <a:r>
              <a:rPr lang="en-US" dirty="0"/>
              <a:t> </a:t>
            </a:r>
            <a:r>
              <a:rPr lang="en-US" dirty="0" err="1"/>
              <a:t>của</a:t>
            </a:r>
            <a:r>
              <a:rPr lang="en-US" dirty="0"/>
              <a:t> </a:t>
            </a:r>
            <a:r>
              <a:rPr lang="en-US" dirty="0" err="1"/>
              <a:t>hiệu</a:t>
            </a:r>
            <a:r>
              <a:rPr lang="en-US" dirty="0"/>
              <a:t> </a:t>
            </a:r>
            <a:r>
              <a:rPr lang="en-US" dirty="0" err="1"/>
              <a:t>điện</a:t>
            </a:r>
            <a:r>
              <a:rPr lang="en-US" dirty="0"/>
              <a:t> </a:t>
            </a:r>
            <a:r>
              <a:rPr lang="en-US" dirty="0" err="1"/>
              <a:t>thế</a:t>
            </a:r>
            <a:r>
              <a:rPr lang="en-US" dirty="0"/>
              <a:t> </a:t>
            </a:r>
            <a:r>
              <a:rPr lang="en-US" dirty="0" err="1"/>
              <a:t>giữa</a:t>
            </a:r>
            <a:r>
              <a:rPr lang="en-US" dirty="0"/>
              <a:t> </a:t>
            </a:r>
            <a:r>
              <a:rPr lang="en-US" dirty="0" err="1"/>
              <a:t>hai</a:t>
            </a:r>
            <a:r>
              <a:rPr lang="en-US" dirty="0"/>
              <a:t> </a:t>
            </a:r>
            <a:r>
              <a:rPr lang="en-US" dirty="0" err="1"/>
              <a:t>đầu</a:t>
            </a:r>
            <a:r>
              <a:rPr lang="en-US" dirty="0"/>
              <a:t> </a:t>
            </a:r>
            <a:r>
              <a:rPr lang="en-US" dirty="0" err="1"/>
              <a:t>đoạn</a:t>
            </a:r>
            <a:r>
              <a:rPr lang="en-US" dirty="0"/>
              <a:t> </a:t>
            </a:r>
            <a:r>
              <a:rPr lang="en-US" dirty="0" err="1"/>
              <a:t>mạch</a:t>
            </a:r>
            <a:r>
              <a:rPr lang="en-US" dirty="0"/>
              <a:t> </a:t>
            </a:r>
            <a:r>
              <a:rPr lang="en-US" dirty="0" err="1"/>
              <a:t>và</a:t>
            </a:r>
            <a:r>
              <a:rPr lang="en-US" dirty="0"/>
              <a:t> </a:t>
            </a:r>
            <a:r>
              <a:rPr lang="en-US" dirty="0" err="1"/>
              <a:t>cường</a:t>
            </a:r>
            <a:r>
              <a:rPr lang="en-US" dirty="0"/>
              <a:t> </a:t>
            </a:r>
            <a:r>
              <a:rPr lang="en-US" dirty="0" err="1"/>
              <a:t>độ</a:t>
            </a:r>
            <a:r>
              <a:rPr lang="en-US" dirty="0"/>
              <a:t> </a:t>
            </a:r>
            <a:r>
              <a:rPr lang="en-US" dirty="0" err="1"/>
              <a:t>dòng</a:t>
            </a:r>
            <a:r>
              <a:rPr lang="en-US" dirty="0"/>
              <a:t> </a:t>
            </a:r>
            <a:r>
              <a:rPr lang="en-US" dirty="0" err="1"/>
              <a:t>điện</a:t>
            </a:r>
            <a:r>
              <a:rPr lang="en-US" dirty="0"/>
              <a:t> </a:t>
            </a:r>
            <a:r>
              <a:rPr lang="en-US" dirty="0" err="1"/>
              <a:t>chạy</a:t>
            </a:r>
            <a:r>
              <a:rPr lang="en-US" dirty="0"/>
              <a:t> qua </a:t>
            </a:r>
            <a:r>
              <a:rPr lang="en-US" dirty="0" err="1"/>
              <a:t>nó</a:t>
            </a:r>
            <a:r>
              <a:rPr lang="en-US" dirty="0"/>
              <a:t>.</a:t>
            </a:r>
          </a:p>
          <a:p>
            <a:pPr>
              <a:buFont typeface="Wingdings" pitchFamily="2" charset="2"/>
              <a:buChar char="v"/>
            </a:pPr>
            <a:r>
              <a:rPr lang="en-US" sz="2000" dirty="0" err="1"/>
              <a:t>Đơn</a:t>
            </a:r>
            <a:r>
              <a:rPr lang="en-US" sz="2000" dirty="0"/>
              <a:t> </a:t>
            </a:r>
            <a:r>
              <a:rPr lang="en-US" sz="2000" dirty="0" err="1"/>
              <a:t>vị</a:t>
            </a:r>
            <a:r>
              <a:rPr lang="en-US" dirty="0"/>
              <a:t>: Watt</a:t>
            </a:r>
          </a:p>
          <a:p>
            <a:pPr>
              <a:buFont typeface="Wingdings" pitchFamily="2" charset="2"/>
              <a:buChar char="v"/>
            </a:pPr>
            <a:r>
              <a:rPr lang="en-US" dirty="0"/>
              <a:t> </a:t>
            </a:r>
            <a:r>
              <a:rPr lang="en-US" dirty="0" err="1"/>
              <a:t>Kí</a:t>
            </a:r>
            <a:r>
              <a:rPr lang="en-US" dirty="0"/>
              <a:t> </a:t>
            </a:r>
            <a:r>
              <a:rPr lang="en-US" dirty="0" err="1"/>
              <a:t>hiệu</a:t>
            </a:r>
            <a:r>
              <a:rPr lang="en-US" dirty="0"/>
              <a:t>: P</a:t>
            </a:r>
          </a:p>
          <a:p>
            <a:pPr>
              <a:buFont typeface="Wingdings" pitchFamily="2" charset="2"/>
              <a:buChar char="v"/>
            </a:pPr>
            <a:r>
              <a:rPr lang="en-US" dirty="0"/>
              <a:t> </a:t>
            </a:r>
            <a:r>
              <a:rPr lang="en-US" dirty="0" err="1"/>
              <a:t>Công</a:t>
            </a:r>
            <a:r>
              <a:rPr lang="en-US" dirty="0"/>
              <a:t> </a:t>
            </a:r>
            <a:r>
              <a:rPr lang="en-US" dirty="0" err="1"/>
              <a:t>thức</a:t>
            </a:r>
            <a:r>
              <a:rPr lang="en-US" dirty="0"/>
              <a:t> </a:t>
            </a:r>
            <a:r>
              <a:rPr lang="en-US" dirty="0" err="1"/>
              <a:t>tính</a:t>
            </a:r>
            <a:r>
              <a:rPr lang="en-US" dirty="0"/>
              <a:t>: P</a:t>
            </a:r>
            <a:r>
              <a:rPr lang="en-US" baseline="-25000" dirty="0"/>
              <a:t>AB</a:t>
            </a:r>
            <a:r>
              <a:rPr lang="en-US" dirty="0"/>
              <a:t> = U</a:t>
            </a:r>
            <a:r>
              <a:rPr lang="en-US" baseline="-25000" dirty="0"/>
              <a:t>AB</a:t>
            </a:r>
            <a:r>
              <a:rPr lang="en-US" dirty="0"/>
              <a:t> . I</a:t>
            </a:r>
          </a:p>
          <a:p>
            <a:pPr lvl="1">
              <a:buFont typeface="Wingdings" panose="05000000000000000000" pitchFamily="2" charset="2"/>
              <a:buChar char="ü"/>
            </a:pPr>
            <a:r>
              <a:rPr lang="en-US" dirty="0"/>
              <a:t> P</a:t>
            </a:r>
            <a:r>
              <a:rPr lang="en-US" baseline="-25000" dirty="0"/>
              <a:t>AB</a:t>
            </a:r>
            <a:r>
              <a:rPr lang="en-US" dirty="0"/>
              <a:t> </a:t>
            </a:r>
            <a:r>
              <a:rPr lang="en-US" dirty="0" err="1"/>
              <a:t>là</a:t>
            </a:r>
            <a:r>
              <a:rPr lang="en-US" dirty="0"/>
              <a:t> </a:t>
            </a:r>
            <a:r>
              <a:rPr lang="en-US" dirty="0" err="1"/>
              <a:t>công</a:t>
            </a:r>
            <a:r>
              <a:rPr lang="en-US" dirty="0"/>
              <a:t> </a:t>
            </a:r>
            <a:r>
              <a:rPr lang="en-US" dirty="0" err="1"/>
              <a:t>suất</a:t>
            </a:r>
            <a:r>
              <a:rPr lang="en-US" dirty="0"/>
              <a:t> </a:t>
            </a:r>
            <a:r>
              <a:rPr lang="en-US" dirty="0" err="1"/>
              <a:t>của</a:t>
            </a:r>
            <a:r>
              <a:rPr lang="en-US" dirty="0"/>
              <a:t> </a:t>
            </a:r>
            <a:r>
              <a:rPr lang="en-US" dirty="0" err="1"/>
              <a:t>đoạn</a:t>
            </a:r>
            <a:r>
              <a:rPr lang="en-US" dirty="0"/>
              <a:t> </a:t>
            </a:r>
            <a:r>
              <a:rPr lang="en-US" dirty="0" err="1"/>
              <a:t>mạch</a:t>
            </a:r>
            <a:r>
              <a:rPr lang="en-US" dirty="0"/>
              <a:t> AB</a:t>
            </a:r>
          </a:p>
          <a:p>
            <a:pPr lvl="1">
              <a:buFont typeface="Wingdings" panose="05000000000000000000" pitchFamily="2" charset="2"/>
              <a:buChar char="ü"/>
            </a:pPr>
            <a:r>
              <a:rPr lang="en-US" dirty="0"/>
              <a:t> U</a:t>
            </a:r>
            <a:r>
              <a:rPr lang="en-US" baseline="-25000" dirty="0"/>
              <a:t>AB</a:t>
            </a:r>
            <a:r>
              <a:rPr lang="en-US" dirty="0"/>
              <a:t> </a:t>
            </a:r>
            <a:r>
              <a:rPr lang="en-US" dirty="0" err="1"/>
              <a:t>là</a:t>
            </a:r>
            <a:r>
              <a:rPr lang="en-US" dirty="0"/>
              <a:t> </a:t>
            </a:r>
            <a:r>
              <a:rPr lang="en-US" dirty="0" err="1"/>
              <a:t>hiệu</a:t>
            </a:r>
            <a:r>
              <a:rPr lang="en-US" dirty="0"/>
              <a:t> </a:t>
            </a:r>
            <a:r>
              <a:rPr lang="en-US" dirty="0" err="1"/>
              <a:t>điện</a:t>
            </a:r>
            <a:r>
              <a:rPr lang="en-US" dirty="0"/>
              <a:t> </a:t>
            </a:r>
            <a:r>
              <a:rPr lang="en-US" dirty="0" err="1"/>
              <a:t>thế</a:t>
            </a:r>
            <a:r>
              <a:rPr lang="en-US" dirty="0"/>
              <a:t> </a:t>
            </a:r>
            <a:r>
              <a:rPr lang="en-US" dirty="0" err="1"/>
              <a:t>giữa</a:t>
            </a:r>
            <a:r>
              <a:rPr lang="en-US" dirty="0"/>
              <a:t> </a:t>
            </a:r>
            <a:r>
              <a:rPr lang="en-US" dirty="0" err="1"/>
              <a:t>hai</a:t>
            </a:r>
            <a:r>
              <a:rPr lang="en-US" dirty="0"/>
              <a:t> </a:t>
            </a:r>
            <a:r>
              <a:rPr lang="en-US" dirty="0" err="1"/>
              <a:t>điểm</a:t>
            </a:r>
            <a:r>
              <a:rPr lang="en-US" dirty="0"/>
              <a:t> A, B</a:t>
            </a:r>
            <a:endParaRPr lang="en-US" i="1" dirty="0">
              <a:latin typeface="Cambria Math" panose="02040503050406030204" pitchFamily="18" charset="0"/>
              <a:ea typeface="Cambria Math" panose="02040503050406030204" pitchFamily="18" charset="0"/>
            </a:endParaRPr>
          </a:p>
          <a:p>
            <a:pPr lvl="1">
              <a:buFont typeface="Wingdings" panose="05000000000000000000" pitchFamily="2" charset="2"/>
              <a:buChar char="ü"/>
            </a:pPr>
            <a:r>
              <a:rPr lang="en-US" dirty="0"/>
              <a:t> I </a:t>
            </a:r>
            <a:r>
              <a:rPr lang="en-US" dirty="0" err="1"/>
              <a:t>là</a:t>
            </a:r>
            <a:r>
              <a:rPr lang="en-US" dirty="0"/>
              <a:t> </a:t>
            </a:r>
            <a:r>
              <a:rPr lang="en-US" dirty="0" err="1"/>
              <a:t>cường</a:t>
            </a:r>
            <a:r>
              <a:rPr lang="en-US" dirty="0"/>
              <a:t> </a:t>
            </a:r>
            <a:r>
              <a:rPr lang="en-US" dirty="0" err="1"/>
              <a:t>độ</a:t>
            </a:r>
            <a:r>
              <a:rPr lang="en-US" dirty="0"/>
              <a:t> </a:t>
            </a:r>
            <a:r>
              <a:rPr lang="en-US" dirty="0" err="1"/>
              <a:t>dòng</a:t>
            </a:r>
            <a:r>
              <a:rPr lang="en-US" dirty="0"/>
              <a:t> </a:t>
            </a:r>
            <a:r>
              <a:rPr lang="en-US" dirty="0" err="1"/>
              <a:t>điện</a:t>
            </a:r>
            <a:r>
              <a:rPr lang="en-US" dirty="0"/>
              <a:t> </a:t>
            </a:r>
            <a:r>
              <a:rPr lang="en-US" dirty="0" err="1"/>
              <a:t>đi</a:t>
            </a:r>
            <a:r>
              <a:rPr lang="en-US" dirty="0"/>
              <a:t> qua </a:t>
            </a:r>
            <a:r>
              <a:rPr lang="en-US" dirty="0" err="1"/>
              <a:t>hai</a:t>
            </a:r>
            <a:r>
              <a:rPr lang="en-US" dirty="0"/>
              <a:t> </a:t>
            </a:r>
            <a:r>
              <a:rPr lang="en-US" dirty="0" err="1"/>
              <a:t>điểm</a:t>
            </a:r>
            <a:r>
              <a:rPr lang="en-US" dirty="0"/>
              <a:t> A, B</a:t>
            </a:r>
          </a:p>
        </p:txBody>
      </p:sp>
      <p:sp>
        <p:nvSpPr>
          <p:cNvPr id="4" name="Footer Placeholder 3"/>
          <p:cNvSpPr>
            <a:spLocks noGrp="1"/>
          </p:cNvSpPr>
          <p:nvPr>
            <p:ph type="ftr" sz="quarter" idx="11"/>
          </p:nvPr>
        </p:nvSpPr>
        <p:spPr/>
        <p:txBody>
          <a:bodyPr/>
          <a:lstStyle/>
          <a:p>
            <a:r>
              <a:rPr lang="sv-SE"/>
              <a:t>Trịnh Lê Huy</a:t>
            </a:r>
            <a:endParaRPr lang="sv-SE" dirty="0"/>
          </a:p>
        </p:txBody>
      </p:sp>
      <p:sp>
        <p:nvSpPr>
          <p:cNvPr id="5" name="Slide Number Placeholder 4"/>
          <p:cNvSpPr>
            <a:spLocks noGrp="1"/>
          </p:cNvSpPr>
          <p:nvPr>
            <p:ph type="sldNum" sz="quarter" idx="12"/>
          </p:nvPr>
        </p:nvSpPr>
        <p:spPr/>
        <p:txBody>
          <a:bodyPr/>
          <a:lstStyle/>
          <a:p>
            <a:fld id="{1DB5ABAE-A3C1-4AF6-9B4A-B8A593CBFB77}" type="slidenum">
              <a:rPr lang="sv-SE" smtClean="0"/>
              <a:pPr/>
              <a:t>30</a:t>
            </a:fld>
            <a:endParaRPr lang="sv-SE" sz="1400">
              <a:latin typeface="Times" pitchFamily="1" charset="0"/>
            </a:endParaRPr>
          </a:p>
        </p:txBody>
      </p:sp>
      <p:pic>
        <p:nvPicPr>
          <p:cNvPr id="2052" name="Picture 4" descr="Image result for electric Power gif funny"/>
          <p:cNvPicPr>
            <a:picLocks noChangeAspect="1" noChangeArrowheads="1" noCrop="1"/>
          </p:cNvPicPr>
          <p:nvPr/>
        </p:nvPicPr>
        <p:blipFill>
          <a:blip r:embed="rId3">
            <a:extLst>
              <a:ext uri="{28A0092B-C50C-407E-A947-70E740481C1C}">
                <a14:useLocalDpi xmlns:a14="http://schemas.microsoft.com/office/drawing/2010/main" val="0"/>
              </a:ext>
            </a:extLst>
          </a:blip>
          <a:srcRect/>
          <a:stretch>
            <a:fillRect/>
          </a:stretch>
        </p:blipFill>
        <p:spPr bwMode="auto">
          <a:xfrm>
            <a:off x="5898104" y="2573905"/>
            <a:ext cx="3212039" cy="2177762"/>
          </a:xfrm>
          <a:prstGeom prst="rect">
            <a:avLst/>
          </a:prstGeom>
          <a:ln>
            <a:noFill/>
          </a:ln>
          <a:effectLst>
            <a:softEdge rad="112500"/>
          </a:effectLst>
          <a:extLst>
            <a:ext uri="{909E8E84-426E-40dd-AFC4-6F175D3DCCD1}">
              <a14:hiddenFill xmlns:a14="http://schemas.microsoft.com/office/drawing/2010/main" xmlns="">
                <a:solidFill>
                  <a:srgbClr val="FFFFFF"/>
                </a:solidFill>
              </a14:hiddenFill>
            </a:ext>
          </a:extLst>
        </p:spPr>
      </p:pic>
      <p:sp>
        <p:nvSpPr>
          <p:cNvPr id="9" name="TextBox 8"/>
          <p:cNvSpPr txBox="1"/>
          <p:nvPr/>
        </p:nvSpPr>
        <p:spPr>
          <a:xfrm>
            <a:off x="733873" y="5588171"/>
            <a:ext cx="7069243" cy="707886"/>
          </a:xfrm>
          <a:prstGeom prst="rect">
            <a:avLst/>
          </a:prstGeom>
          <a:noFill/>
        </p:spPr>
        <p:txBody>
          <a:bodyPr wrap="none" rtlCol="0">
            <a:spAutoFit/>
          </a:bodyPr>
          <a:lstStyle/>
          <a:p>
            <a:pPr algn="l"/>
            <a:r>
              <a:rPr lang="en-US" sz="2000" dirty="0" err="1">
                <a:solidFill>
                  <a:schemeClr val="tx1">
                    <a:lumMod val="75000"/>
                    <a:lumOff val="25000"/>
                  </a:schemeClr>
                </a:solidFill>
                <a:latin typeface="+mn-lt"/>
              </a:rPr>
              <a:t>Ví</a:t>
            </a:r>
            <a:r>
              <a:rPr lang="en-US" sz="2000" dirty="0">
                <a:solidFill>
                  <a:schemeClr val="tx1">
                    <a:lumMod val="75000"/>
                    <a:lumOff val="25000"/>
                  </a:schemeClr>
                </a:solidFill>
                <a:latin typeface="+mn-lt"/>
              </a:rPr>
              <a:t> </a:t>
            </a:r>
            <a:r>
              <a:rPr lang="en-US" sz="2000" dirty="0" err="1">
                <a:solidFill>
                  <a:schemeClr val="tx1">
                    <a:lumMod val="75000"/>
                    <a:lumOff val="25000"/>
                  </a:schemeClr>
                </a:solidFill>
                <a:latin typeface="+mn-lt"/>
              </a:rPr>
              <a:t>dụ</a:t>
            </a:r>
            <a:r>
              <a:rPr lang="en-US" sz="2000" dirty="0">
                <a:solidFill>
                  <a:schemeClr val="tx1">
                    <a:lumMod val="75000"/>
                    <a:lumOff val="25000"/>
                  </a:schemeClr>
                </a:solidFill>
                <a:latin typeface="+mn-lt"/>
              </a:rPr>
              <a:t>: </a:t>
            </a:r>
            <a:r>
              <a:rPr lang="en-US" sz="2000" dirty="0" err="1">
                <a:solidFill>
                  <a:schemeClr val="tx1">
                    <a:lumMod val="75000"/>
                    <a:lumOff val="25000"/>
                  </a:schemeClr>
                </a:solidFill>
                <a:latin typeface="+mn-lt"/>
              </a:rPr>
              <a:t>Tính</a:t>
            </a:r>
            <a:r>
              <a:rPr lang="en-US" sz="2000" dirty="0">
                <a:solidFill>
                  <a:schemeClr val="tx1">
                    <a:lumMod val="75000"/>
                    <a:lumOff val="25000"/>
                  </a:schemeClr>
                </a:solidFill>
                <a:latin typeface="+mn-lt"/>
              </a:rPr>
              <a:t> </a:t>
            </a:r>
            <a:r>
              <a:rPr lang="en-US" sz="2000" dirty="0" err="1">
                <a:solidFill>
                  <a:schemeClr val="tx1">
                    <a:lumMod val="75000"/>
                    <a:lumOff val="25000"/>
                  </a:schemeClr>
                </a:solidFill>
                <a:latin typeface="+mn-lt"/>
              </a:rPr>
              <a:t>công</a:t>
            </a:r>
            <a:r>
              <a:rPr lang="en-US" sz="2000" dirty="0">
                <a:solidFill>
                  <a:schemeClr val="tx1">
                    <a:lumMod val="75000"/>
                    <a:lumOff val="25000"/>
                  </a:schemeClr>
                </a:solidFill>
                <a:latin typeface="+mn-lt"/>
              </a:rPr>
              <a:t> </a:t>
            </a:r>
            <a:r>
              <a:rPr lang="en-US" sz="2000" dirty="0" err="1">
                <a:solidFill>
                  <a:schemeClr val="tx1">
                    <a:lumMod val="75000"/>
                    <a:lumOff val="25000"/>
                  </a:schemeClr>
                </a:solidFill>
                <a:latin typeface="+mn-lt"/>
              </a:rPr>
              <a:t>suất</a:t>
            </a:r>
            <a:r>
              <a:rPr lang="en-US" sz="2000" dirty="0">
                <a:solidFill>
                  <a:schemeClr val="tx1">
                    <a:lumMod val="75000"/>
                    <a:lumOff val="25000"/>
                  </a:schemeClr>
                </a:solidFill>
                <a:latin typeface="+mn-lt"/>
              </a:rPr>
              <a:t> </a:t>
            </a:r>
            <a:r>
              <a:rPr lang="en-US" sz="2000" dirty="0" err="1">
                <a:solidFill>
                  <a:schemeClr val="tx1">
                    <a:lumMod val="75000"/>
                    <a:lumOff val="25000"/>
                  </a:schemeClr>
                </a:solidFill>
                <a:latin typeface="+mn-lt"/>
              </a:rPr>
              <a:t>của</a:t>
            </a:r>
            <a:r>
              <a:rPr lang="en-US" sz="2000" dirty="0">
                <a:solidFill>
                  <a:schemeClr val="tx1">
                    <a:lumMod val="75000"/>
                    <a:lumOff val="25000"/>
                  </a:schemeClr>
                </a:solidFill>
                <a:latin typeface="+mn-lt"/>
              </a:rPr>
              <a:t> </a:t>
            </a:r>
            <a:r>
              <a:rPr lang="en-US" sz="2000" dirty="0" err="1">
                <a:solidFill>
                  <a:schemeClr val="tx1">
                    <a:lumMod val="75000"/>
                    <a:lumOff val="25000"/>
                  </a:schemeClr>
                </a:solidFill>
                <a:latin typeface="+mn-lt"/>
              </a:rPr>
              <a:t>đoạn</a:t>
            </a:r>
            <a:r>
              <a:rPr lang="en-US" sz="2000" dirty="0">
                <a:solidFill>
                  <a:schemeClr val="tx1">
                    <a:lumMod val="75000"/>
                    <a:lumOff val="25000"/>
                  </a:schemeClr>
                </a:solidFill>
                <a:latin typeface="+mn-lt"/>
              </a:rPr>
              <a:t> </a:t>
            </a:r>
            <a:r>
              <a:rPr lang="en-US" sz="2000" dirty="0" err="1">
                <a:solidFill>
                  <a:schemeClr val="tx1">
                    <a:lumMod val="75000"/>
                    <a:lumOff val="25000"/>
                  </a:schemeClr>
                </a:solidFill>
                <a:latin typeface="+mn-lt"/>
              </a:rPr>
              <a:t>mạch</a:t>
            </a:r>
            <a:r>
              <a:rPr lang="en-US" sz="2000" dirty="0">
                <a:solidFill>
                  <a:schemeClr val="tx1">
                    <a:lumMod val="75000"/>
                    <a:lumOff val="25000"/>
                  </a:schemeClr>
                </a:solidFill>
                <a:latin typeface="+mn-lt"/>
              </a:rPr>
              <a:t> AB. </a:t>
            </a:r>
            <a:r>
              <a:rPr lang="en-US" sz="2000" dirty="0" err="1">
                <a:solidFill>
                  <a:schemeClr val="tx1">
                    <a:lumMod val="75000"/>
                    <a:lumOff val="25000"/>
                  </a:schemeClr>
                </a:solidFill>
                <a:latin typeface="+mn-lt"/>
              </a:rPr>
              <a:t>Biết</a:t>
            </a:r>
            <a:r>
              <a:rPr lang="en-US" sz="2000" dirty="0">
                <a:solidFill>
                  <a:schemeClr val="tx1">
                    <a:lumMod val="75000"/>
                    <a:lumOff val="25000"/>
                  </a:schemeClr>
                </a:solidFill>
                <a:latin typeface="+mn-lt"/>
              </a:rPr>
              <a:t> U</a:t>
            </a:r>
            <a:r>
              <a:rPr lang="en-US" sz="2000" baseline="-25000" dirty="0">
                <a:solidFill>
                  <a:schemeClr val="tx1">
                    <a:lumMod val="75000"/>
                    <a:lumOff val="25000"/>
                  </a:schemeClr>
                </a:solidFill>
                <a:latin typeface="+mn-lt"/>
              </a:rPr>
              <a:t>AB </a:t>
            </a:r>
            <a:r>
              <a:rPr lang="en-US" sz="2000" dirty="0">
                <a:solidFill>
                  <a:schemeClr val="tx1">
                    <a:lumMod val="75000"/>
                    <a:lumOff val="25000"/>
                  </a:schemeClr>
                </a:solidFill>
                <a:latin typeface="+mn-lt"/>
              </a:rPr>
              <a:t>= 5V, I</a:t>
            </a:r>
            <a:r>
              <a:rPr lang="en-US" sz="2000" baseline="-25000" dirty="0">
                <a:solidFill>
                  <a:schemeClr val="tx1">
                    <a:lumMod val="75000"/>
                    <a:lumOff val="25000"/>
                  </a:schemeClr>
                </a:solidFill>
                <a:latin typeface="+mn-lt"/>
              </a:rPr>
              <a:t>AB</a:t>
            </a:r>
            <a:r>
              <a:rPr lang="en-US" sz="2000" dirty="0">
                <a:solidFill>
                  <a:schemeClr val="tx1">
                    <a:lumMod val="75000"/>
                    <a:lumOff val="25000"/>
                  </a:schemeClr>
                </a:solidFill>
                <a:latin typeface="+mn-lt"/>
              </a:rPr>
              <a:t> = 10mA.</a:t>
            </a:r>
          </a:p>
          <a:p>
            <a:pPr algn="l"/>
            <a:r>
              <a:rPr lang="en-US" sz="2000" dirty="0">
                <a:solidFill>
                  <a:schemeClr val="tx1">
                    <a:lumMod val="75000"/>
                    <a:lumOff val="25000"/>
                  </a:schemeClr>
                </a:solidFill>
                <a:latin typeface="+mn-lt"/>
              </a:rPr>
              <a:t>ĐS: 0.05W</a:t>
            </a:r>
            <a:endParaRPr lang="en-US" dirty="0"/>
          </a:p>
        </p:txBody>
      </p:sp>
    </p:spTree>
    <p:extLst>
      <p:ext uri="{BB962C8B-B14F-4D97-AF65-F5344CB8AC3E}">
        <p14:creationId xmlns:p14="http://schemas.microsoft.com/office/powerpoint/2010/main" val="32156394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Linh </a:t>
            </a:r>
            <a:r>
              <a:rPr lang="en-US" dirty="0" err="1"/>
              <a:t>kiện</a:t>
            </a:r>
            <a:r>
              <a:rPr lang="en-US" dirty="0"/>
              <a:t> </a:t>
            </a:r>
            <a:r>
              <a:rPr lang="en-US" dirty="0" err="1"/>
              <a:t>điện</a:t>
            </a:r>
            <a:r>
              <a:rPr lang="en-US" dirty="0"/>
              <a:t> </a:t>
            </a:r>
            <a:r>
              <a:rPr lang="en-US" dirty="0" err="1"/>
              <a:t>tử</a:t>
            </a:r>
            <a:r>
              <a:rPr lang="en-US" dirty="0"/>
              <a:t> </a:t>
            </a:r>
            <a:r>
              <a:rPr lang="en-US" dirty="0" err="1"/>
              <a:t>thụ</a:t>
            </a:r>
            <a:r>
              <a:rPr lang="en-US" dirty="0"/>
              <a:t> </a:t>
            </a:r>
            <a:r>
              <a:rPr lang="en-US" dirty="0" err="1"/>
              <a:t>động</a:t>
            </a:r>
            <a:endParaRPr lang="en-US" dirty="0"/>
          </a:p>
        </p:txBody>
      </p:sp>
      <p:sp>
        <p:nvSpPr>
          <p:cNvPr id="3" name="Content Placeholder 2"/>
          <p:cNvSpPr>
            <a:spLocks noGrp="1"/>
          </p:cNvSpPr>
          <p:nvPr>
            <p:ph idx="1"/>
          </p:nvPr>
        </p:nvSpPr>
        <p:spPr>
          <a:xfrm>
            <a:off x="742950" y="1763815"/>
            <a:ext cx="8420100" cy="4612450"/>
          </a:xfrm>
        </p:spPr>
        <p:txBody>
          <a:bodyPr>
            <a:noAutofit/>
          </a:bodyPr>
          <a:lstStyle/>
          <a:p>
            <a:pPr>
              <a:buFont typeface="Wingdings" pitchFamily="2" charset="2"/>
              <a:buChar char="v"/>
            </a:pPr>
            <a:r>
              <a:rPr lang="en-US" sz="2000" b="1" dirty="0"/>
              <a:t> </a:t>
            </a:r>
            <a:r>
              <a:rPr lang="en-US" b="1" dirty="0" err="1"/>
              <a:t>Điện</a:t>
            </a:r>
            <a:r>
              <a:rPr lang="en-US" b="1" dirty="0"/>
              <a:t> </a:t>
            </a:r>
            <a:r>
              <a:rPr lang="en-US" b="1" dirty="0" err="1"/>
              <a:t>trở</a:t>
            </a:r>
            <a:r>
              <a:rPr lang="en-US" sz="2000" b="1" dirty="0"/>
              <a:t> </a:t>
            </a:r>
          </a:p>
          <a:p>
            <a:pPr lvl="1">
              <a:buFont typeface="Wingdings" pitchFamily="2" charset="2"/>
              <a:buChar char="v"/>
            </a:pPr>
            <a:r>
              <a:rPr lang="en-US" b="1" dirty="0"/>
              <a:t> </a:t>
            </a:r>
            <a:r>
              <a:rPr lang="en-US" dirty="0" err="1"/>
              <a:t>Đơn</a:t>
            </a:r>
            <a:r>
              <a:rPr lang="en-US" dirty="0"/>
              <a:t> </a:t>
            </a:r>
            <a:r>
              <a:rPr lang="en-US" dirty="0" err="1"/>
              <a:t>vị</a:t>
            </a:r>
            <a:r>
              <a:rPr lang="en-US" dirty="0"/>
              <a:t>: Ohm (</a:t>
            </a:r>
            <a:r>
              <a:rPr lang="en-US" dirty="0">
                <a:sym typeface="Symbol" panose="05050102010706020507" pitchFamily="18" charset="2"/>
              </a:rPr>
              <a:t>)</a:t>
            </a:r>
            <a:endParaRPr lang="en-US" dirty="0"/>
          </a:p>
          <a:p>
            <a:pPr lvl="1">
              <a:buFont typeface="Wingdings" pitchFamily="2" charset="2"/>
              <a:buChar char="v"/>
            </a:pPr>
            <a:r>
              <a:rPr lang="en-US" dirty="0"/>
              <a:t> </a:t>
            </a:r>
            <a:r>
              <a:rPr lang="en-US" dirty="0" err="1"/>
              <a:t>Kí</a:t>
            </a:r>
            <a:r>
              <a:rPr lang="en-US" dirty="0"/>
              <a:t> </a:t>
            </a:r>
            <a:r>
              <a:rPr lang="en-US" dirty="0" err="1"/>
              <a:t>hiệu</a:t>
            </a:r>
            <a:r>
              <a:rPr lang="en-US" dirty="0"/>
              <a:t>: R</a:t>
            </a:r>
          </a:p>
          <a:p>
            <a:pPr>
              <a:buFont typeface="Wingdings" pitchFamily="2" charset="2"/>
              <a:buChar char="v"/>
            </a:pPr>
            <a:r>
              <a:rPr lang="en-US" b="1" dirty="0"/>
              <a:t> </a:t>
            </a:r>
            <a:r>
              <a:rPr lang="en-US" b="1" dirty="0" err="1"/>
              <a:t>Tụ</a:t>
            </a:r>
            <a:r>
              <a:rPr lang="en-US" b="1" dirty="0"/>
              <a:t> </a:t>
            </a:r>
            <a:r>
              <a:rPr lang="en-US" b="1" dirty="0" err="1"/>
              <a:t>điện</a:t>
            </a:r>
            <a:endParaRPr lang="en-US" b="1" dirty="0"/>
          </a:p>
          <a:p>
            <a:pPr lvl="1">
              <a:buFont typeface="Wingdings" pitchFamily="2" charset="2"/>
              <a:buChar char="v"/>
            </a:pPr>
            <a:r>
              <a:rPr lang="en-US" b="1" dirty="0"/>
              <a:t> </a:t>
            </a:r>
            <a:r>
              <a:rPr lang="en-US" dirty="0" err="1"/>
              <a:t>Đơn</a:t>
            </a:r>
            <a:r>
              <a:rPr lang="en-US" dirty="0"/>
              <a:t> </a:t>
            </a:r>
            <a:r>
              <a:rPr lang="en-US" dirty="0" err="1"/>
              <a:t>vị</a:t>
            </a:r>
            <a:r>
              <a:rPr lang="en-US" dirty="0"/>
              <a:t>: Farad (F)</a:t>
            </a:r>
          </a:p>
          <a:p>
            <a:pPr lvl="1">
              <a:buFont typeface="Wingdings" pitchFamily="2" charset="2"/>
              <a:buChar char="v"/>
            </a:pPr>
            <a:r>
              <a:rPr lang="en-US" b="1" dirty="0"/>
              <a:t> </a:t>
            </a:r>
            <a:r>
              <a:rPr lang="en-US" dirty="0" err="1"/>
              <a:t>Kí</a:t>
            </a:r>
            <a:r>
              <a:rPr lang="en-US" dirty="0"/>
              <a:t> </a:t>
            </a:r>
            <a:r>
              <a:rPr lang="en-US" dirty="0" err="1"/>
              <a:t>hiệu</a:t>
            </a:r>
            <a:r>
              <a:rPr lang="en-US" dirty="0"/>
              <a:t>: C</a:t>
            </a:r>
          </a:p>
          <a:p>
            <a:pPr>
              <a:buFont typeface="Wingdings" pitchFamily="2" charset="2"/>
              <a:buChar char="v"/>
            </a:pPr>
            <a:r>
              <a:rPr lang="en-US" b="1" dirty="0"/>
              <a:t> </a:t>
            </a:r>
            <a:r>
              <a:rPr lang="en-US" b="1" dirty="0" err="1"/>
              <a:t>Cuộn</a:t>
            </a:r>
            <a:r>
              <a:rPr lang="en-US" b="1" dirty="0"/>
              <a:t> </a:t>
            </a:r>
            <a:r>
              <a:rPr lang="en-US" b="1" dirty="0" err="1"/>
              <a:t>cảm</a:t>
            </a:r>
            <a:endParaRPr lang="en-US" b="1" dirty="0"/>
          </a:p>
          <a:p>
            <a:pPr lvl="1">
              <a:buFont typeface="Wingdings" pitchFamily="2" charset="2"/>
              <a:buChar char="v"/>
            </a:pPr>
            <a:r>
              <a:rPr lang="en-US" b="1" dirty="0"/>
              <a:t> </a:t>
            </a:r>
            <a:r>
              <a:rPr lang="en-US" dirty="0" err="1"/>
              <a:t>Đơn</a:t>
            </a:r>
            <a:r>
              <a:rPr lang="en-US" dirty="0"/>
              <a:t> </a:t>
            </a:r>
            <a:r>
              <a:rPr lang="en-US" dirty="0" err="1"/>
              <a:t>vị</a:t>
            </a:r>
            <a:r>
              <a:rPr lang="en-US" dirty="0"/>
              <a:t>: Henry (H)</a:t>
            </a:r>
          </a:p>
          <a:p>
            <a:pPr lvl="1">
              <a:buFont typeface="Wingdings" pitchFamily="2" charset="2"/>
              <a:buChar char="v"/>
            </a:pPr>
            <a:r>
              <a:rPr lang="en-US" b="1" dirty="0"/>
              <a:t> </a:t>
            </a:r>
            <a:r>
              <a:rPr lang="en-US" dirty="0" err="1"/>
              <a:t>Kí</a:t>
            </a:r>
            <a:r>
              <a:rPr lang="en-US" dirty="0"/>
              <a:t> </a:t>
            </a:r>
            <a:r>
              <a:rPr lang="en-US" dirty="0" err="1"/>
              <a:t>hiệu</a:t>
            </a:r>
            <a:r>
              <a:rPr lang="en-US" dirty="0"/>
              <a:t>: L</a:t>
            </a:r>
            <a:endParaRPr lang="en-US" b="1" dirty="0"/>
          </a:p>
        </p:txBody>
      </p:sp>
      <p:sp>
        <p:nvSpPr>
          <p:cNvPr id="4" name="Footer Placeholder 3"/>
          <p:cNvSpPr>
            <a:spLocks noGrp="1"/>
          </p:cNvSpPr>
          <p:nvPr>
            <p:ph type="ftr" sz="quarter" idx="11"/>
          </p:nvPr>
        </p:nvSpPr>
        <p:spPr/>
        <p:txBody>
          <a:bodyPr/>
          <a:lstStyle/>
          <a:p>
            <a:r>
              <a:rPr lang="sv-SE"/>
              <a:t>Trịnh Lê Huy</a:t>
            </a:r>
            <a:endParaRPr lang="sv-SE" dirty="0"/>
          </a:p>
        </p:txBody>
      </p:sp>
      <p:sp>
        <p:nvSpPr>
          <p:cNvPr id="5" name="Slide Number Placeholder 4"/>
          <p:cNvSpPr>
            <a:spLocks noGrp="1"/>
          </p:cNvSpPr>
          <p:nvPr>
            <p:ph type="sldNum" sz="quarter" idx="12"/>
          </p:nvPr>
        </p:nvSpPr>
        <p:spPr/>
        <p:txBody>
          <a:bodyPr/>
          <a:lstStyle/>
          <a:p>
            <a:fld id="{1DB5ABAE-A3C1-4AF6-9B4A-B8A593CBFB77}" type="slidenum">
              <a:rPr lang="sv-SE" smtClean="0"/>
              <a:pPr/>
              <a:t>31</a:t>
            </a:fld>
            <a:endParaRPr lang="sv-SE" sz="1400">
              <a:latin typeface="Times" pitchFamily="1" charset="0"/>
            </a:endParaRPr>
          </a:p>
        </p:txBody>
      </p:sp>
      <p:pic>
        <p:nvPicPr>
          <p:cNvPr id="3080" name="Picture 8" descr="Image result for resistor funny"/>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052900" y="1992079"/>
            <a:ext cx="4809862" cy="3903315"/>
          </a:xfrm>
          <a:prstGeom prst="rect">
            <a:avLst/>
          </a:prstGeom>
          <a:ln>
            <a:noFill/>
          </a:ln>
          <a:effectLst>
            <a:softEdge rad="112500"/>
          </a:effectLst>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val="114339888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Phân </a:t>
            </a:r>
            <a:r>
              <a:rPr lang="en-US" dirty="0" err="1"/>
              <a:t>tích</a:t>
            </a:r>
            <a:r>
              <a:rPr lang="en-US" dirty="0"/>
              <a:t> </a:t>
            </a:r>
            <a:r>
              <a:rPr lang="en-US" dirty="0" err="1"/>
              <a:t>mạch</a:t>
            </a:r>
            <a:r>
              <a:rPr lang="en-US" dirty="0"/>
              <a:t> </a:t>
            </a:r>
            <a:r>
              <a:rPr lang="en-US" dirty="0" err="1"/>
              <a:t>điện</a:t>
            </a:r>
            <a:r>
              <a:rPr lang="en-US" dirty="0"/>
              <a:t> </a:t>
            </a:r>
            <a:r>
              <a:rPr lang="en-US" dirty="0" err="1"/>
              <a:t>một</a:t>
            </a:r>
            <a:r>
              <a:rPr lang="en-US" dirty="0"/>
              <a:t> </a:t>
            </a:r>
            <a:r>
              <a:rPr lang="en-US" dirty="0" err="1"/>
              <a:t>chiều</a:t>
            </a:r>
            <a:endParaRPr lang="en-US" dirty="0"/>
          </a:p>
        </p:txBody>
      </p:sp>
      <p:sp>
        <p:nvSpPr>
          <p:cNvPr id="3" name="Content Placeholder 2"/>
          <p:cNvSpPr>
            <a:spLocks noGrp="1"/>
          </p:cNvSpPr>
          <p:nvPr>
            <p:ph idx="1"/>
          </p:nvPr>
        </p:nvSpPr>
        <p:spPr>
          <a:xfrm>
            <a:off x="742950" y="1763815"/>
            <a:ext cx="8420100" cy="4612450"/>
          </a:xfrm>
        </p:spPr>
        <p:txBody>
          <a:bodyPr/>
          <a:lstStyle/>
          <a:p>
            <a:pPr>
              <a:buFont typeface="Wingdings" pitchFamily="2" charset="2"/>
              <a:buChar char="v"/>
            </a:pPr>
            <a:endParaRPr lang="en-US" sz="2000" b="1" dirty="0"/>
          </a:p>
          <a:p>
            <a:pPr>
              <a:buFont typeface="Wingdings" pitchFamily="2" charset="2"/>
              <a:buChar char="v"/>
            </a:pPr>
            <a:r>
              <a:rPr lang="en-US" sz="2000" b="1" dirty="0"/>
              <a:t> Phân </a:t>
            </a:r>
            <a:r>
              <a:rPr lang="en-US" sz="2000" b="1" dirty="0" err="1"/>
              <a:t>tích</a:t>
            </a:r>
            <a:r>
              <a:rPr lang="en-US" sz="2000" b="1" dirty="0"/>
              <a:t> </a:t>
            </a:r>
            <a:r>
              <a:rPr lang="en-US" sz="2000" b="1" dirty="0" err="1"/>
              <a:t>mạch</a:t>
            </a:r>
            <a:r>
              <a:rPr lang="en-US" dirty="0"/>
              <a:t> </a:t>
            </a:r>
            <a:r>
              <a:rPr lang="en-US" dirty="0" err="1"/>
              <a:t>là</a:t>
            </a:r>
            <a:r>
              <a:rPr lang="en-US" dirty="0"/>
              <a:t> </a:t>
            </a:r>
            <a:r>
              <a:rPr lang="en-US" dirty="0" err="1"/>
              <a:t>quá</a:t>
            </a:r>
            <a:r>
              <a:rPr lang="en-US" dirty="0"/>
              <a:t> </a:t>
            </a:r>
            <a:r>
              <a:rPr lang="en-US" dirty="0" err="1"/>
              <a:t>trình</a:t>
            </a:r>
            <a:r>
              <a:rPr lang="en-US" dirty="0"/>
              <a:t> </a:t>
            </a:r>
            <a:r>
              <a:rPr lang="en-US" dirty="0" err="1"/>
              <a:t>tính</a:t>
            </a:r>
            <a:r>
              <a:rPr lang="en-US" dirty="0"/>
              <a:t> </a:t>
            </a:r>
            <a:r>
              <a:rPr lang="en-US" dirty="0" err="1"/>
              <a:t>toán</a:t>
            </a:r>
            <a:r>
              <a:rPr lang="en-US" dirty="0"/>
              <a:t> </a:t>
            </a:r>
            <a:r>
              <a:rPr lang="en-US" dirty="0" err="1"/>
              <a:t>để</a:t>
            </a:r>
            <a:r>
              <a:rPr lang="en-US" dirty="0"/>
              <a:t> </a:t>
            </a:r>
            <a:r>
              <a:rPr lang="en-US" dirty="0" err="1"/>
              <a:t>tìm</a:t>
            </a:r>
            <a:r>
              <a:rPr lang="en-US" dirty="0"/>
              <a:t> </a:t>
            </a:r>
            <a:r>
              <a:rPr lang="en-US" dirty="0" err="1"/>
              <a:t>ra</a:t>
            </a:r>
            <a:r>
              <a:rPr lang="en-US" dirty="0"/>
              <a:t> </a:t>
            </a:r>
            <a:r>
              <a:rPr lang="en-US" dirty="0" err="1"/>
              <a:t>các</a:t>
            </a:r>
            <a:r>
              <a:rPr lang="en-US" dirty="0"/>
              <a:t> </a:t>
            </a:r>
            <a:r>
              <a:rPr lang="en-US" dirty="0" err="1"/>
              <a:t>giá</a:t>
            </a:r>
            <a:r>
              <a:rPr lang="en-US" dirty="0"/>
              <a:t> </a:t>
            </a:r>
            <a:r>
              <a:rPr lang="en-US" dirty="0" err="1"/>
              <a:t>trị</a:t>
            </a:r>
            <a:r>
              <a:rPr lang="en-US" dirty="0"/>
              <a:t> </a:t>
            </a:r>
            <a:r>
              <a:rPr lang="en-US" dirty="0" err="1"/>
              <a:t>hiệu</a:t>
            </a:r>
            <a:r>
              <a:rPr lang="en-US" dirty="0"/>
              <a:t> </a:t>
            </a:r>
            <a:r>
              <a:rPr lang="en-US" dirty="0" err="1"/>
              <a:t>điện</a:t>
            </a:r>
            <a:r>
              <a:rPr lang="en-US" dirty="0"/>
              <a:t> </a:t>
            </a:r>
            <a:r>
              <a:rPr lang="en-US" dirty="0" err="1"/>
              <a:t>thế</a:t>
            </a:r>
            <a:r>
              <a:rPr lang="en-US" dirty="0"/>
              <a:t>, </a:t>
            </a:r>
            <a:r>
              <a:rPr lang="en-US" dirty="0" err="1"/>
              <a:t>cường</a:t>
            </a:r>
            <a:r>
              <a:rPr lang="en-US" dirty="0"/>
              <a:t> </a:t>
            </a:r>
            <a:r>
              <a:rPr lang="en-US" dirty="0" err="1"/>
              <a:t>độ</a:t>
            </a:r>
            <a:r>
              <a:rPr lang="en-US" dirty="0"/>
              <a:t> </a:t>
            </a:r>
            <a:r>
              <a:rPr lang="en-US" dirty="0" err="1"/>
              <a:t>dòng</a:t>
            </a:r>
            <a:r>
              <a:rPr lang="en-US" dirty="0"/>
              <a:t> </a:t>
            </a:r>
            <a:r>
              <a:rPr lang="en-US" dirty="0" err="1"/>
              <a:t>điện</a:t>
            </a:r>
            <a:r>
              <a:rPr lang="en-US" dirty="0"/>
              <a:t> </a:t>
            </a:r>
            <a:r>
              <a:rPr lang="en-US" dirty="0" err="1"/>
              <a:t>của</a:t>
            </a:r>
            <a:r>
              <a:rPr lang="en-US" dirty="0"/>
              <a:t> </a:t>
            </a:r>
            <a:r>
              <a:rPr lang="en-US" dirty="0" err="1"/>
              <a:t>bất</a:t>
            </a:r>
            <a:r>
              <a:rPr lang="en-US" dirty="0"/>
              <a:t> </a:t>
            </a:r>
            <a:r>
              <a:rPr lang="en-US" dirty="0" err="1"/>
              <a:t>kì</a:t>
            </a:r>
            <a:r>
              <a:rPr lang="en-US" dirty="0"/>
              <a:t> </a:t>
            </a:r>
            <a:r>
              <a:rPr lang="en-US" dirty="0" err="1"/>
              <a:t>các</a:t>
            </a:r>
            <a:r>
              <a:rPr lang="en-US" dirty="0"/>
              <a:t> </a:t>
            </a:r>
            <a:r>
              <a:rPr lang="en-US" dirty="0" err="1"/>
              <a:t>linh</a:t>
            </a:r>
            <a:r>
              <a:rPr lang="en-US" dirty="0"/>
              <a:t> </a:t>
            </a:r>
            <a:r>
              <a:rPr lang="en-US" dirty="0" err="1"/>
              <a:t>kiện</a:t>
            </a:r>
            <a:r>
              <a:rPr lang="en-US" dirty="0"/>
              <a:t> </a:t>
            </a:r>
            <a:r>
              <a:rPr lang="en-US" dirty="0" err="1"/>
              <a:t>có</a:t>
            </a:r>
            <a:r>
              <a:rPr lang="en-US" dirty="0"/>
              <a:t> </a:t>
            </a:r>
            <a:r>
              <a:rPr lang="en-US" dirty="0" err="1"/>
              <a:t>trong</a:t>
            </a:r>
            <a:r>
              <a:rPr lang="en-US" dirty="0"/>
              <a:t> </a:t>
            </a:r>
            <a:r>
              <a:rPr lang="en-US" dirty="0" err="1"/>
              <a:t>mạch</a:t>
            </a:r>
            <a:r>
              <a:rPr lang="en-US" dirty="0"/>
              <a:t> </a:t>
            </a:r>
            <a:r>
              <a:rPr lang="en-US" dirty="0" err="1"/>
              <a:t>điện</a:t>
            </a:r>
            <a:r>
              <a:rPr lang="en-US" dirty="0"/>
              <a:t>.</a:t>
            </a:r>
            <a:endParaRPr lang="en-US" sz="2000" dirty="0"/>
          </a:p>
          <a:p>
            <a:pPr marL="0" indent="0">
              <a:buNone/>
            </a:pPr>
            <a:endParaRPr lang="en-US" sz="2000" dirty="0"/>
          </a:p>
          <a:p>
            <a:pPr>
              <a:buFont typeface="Wingdings" pitchFamily="2" charset="2"/>
              <a:buChar char="v"/>
            </a:pPr>
            <a:r>
              <a:rPr lang="en-US" sz="2000" dirty="0"/>
              <a:t> </a:t>
            </a:r>
            <a:r>
              <a:rPr lang="en-US" sz="2000" dirty="0" err="1"/>
              <a:t>Các</a:t>
            </a:r>
            <a:r>
              <a:rPr lang="en-US" sz="2000" dirty="0"/>
              <a:t> </a:t>
            </a:r>
            <a:r>
              <a:rPr lang="en-US" sz="2000" dirty="0" err="1"/>
              <a:t>kiến</a:t>
            </a:r>
            <a:r>
              <a:rPr lang="en-US" sz="2000" dirty="0"/>
              <a:t> </a:t>
            </a:r>
            <a:r>
              <a:rPr lang="en-US" sz="2000" dirty="0" err="1"/>
              <a:t>thức</a:t>
            </a:r>
            <a:r>
              <a:rPr lang="en-US" sz="2000" dirty="0"/>
              <a:t> </a:t>
            </a:r>
            <a:r>
              <a:rPr lang="en-US" sz="2000" dirty="0" err="1"/>
              <a:t>cần</a:t>
            </a:r>
            <a:r>
              <a:rPr lang="en-US" sz="2000" dirty="0"/>
              <a:t> </a:t>
            </a:r>
            <a:r>
              <a:rPr lang="en-US" sz="2000" dirty="0" err="1"/>
              <a:t>ghi</a:t>
            </a:r>
            <a:r>
              <a:rPr lang="en-US" sz="2000" dirty="0"/>
              <a:t> </a:t>
            </a:r>
            <a:r>
              <a:rPr lang="en-US" sz="2000" dirty="0" err="1"/>
              <a:t>nhớ</a:t>
            </a:r>
            <a:r>
              <a:rPr lang="en-US" sz="2000" dirty="0"/>
              <a:t>:</a:t>
            </a:r>
          </a:p>
          <a:p>
            <a:pPr lvl="1">
              <a:buFont typeface="Wingdings" pitchFamily="2" charset="2"/>
              <a:buChar char="v"/>
            </a:pPr>
            <a:r>
              <a:rPr lang="en-US" dirty="0"/>
              <a:t> </a:t>
            </a:r>
            <a:r>
              <a:rPr lang="en-US" dirty="0" err="1"/>
              <a:t>Định</a:t>
            </a:r>
            <a:r>
              <a:rPr lang="en-US" dirty="0"/>
              <a:t> </a:t>
            </a:r>
            <a:r>
              <a:rPr lang="en-US" dirty="0" err="1"/>
              <a:t>luật</a:t>
            </a:r>
            <a:r>
              <a:rPr lang="en-US" dirty="0"/>
              <a:t> Ohm</a:t>
            </a:r>
            <a:endParaRPr lang="en-US" dirty="0">
              <a:ea typeface="+mn-ea"/>
              <a:cs typeface="+mn-cs"/>
            </a:endParaRPr>
          </a:p>
          <a:p>
            <a:pPr lvl="1">
              <a:buFont typeface="Wingdings" pitchFamily="2" charset="2"/>
              <a:buChar char="v"/>
            </a:pPr>
            <a:r>
              <a:rPr lang="en-US" dirty="0">
                <a:ea typeface="+mn-ea"/>
                <a:cs typeface="+mn-cs"/>
              </a:rPr>
              <a:t> Mạch song </a:t>
            </a:r>
            <a:r>
              <a:rPr lang="en-US" dirty="0" err="1">
                <a:ea typeface="+mn-ea"/>
                <a:cs typeface="+mn-cs"/>
              </a:rPr>
              <a:t>song</a:t>
            </a:r>
            <a:r>
              <a:rPr lang="en-US" dirty="0">
                <a:ea typeface="+mn-ea"/>
                <a:cs typeface="+mn-cs"/>
              </a:rPr>
              <a:t>, </a:t>
            </a:r>
            <a:r>
              <a:rPr lang="en-US" dirty="0" err="1">
                <a:ea typeface="+mn-ea"/>
                <a:cs typeface="+mn-cs"/>
              </a:rPr>
              <a:t>mạch</a:t>
            </a:r>
            <a:r>
              <a:rPr lang="en-US" dirty="0">
                <a:ea typeface="+mn-ea"/>
                <a:cs typeface="+mn-cs"/>
              </a:rPr>
              <a:t> </a:t>
            </a:r>
            <a:r>
              <a:rPr lang="en-US" dirty="0" err="1">
                <a:ea typeface="+mn-ea"/>
                <a:cs typeface="+mn-cs"/>
              </a:rPr>
              <a:t>nối</a:t>
            </a:r>
            <a:r>
              <a:rPr lang="en-US" dirty="0">
                <a:ea typeface="+mn-ea"/>
                <a:cs typeface="+mn-cs"/>
              </a:rPr>
              <a:t> </a:t>
            </a:r>
            <a:r>
              <a:rPr lang="en-US" dirty="0" err="1">
                <a:ea typeface="+mn-ea"/>
                <a:cs typeface="+mn-cs"/>
              </a:rPr>
              <a:t>tiếp</a:t>
            </a:r>
            <a:endParaRPr lang="en-US" dirty="0">
              <a:ea typeface="+mn-ea"/>
              <a:cs typeface="+mn-cs"/>
            </a:endParaRPr>
          </a:p>
          <a:p>
            <a:pPr lvl="1">
              <a:buFont typeface="Wingdings" pitchFamily="2" charset="2"/>
              <a:buChar char="v"/>
            </a:pPr>
            <a:r>
              <a:rPr lang="en-US" dirty="0">
                <a:ea typeface="+mn-ea"/>
                <a:cs typeface="+mn-cs"/>
              </a:rPr>
              <a:t> </a:t>
            </a:r>
            <a:r>
              <a:rPr lang="en-US" dirty="0" err="1">
                <a:ea typeface="+mn-ea"/>
                <a:cs typeface="+mn-cs"/>
              </a:rPr>
              <a:t>Định</a:t>
            </a:r>
            <a:r>
              <a:rPr lang="en-US" dirty="0">
                <a:ea typeface="+mn-ea"/>
                <a:cs typeface="+mn-cs"/>
              </a:rPr>
              <a:t> </a:t>
            </a:r>
            <a:r>
              <a:rPr lang="en-US" dirty="0" err="1">
                <a:ea typeface="+mn-ea"/>
                <a:cs typeface="+mn-cs"/>
              </a:rPr>
              <a:t>luật</a:t>
            </a:r>
            <a:r>
              <a:rPr lang="en-US" dirty="0">
                <a:ea typeface="+mn-ea"/>
                <a:cs typeface="+mn-cs"/>
              </a:rPr>
              <a:t> Kirchhoff </a:t>
            </a:r>
            <a:r>
              <a:rPr lang="en-US" dirty="0" err="1">
                <a:ea typeface="+mn-ea"/>
                <a:cs typeface="+mn-cs"/>
              </a:rPr>
              <a:t>về</a:t>
            </a:r>
            <a:r>
              <a:rPr lang="en-US" dirty="0">
                <a:ea typeface="+mn-ea"/>
                <a:cs typeface="+mn-cs"/>
              </a:rPr>
              <a:t> </a:t>
            </a:r>
            <a:r>
              <a:rPr lang="en-US" dirty="0" err="1">
                <a:ea typeface="+mn-ea"/>
                <a:cs typeface="+mn-cs"/>
              </a:rPr>
              <a:t>dòng</a:t>
            </a:r>
            <a:r>
              <a:rPr lang="en-US" dirty="0">
                <a:ea typeface="+mn-ea"/>
                <a:cs typeface="+mn-cs"/>
              </a:rPr>
              <a:t> </a:t>
            </a:r>
            <a:r>
              <a:rPr lang="en-US" dirty="0" err="1">
                <a:ea typeface="+mn-ea"/>
                <a:cs typeface="+mn-cs"/>
              </a:rPr>
              <a:t>và</a:t>
            </a:r>
            <a:r>
              <a:rPr lang="en-US" dirty="0">
                <a:ea typeface="+mn-ea"/>
                <a:cs typeface="+mn-cs"/>
              </a:rPr>
              <a:t> </a:t>
            </a:r>
            <a:r>
              <a:rPr lang="en-US" dirty="0" err="1">
                <a:ea typeface="+mn-ea"/>
                <a:cs typeface="+mn-cs"/>
              </a:rPr>
              <a:t>thế</a:t>
            </a:r>
            <a:r>
              <a:rPr lang="en-US" dirty="0">
                <a:ea typeface="+mn-ea"/>
                <a:cs typeface="+mn-cs"/>
              </a:rPr>
              <a:t> (Kirchhoff 1, 2)</a:t>
            </a:r>
          </a:p>
          <a:p>
            <a:pPr lvl="1">
              <a:buFont typeface="Wingdings" pitchFamily="2" charset="2"/>
              <a:buChar char="v"/>
            </a:pPr>
            <a:r>
              <a:rPr lang="en-US" dirty="0">
                <a:ea typeface="+mn-ea"/>
                <a:cs typeface="+mn-cs"/>
              </a:rPr>
              <a:t> </a:t>
            </a:r>
            <a:r>
              <a:rPr lang="en-US" dirty="0" err="1">
                <a:ea typeface="+mn-ea"/>
                <a:cs typeface="+mn-cs"/>
              </a:rPr>
              <a:t>Quy</a:t>
            </a:r>
            <a:r>
              <a:rPr lang="en-US" dirty="0">
                <a:ea typeface="+mn-ea"/>
                <a:cs typeface="+mn-cs"/>
              </a:rPr>
              <a:t> </a:t>
            </a:r>
            <a:r>
              <a:rPr lang="en-US" dirty="0" err="1">
                <a:ea typeface="+mn-ea"/>
                <a:cs typeface="+mn-cs"/>
              </a:rPr>
              <a:t>tắc</a:t>
            </a:r>
            <a:r>
              <a:rPr lang="en-US" dirty="0">
                <a:ea typeface="+mn-ea"/>
                <a:cs typeface="+mn-cs"/>
              </a:rPr>
              <a:t> chia </a:t>
            </a:r>
            <a:r>
              <a:rPr lang="en-US" dirty="0" err="1">
                <a:ea typeface="+mn-ea"/>
                <a:cs typeface="+mn-cs"/>
              </a:rPr>
              <a:t>dòng</a:t>
            </a:r>
            <a:r>
              <a:rPr lang="en-US" dirty="0">
                <a:ea typeface="+mn-ea"/>
                <a:cs typeface="+mn-cs"/>
              </a:rPr>
              <a:t>, chia </a:t>
            </a:r>
            <a:r>
              <a:rPr lang="en-US" dirty="0" err="1">
                <a:ea typeface="+mn-ea"/>
                <a:cs typeface="+mn-cs"/>
              </a:rPr>
              <a:t>thế</a:t>
            </a:r>
            <a:endParaRPr lang="en-US" dirty="0">
              <a:ea typeface="+mn-ea"/>
              <a:cs typeface="+mn-cs"/>
            </a:endParaRPr>
          </a:p>
          <a:p>
            <a:pPr lvl="1">
              <a:buFont typeface="Wingdings" pitchFamily="2" charset="2"/>
              <a:buChar char="v"/>
            </a:pPr>
            <a:r>
              <a:rPr lang="en-US" dirty="0">
                <a:ea typeface="+mn-ea"/>
                <a:cs typeface="+mn-cs"/>
              </a:rPr>
              <a:t> </a:t>
            </a:r>
            <a:r>
              <a:rPr lang="en-US" dirty="0" err="1"/>
              <a:t>Định</a:t>
            </a:r>
            <a:r>
              <a:rPr lang="en-US" dirty="0"/>
              <a:t> </a:t>
            </a:r>
            <a:r>
              <a:rPr lang="en-US" dirty="0" err="1"/>
              <a:t>lý</a:t>
            </a:r>
            <a:r>
              <a:rPr lang="en-US" dirty="0"/>
              <a:t> </a:t>
            </a:r>
            <a:r>
              <a:rPr lang="en-US" dirty="0" err="1">
                <a:ea typeface="+mn-ea"/>
                <a:cs typeface="+mn-cs"/>
              </a:rPr>
              <a:t>Thevenin</a:t>
            </a:r>
            <a:r>
              <a:rPr lang="en-US" dirty="0">
                <a:ea typeface="+mn-ea"/>
                <a:cs typeface="+mn-cs"/>
              </a:rPr>
              <a:t>, Norton.</a:t>
            </a:r>
          </a:p>
          <a:p>
            <a:pPr>
              <a:buFont typeface="Wingdings" pitchFamily="2" charset="2"/>
              <a:buChar char="v"/>
            </a:pPr>
            <a:endParaRPr lang="en-US" sz="2000" dirty="0"/>
          </a:p>
        </p:txBody>
      </p:sp>
      <p:sp>
        <p:nvSpPr>
          <p:cNvPr id="4" name="Footer Placeholder 3"/>
          <p:cNvSpPr>
            <a:spLocks noGrp="1"/>
          </p:cNvSpPr>
          <p:nvPr>
            <p:ph type="ftr" sz="quarter" idx="11"/>
          </p:nvPr>
        </p:nvSpPr>
        <p:spPr/>
        <p:txBody>
          <a:bodyPr/>
          <a:lstStyle/>
          <a:p>
            <a:r>
              <a:rPr lang="sv-SE"/>
              <a:t>Trịnh Lê Huy</a:t>
            </a:r>
            <a:endParaRPr lang="sv-SE" dirty="0"/>
          </a:p>
        </p:txBody>
      </p:sp>
      <p:sp>
        <p:nvSpPr>
          <p:cNvPr id="5" name="Slide Number Placeholder 4"/>
          <p:cNvSpPr>
            <a:spLocks noGrp="1"/>
          </p:cNvSpPr>
          <p:nvPr>
            <p:ph type="sldNum" sz="quarter" idx="12"/>
          </p:nvPr>
        </p:nvSpPr>
        <p:spPr/>
        <p:txBody>
          <a:bodyPr/>
          <a:lstStyle/>
          <a:p>
            <a:fld id="{1DB5ABAE-A3C1-4AF6-9B4A-B8A593CBFB77}" type="slidenum">
              <a:rPr lang="sv-SE" smtClean="0"/>
              <a:pPr/>
              <a:t>32</a:t>
            </a:fld>
            <a:endParaRPr lang="sv-SE" sz="1400">
              <a:latin typeface="Times" pitchFamily="1" charset="0"/>
            </a:endParaRPr>
          </a:p>
        </p:txBody>
      </p:sp>
      <p:pic>
        <p:nvPicPr>
          <p:cNvPr id="6" name="Picture 5" descr="Image result for inductor coil funny"/>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68135" y="2978949"/>
            <a:ext cx="2790310" cy="2680649"/>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val="123830247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Phân </a:t>
            </a:r>
            <a:r>
              <a:rPr lang="en-US" dirty="0" err="1"/>
              <a:t>tích</a:t>
            </a:r>
            <a:r>
              <a:rPr lang="en-US" dirty="0"/>
              <a:t> </a:t>
            </a:r>
            <a:r>
              <a:rPr lang="en-US" dirty="0" err="1"/>
              <a:t>mạch</a:t>
            </a:r>
            <a:r>
              <a:rPr lang="en-US" dirty="0"/>
              <a:t> </a:t>
            </a:r>
            <a:r>
              <a:rPr lang="en-US" dirty="0" err="1"/>
              <a:t>điện</a:t>
            </a:r>
            <a:r>
              <a:rPr lang="en-US" dirty="0"/>
              <a:t> </a:t>
            </a:r>
            <a:r>
              <a:rPr lang="en-US" dirty="0" err="1"/>
              <a:t>xoay</a:t>
            </a:r>
            <a:r>
              <a:rPr lang="en-US" dirty="0"/>
              <a:t> </a:t>
            </a:r>
            <a:r>
              <a:rPr lang="en-US" dirty="0" err="1"/>
              <a:t>chiều</a:t>
            </a:r>
            <a:endParaRPr lang="en-US" dirty="0"/>
          </a:p>
        </p:txBody>
      </p:sp>
      <p:sp>
        <p:nvSpPr>
          <p:cNvPr id="3" name="Content Placeholder 2"/>
          <p:cNvSpPr>
            <a:spLocks noGrp="1"/>
          </p:cNvSpPr>
          <p:nvPr>
            <p:ph idx="1"/>
          </p:nvPr>
        </p:nvSpPr>
        <p:spPr>
          <a:xfrm>
            <a:off x="742950" y="1763815"/>
            <a:ext cx="8420100" cy="4612450"/>
          </a:xfrm>
        </p:spPr>
        <p:txBody>
          <a:bodyPr/>
          <a:lstStyle/>
          <a:p>
            <a:pPr>
              <a:buFont typeface="Wingdings" pitchFamily="2" charset="2"/>
              <a:buChar char="v"/>
            </a:pPr>
            <a:endParaRPr lang="en-US" sz="2000" b="1" dirty="0"/>
          </a:p>
          <a:p>
            <a:pPr>
              <a:buFont typeface="Wingdings" pitchFamily="2" charset="2"/>
              <a:buChar char="v"/>
            </a:pPr>
            <a:r>
              <a:rPr lang="en-US" sz="2000" b="1" dirty="0"/>
              <a:t> </a:t>
            </a:r>
            <a:r>
              <a:rPr lang="en-US" sz="2000" dirty="0" err="1"/>
              <a:t>Tương</a:t>
            </a:r>
            <a:r>
              <a:rPr lang="en-US" sz="2000" dirty="0"/>
              <a:t> </a:t>
            </a:r>
            <a:r>
              <a:rPr lang="en-US" sz="2000" dirty="0" err="1"/>
              <a:t>tự</a:t>
            </a:r>
            <a:r>
              <a:rPr lang="en-US" sz="2000" dirty="0"/>
              <a:t> </a:t>
            </a:r>
            <a:r>
              <a:rPr lang="en-US" sz="2000" dirty="0" err="1"/>
              <a:t>như</a:t>
            </a:r>
            <a:r>
              <a:rPr lang="en-US" sz="2000" dirty="0"/>
              <a:t> </a:t>
            </a:r>
            <a:r>
              <a:rPr lang="en-US" sz="2000" dirty="0" err="1"/>
              <a:t>mạch</a:t>
            </a:r>
            <a:r>
              <a:rPr lang="en-US" sz="2000" dirty="0"/>
              <a:t> </a:t>
            </a:r>
            <a:r>
              <a:rPr lang="en-US" sz="2000" dirty="0" err="1"/>
              <a:t>điện</a:t>
            </a:r>
            <a:r>
              <a:rPr lang="en-US" sz="2000" dirty="0"/>
              <a:t> </a:t>
            </a:r>
            <a:r>
              <a:rPr lang="en-US" sz="2000" dirty="0" err="1"/>
              <a:t>một</a:t>
            </a:r>
            <a:r>
              <a:rPr lang="en-US" sz="2000" dirty="0"/>
              <a:t> </a:t>
            </a:r>
            <a:r>
              <a:rPr lang="en-US" sz="2000" dirty="0" err="1"/>
              <a:t>chiều</a:t>
            </a:r>
            <a:r>
              <a:rPr lang="en-US" sz="2000" dirty="0"/>
              <a:t>, </a:t>
            </a:r>
            <a:r>
              <a:rPr lang="en-US" sz="2000" dirty="0" err="1"/>
              <a:t>tuy</a:t>
            </a:r>
            <a:r>
              <a:rPr lang="en-US" sz="2000" dirty="0"/>
              <a:t> </a:t>
            </a:r>
            <a:r>
              <a:rPr lang="en-US" sz="2000" dirty="0" err="1"/>
              <a:t>nhiên</a:t>
            </a:r>
            <a:r>
              <a:rPr lang="en-US" sz="2000" dirty="0"/>
              <a:t> </a:t>
            </a:r>
            <a:r>
              <a:rPr lang="en-US" sz="2000" dirty="0" err="1"/>
              <a:t>các</a:t>
            </a:r>
            <a:r>
              <a:rPr lang="en-US" sz="2000" dirty="0"/>
              <a:t> </a:t>
            </a:r>
            <a:r>
              <a:rPr lang="en-US" sz="2000" dirty="0" err="1"/>
              <a:t>phần</a:t>
            </a:r>
            <a:r>
              <a:rPr lang="en-US" sz="2000" dirty="0"/>
              <a:t> </a:t>
            </a:r>
            <a:r>
              <a:rPr lang="en-US" sz="2000" dirty="0" err="1"/>
              <a:t>tử</a:t>
            </a:r>
            <a:r>
              <a:rPr lang="en-US" sz="2000" dirty="0"/>
              <a:t> </a:t>
            </a:r>
            <a:r>
              <a:rPr lang="en-US" sz="2000" dirty="0" err="1"/>
              <a:t>như</a:t>
            </a:r>
            <a:r>
              <a:rPr lang="en-US" sz="2000" dirty="0"/>
              <a:t> </a:t>
            </a:r>
            <a:r>
              <a:rPr lang="en-US" sz="2000" dirty="0" err="1"/>
              <a:t>tụ</a:t>
            </a:r>
            <a:r>
              <a:rPr lang="en-US" sz="2000" dirty="0"/>
              <a:t> </a:t>
            </a:r>
            <a:r>
              <a:rPr lang="en-US" sz="2000" dirty="0" err="1"/>
              <a:t>điện</a:t>
            </a:r>
            <a:r>
              <a:rPr lang="en-US" dirty="0"/>
              <a:t> </a:t>
            </a:r>
            <a:r>
              <a:rPr lang="en-US" dirty="0" err="1"/>
              <a:t>và</a:t>
            </a:r>
            <a:r>
              <a:rPr lang="en-US" dirty="0"/>
              <a:t> </a:t>
            </a:r>
            <a:r>
              <a:rPr lang="en-US" dirty="0" err="1"/>
              <a:t>cuộn</a:t>
            </a:r>
            <a:r>
              <a:rPr lang="en-US" dirty="0"/>
              <a:t> </a:t>
            </a:r>
            <a:r>
              <a:rPr lang="en-US" dirty="0" err="1"/>
              <a:t>cảm</a:t>
            </a:r>
            <a:r>
              <a:rPr lang="en-US" dirty="0"/>
              <a:t> </a:t>
            </a:r>
            <a:r>
              <a:rPr lang="en-US" dirty="0" err="1"/>
              <a:t>sẽ</a:t>
            </a:r>
            <a:r>
              <a:rPr lang="en-US" dirty="0"/>
              <a:t> </a:t>
            </a:r>
            <a:r>
              <a:rPr lang="en-US" dirty="0" err="1"/>
              <a:t>mang</a:t>
            </a:r>
            <a:r>
              <a:rPr lang="en-US" dirty="0"/>
              <a:t> </a:t>
            </a:r>
            <a:r>
              <a:rPr lang="en-US" dirty="0" err="1"/>
              <a:t>thêm</a:t>
            </a:r>
            <a:r>
              <a:rPr lang="en-US" dirty="0"/>
              <a:t> </a:t>
            </a:r>
            <a:r>
              <a:rPr lang="en-US" dirty="0" err="1"/>
              <a:t>những</a:t>
            </a:r>
            <a:r>
              <a:rPr lang="en-US" dirty="0"/>
              <a:t> </a:t>
            </a:r>
            <a:r>
              <a:rPr lang="en-US" dirty="0" err="1"/>
              <a:t>đặc</a:t>
            </a:r>
            <a:r>
              <a:rPr lang="en-US" dirty="0"/>
              <a:t> </a:t>
            </a:r>
            <a:r>
              <a:rPr lang="en-US" dirty="0" err="1"/>
              <a:t>tính</a:t>
            </a:r>
            <a:r>
              <a:rPr lang="en-US" dirty="0"/>
              <a:t> </a:t>
            </a:r>
            <a:r>
              <a:rPr lang="en-US" dirty="0" err="1"/>
              <a:t>về</a:t>
            </a:r>
            <a:r>
              <a:rPr lang="en-US" dirty="0"/>
              <a:t> </a:t>
            </a:r>
            <a:r>
              <a:rPr lang="en-US" dirty="0" err="1"/>
              <a:t>pha</a:t>
            </a:r>
            <a:r>
              <a:rPr lang="en-US" dirty="0"/>
              <a:t> </a:t>
            </a:r>
            <a:r>
              <a:rPr lang="en-US" dirty="0" err="1"/>
              <a:t>cũng</a:t>
            </a:r>
            <a:r>
              <a:rPr lang="en-US" dirty="0"/>
              <a:t> </a:t>
            </a:r>
            <a:r>
              <a:rPr lang="en-US" dirty="0" err="1"/>
              <a:t>như</a:t>
            </a:r>
            <a:r>
              <a:rPr lang="en-US" dirty="0"/>
              <a:t> </a:t>
            </a:r>
            <a:r>
              <a:rPr lang="en-US" dirty="0" err="1"/>
              <a:t>phụ</a:t>
            </a:r>
            <a:r>
              <a:rPr lang="en-US" dirty="0"/>
              <a:t> </a:t>
            </a:r>
            <a:r>
              <a:rPr lang="en-US" dirty="0" err="1"/>
              <a:t>thuộc</a:t>
            </a:r>
            <a:r>
              <a:rPr lang="en-US" dirty="0"/>
              <a:t> </a:t>
            </a:r>
            <a:r>
              <a:rPr lang="en-US" dirty="0" err="1"/>
              <a:t>nhiều</a:t>
            </a:r>
            <a:r>
              <a:rPr lang="en-US" dirty="0"/>
              <a:t> </a:t>
            </a:r>
            <a:r>
              <a:rPr lang="en-US" dirty="0" err="1"/>
              <a:t>vào</a:t>
            </a:r>
            <a:r>
              <a:rPr lang="en-US" dirty="0"/>
              <a:t> </a:t>
            </a:r>
            <a:r>
              <a:rPr lang="en-US" dirty="0" err="1"/>
              <a:t>tần</a:t>
            </a:r>
            <a:r>
              <a:rPr lang="en-US" dirty="0"/>
              <a:t> </a:t>
            </a:r>
            <a:r>
              <a:rPr lang="en-US" dirty="0" err="1"/>
              <a:t>số</a:t>
            </a:r>
            <a:r>
              <a:rPr lang="en-US" dirty="0"/>
              <a:t> </a:t>
            </a:r>
            <a:r>
              <a:rPr lang="en-US" dirty="0" err="1"/>
              <a:t>của</a:t>
            </a:r>
            <a:r>
              <a:rPr lang="en-US" dirty="0"/>
              <a:t> </a:t>
            </a:r>
            <a:r>
              <a:rPr lang="en-US" dirty="0" err="1"/>
              <a:t>dòng</a:t>
            </a:r>
            <a:r>
              <a:rPr lang="en-US" dirty="0"/>
              <a:t> </a:t>
            </a:r>
            <a:r>
              <a:rPr lang="en-US" dirty="0" err="1"/>
              <a:t>điện</a:t>
            </a:r>
            <a:r>
              <a:rPr lang="en-US" dirty="0"/>
              <a:t> </a:t>
            </a:r>
            <a:r>
              <a:rPr lang="en-US" dirty="0" err="1"/>
              <a:t>xoay</a:t>
            </a:r>
            <a:r>
              <a:rPr lang="en-US" dirty="0"/>
              <a:t> </a:t>
            </a:r>
            <a:r>
              <a:rPr lang="en-US" dirty="0" err="1"/>
              <a:t>chiều</a:t>
            </a:r>
            <a:r>
              <a:rPr lang="en-US" dirty="0"/>
              <a:t>.</a:t>
            </a:r>
            <a:endParaRPr lang="en-US" sz="2000" dirty="0"/>
          </a:p>
          <a:p>
            <a:pPr marL="0" indent="0">
              <a:buNone/>
            </a:pPr>
            <a:endParaRPr lang="en-US" sz="2000" dirty="0"/>
          </a:p>
          <a:p>
            <a:pPr>
              <a:buFont typeface="Wingdings" pitchFamily="2" charset="2"/>
              <a:buChar char="v"/>
            </a:pPr>
            <a:r>
              <a:rPr lang="en-US" sz="2000" dirty="0"/>
              <a:t> </a:t>
            </a:r>
            <a:r>
              <a:rPr lang="en-US" sz="2000" dirty="0" err="1"/>
              <a:t>Các</a:t>
            </a:r>
            <a:r>
              <a:rPr lang="en-US" sz="2000" dirty="0"/>
              <a:t> </a:t>
            </a:r>
            <a:r>
              <a:rPr lang="en-US" sz="2000" dirty="0" err="1"/>
              <a:t>kiến</a:t>
            </a:r>
            <a:r>
              <a:rPr lang="en-US" sz="2000" dirty="0"/>
              <a:t> </a:t>
            </a:r>
            <a:r>
              <a:rPr lang="en-US" sz="2000" dirty="0" err="1"/>
              <a:t>thức</a:t>
            </a:r>
            <a:r>
              <a:rPr lang="en-US" sz="2000" dirty="0"/>
              <a:t> </a:t>
            </a:r>
            <a:r>
              <a:rPr lang="en-US" sz="2000" dirty="0" err="1"/>
              <a:t>cần</a:t>
            </a:r>
            <a:r>
              <a:rPr lang="en-US" sz="2000" dirty="0"/>
              <a:t> </a:t>
            </a:r>
            <a:r>
              <a:rPr lang="en-US" sz="2000" dirty="0" err="1"/>
              <a:t>ghi</a:t>
            </a:r>
            <a:r>
              <a:rPr lang="en-US" sz="2000" dirty="0"/>
              <a:t> </a:t>
            </a:r>
            <a:r>
              <a:rPr lang="en-US" sz="2000" dirty="0" err="1"/>
              <a:t>nhớ</a:t>
            </a:r>
            <a:r>
              <a:rPr lang="en-US" sz="2000" dirty="0"/>
              <a:t>:</a:t>
            </a:r>
          </a:p>
          <a:p>
            <a:pPr lvl="1">
              <a:buFont typeface="Wingdings" pitchFamily="2" charset="2"/>
              <a:buChar char="v"/>
            </a:pPr>
            <a:r>
              <a:rPr lang="en-US" dirty="0"/>
              <a:t> </a:t>
            </a:r>
            <a:r>
              <a:rPr lang="en-US" dirty="0" err="1"/>
              <a:t>Định</a:t>
            </a:r>
            <a:r>
              <a:rPr lang="en-US" dirty="0"/>
              <a:t> </a:t>
            </a:r>
            <a:r>
              <a:rPr lang="en-US" dirty="0" err="1"/>
              <a:t>luật</a:t>
            </a:r>
            <a:r>
              <a:rPr lang="en-US" dirty="0"/>
              <a:t> Ohm</a:t>
            </a:r>
            <a:endParaRPr lang="en-US" dirty="0">
              <a:ea typeface="+mn-ea"/>
              <a:cs typeface="+mn-cs"/>
            </a:endParaRPr>
          </a:p>
          <a:p>
            <a:pPr lvl="1">
              <a:buFont typeface="Wingdings" pitchFamily="2" charset="2"/>
              <a:buChar char="v"/>
            </a:pPr>
            <a:r>
              <a:rPr lang="en-US" dirty="0">
                <a:ea typeface="+mn-ea"/>
                <a:cs typeface="+mn-cs"/>
              </a:rPr>
              <a:t> Mạch song </a:t>
            </a:r>
            <a:r>
              <a:rPr lang="en-US" dirty="0" err="1">
                <a:ea typeface="+mn-ea"/>
                <a:cs typeface="+mn-cs"/>
              </a:rPr>
              <a:t>song</a:t>
            </a:r>
            <a:r>
              <a:rPr lang="en-US" dirty="0">
                <a:ea typeface="+mn-ea"/>
                <a:cs typeface="+mn-cs"/>
              </a:rPr>
              <a:t>, </a:t>
            </a:r>
            <a:r>
              <a:rPr lang="en-US" dirty="0" err="1">
                <a:ea typeface="+mn-ea"/>
                <a:cs typeface="+mn-cs"/>
              </a:rPr>
              <a:t>mạch</a:t>
            </a:r>
            <a:r>
              <a:rPr lang="en-US" dirty="0">
                <a:ea typeface="+mn-ea"/>
                <a:cs typeface="+mn-cs"/>
              </a:rPr>
              <a:t> </a:t>
            </a:r>
            <a:r>
              <a:rPr lang="en-US" dirty="0" err="1">
                <a:ea typeface="+mn-ea"/>
                <a:cs typeface="+mn-cs"/>
              </a:rPr>
              <a:t>nối</a:t>
            </a:r>
            <a:r>
              <a:rPr lang="en-US" dirty="0">
                <a:ea typeface="+mn-ea"/>
                <a:cs typeface="+mn-cs"/>
              </a:rPr>
              <a:t> </a:t>
            </a:r>
            <a:r>
              <a:rPr lang="en-US" dirty="0" err="1">
                <a:ea typeface="+mn-ea"/>
                <a:cs typeface="+mn-cs"/>
              </a:rPr>
              <a:t>tiếp</a:t>
            </a:r>
            <a:endParaRPr lang="en-US" dirty="0">
              <a:ea typeface="+mn-ea"/>
              <a:cs typeface="+mn-cs"/>
            </a:endParaRPr>
          </a:p>
          <a:p>
            <a:pPr lvl="1">
              <a:buFont typeface="Wingdings" pitchFamily="2" charset="2"/>
              <a:buChar char="v"/>
            </a:pPr>
            <a:r>
              <a:rPr lang="en-US" dirty="0">
                <a:ea typeface="+mn-ea"/>
                <a:cs typeface="+mn-cs"/>
              </a:rPr>
              <a:t> </a:t>
            </a:r>
            <a:r>
              <a:rPr lang="en-US" dirty="0" err="1">
                <a:ea typeface="+mn-ea"/>
                <a:cs typeface="+mn-cs"/>
              </a:rPr>
              <a:t>Định</a:t>
            </a:r>
            <a:r>
              <a:rPr lang="en-US" dirty="0">
                <a:ea typeface="+mn-ea"/>
                <a:cs typeface="+mn-cs"/>
              </a:rPr>
              <a:t> </a:t>
            </a:r>
            <a:r>
              <a:rPr lang="en-US" dirty="0" err="1">
                <a:ea typeface="+mn-ea"/>
                <a:cs typeface="+mn-cs"/>
              </a:rPr>
              <a:t>luật</a:t>
            </a:r>
            <a:r>
              <a:rPr lang="en-US" dirty="0">
                <a:ea typeface="+mn-ea"/>
                <a:cs typeface="+mn-cs"/>
              </a:rPr>
              <a:t> Kirchhoff </a:t>
            </a:r>
            <a:r>
              <a:rPr lang="en-US" dirty="0" err="1">
                <a:ea typeface="+mn-ea"/>
                <a:cs typeface="+mn-cs"/>
              </a:rPr>
              <a:t>về</a:t>
            </a:r>
            <a:r>
              <a:rPr lang="en-US" dirty="0">
                <a:ea typeface="+mn-ea"/>
                <a:cs typeface="+mn-cs"/>
              </a:rPr>
              <a:t> </a:t>
            </a:r>
            <a:r>
              <a:rPr lang="en-US" dirty="0" err="1">
                <a:ea typeface="+mn-ea"/>
                <a:cs typeface="+mn-cs"/>
              </a:rPr>
              <a:t>dòng</a:t>
            </a:r>
            <a:r>
              <a:rPr lang="en-US" dirty="0">
                <a:ea typeface="+mn-ea"/>
                <a:cs typeface="+mn-cs"/>
              </a:rPr>
              <a:t> </a:t>
            </a:r>
            <a:r>
              <a:rPr lang="en-US" dirty="0" err="1">
                <a:ea typeface="+mn-ea"/>
                <a:cs typeface="+mn-cs"/>
              </a:rPr>
              <a:t>và</a:t>
            </a:r>
            <a:r>
              <a:rPr lang="en-US" dirty="0">
                <a:ea typeface="+mn-ea"/>
                <a:cs typeface="+mn-cs"/>
              </a:rPr>
              <a:t> </a:t>
            </a:r>
            <a:r>
              <a:rPr lang="en-US" dirty="0" err="1">
                <a:ea typeface="+mn-ea"/>
                <a:cs typeface="+mn-cs"/>
              </a:rPr>
              <a:t>thế</a:t>
            </a:r>
            <a:r>
              <a:rPr lang="en-US" dirty="0">
                <a:ea typeface="+mn-ea"/>
                <a:cs typeface="+mn-cs"/>
              </a:rPr>
              <a:t> (Kirchhoff 1, 2)</a:t>
            </a:r>
          </a:p>
          <a:p>
            <a:pPr lvl="1">
              <a:buFont typeface="Wingdings" pitchFamily="2" charset="2"/>
              <a:buChar char="v"/>
            </a:pPr>
            <a:r>
              <a:rPr lang="en-US" dirty="0">
                <a:ea typeface="+mn-ea"/>
                <a:cs typeface="+mn-cs"/>
              </a:rPr>
              <a:t> </a:t>
            </a:r>
            <a:r>
              <a:rPr lang="en-US" dirty="0" err="1">
                <a:ea typeface="+mn-ea"/>
                <a:cs typeface="+mn-cs"/>
              </a:rPr>
              <a:t>Quy</a:t>
            </a:r>
            <a:r>
              <a:rPr lang="en-US" dirty="0">
                <a:ea typeface="+mn-ea"/>
                <a:cs typeface="+mn-cs"/>
              </a:rPr>
              <a:t> </a:t>
            </a:r>
            <a:r>
              <a:rPr lang="en-US" dirty="0" err="1">
                <a:ea typeface="+mn-ea"/>
                <a:cs typeface="+mn-cs"/>
              </a:rPr>
              <a:t>tắc</a:t>
            </a:r>
            <a:r>
              <a:rPr lang="en-US" dirty="0">
                <a:ea typeface="+mn-ea"/>
                <a:cs typeface="+mn-cs"/>
              </a:rPr>
              <a:t> chia </a:t>
            </a:r>
            <a:r>
              <a:rPr lang="en-US" dirty="0" err="1">
                <a:ea typeface="+mn-ea"/>
                <a:cs typeface="+mn-cs"/>
              </a:rPr>
              <a:t>dòng</a:t>
            </a:r>
            <a:r>
              <a:rPr lang="en-US" dirty="0">
                <a:ea typeface="+mn-ea"/>
                <a:cs typeface="+mn-cs"/>
              </a:rPr>
              <a:t>, chia </a:t>
            </a:r>
            <a:r>
              <a:rPr lang="en-US" dirty="0" err="1">
                <a:ea typeface="+mn-ea"/>
                <a:cs typeface="+mn-cs"/>
              </a:rPr>
              <a:t>thế</a:t>
            </a:r>
            <a:endParaRPr lang="en-US" dirty="0">
              <a:ea typeface="+mn-ea"/>
              <a:cs typeface="+mn-cs"/>
            </a:endParaRPr>
          </a:p>
          <a:p>
            <a:pPr lvl="1">
              <a:buFont typeface="Wingdings" pitchFamily="2" charset="2"/>
              <a:buChar char="v"/>
            </a:pPr>
            <a:r>
              <a:rPr lang="en-US" dirty="0">
                <a:ea typeface="+mn-ea"/>
                <a:cs typeface="+mn-cs"/>
              </a:rPr>
              <a:t> </a:t>
            </a:r>
            <a:r>
              <a:rPr lang="en-US" dirty="0" err="1"/>
              <a:t>Định</a:t>
            </a:r>
            <a:r>
              <a:rPr lang="en-US" dirty="0"/>
              <a:t> </a:t>
            </a:r>
            <a:r>
              <a:rPr lang="en-US" dirty="0" err="1"/>
              <a:t>lý</a:t>
            </a:r>
            <a:r>
              <a:rPr lang="en-US" dirty="0"/>
              <a:t> </a:t>
            </a:r>
            <a:r>
              <a:rPr lang="en-US" dirty="0" err="1">
                <a:ea typeface="+mn-ea"/>
                <a:cs typeface="+mn-cs"/>
              </a:rPr>
              <a:t>Thevenin</a:t>
            </a:r>
            <a:r>
              <a:rPr lang="en-US" dirty="0">
                <a:ea typeface="+mn-ea"/>
                <a:cs typeface="+mn-cs"/>
              </a:rPr>
              <a:t>, Norton.</a:t>
            </a:r>
          </a:p>
          <a:p>
            <a:pPr>
              <a:buFont typeface="Wingdings" pitchFamily="2" charset="2"/>
              <a:buChar char="v"/>
            </a:pPr>
            <a:endParaRPr lang="en-US" sz="2000" dirty="0"/>
          </a:p>
        </p:txBody>
      </p:sp>
      <p:sp>
        <p:nvSpPr>
          <p:cNvPr id="4" name="Footer Placeholder 3"/>
          <p:cNvSpPr>
            <a:spLocks noGrp="1"/>
          </p:cNvSpPr>
          <p:nvPr>
            <p:ph type="ftr" sz="quarter" idx="11"/>
          </p:nvPr>
        </p:nvSpPr>
        <p:spPr/>
        <p:txBody>
          <a:bodyPr/>
          <a:lstStyle/>
          <a:p>
            <a:r>
              <a:rPr lang="sv-SE"/>
              <a:t>Trịnh Lê Huy</a:t>
            </a:r>
            <a:endParaRPr lang="sv-SE" dirty="0"/>
          </a:p>
        </p:txBody>
      </p:sp>
      <p:sp>
        <p:nvSpPr>
          <p:cNvPr id="5" name="Slide Number Placeholder 4"/>
          <p:cNvSpPr>
            <a:spLocks noGrp="1"/>
          </p:cNvSpPr>
          <p:nvPr>
            <p:ph type="sldNum" sz="quarter" idx="12"/>
          </p:nvPr>
        </p:nvSpPr>
        <p:spPr/>
        <p:txBody>
          <a:bodyPr/>
          <a:lstStyle/>
          <a:p>
            <a:fld id="{1DB5ABAE-A3C1-4AF6-9B4A-B8A593CBFB77}" type="slidenum">
              <a:rPr lang="sv-SE" smtClean="0"/>
              <a:pPr/>
              <a:t>33</a:t>
            </a:fld>
            <a:endParaRPr lang="sv-SE" sz="1400">
              <a:latin typeface="Times" pitchFamily="1" charset="0"/>
            </a:endParaRPr>
          </a:p>
        </p:txBody>
      </p:sp>
      <p:pic>
        <p:nvPicPr>
          <p:cNvPr id="5124" name="Picture 4" descr="Image result for ac current gif funny"/>
          <p:cNvPicPr>
            <a:picLocks noChangeAspect="1" noChangeArrowheads="1" noCrop="1"/>
          </p:cNvPicPr>
          <p:nvPr/>
        </p:nvPicPr>
        <p:blipFill>
          <a:blip r:embed="rId2">
            <a:extLst>
              <a:ext uri="{28A0092B-C50C-407E-A947-70E740481C1C}">
                <a14:useLocalDpi xmlns:a14="http://schemas.microsoft.com/office/drawing/2010/main" val="0"/>
              </a:ext>
            </a:extLst>
          </a:blip>
          <a:srcRect/>
          <a:stretch>
            <a:fillRect/>
          </a:stretch>
        </p:blipFill>
        <p:spPr bwMode="auto">
          <a:xfrm>
            <a:off x="6393160" y="3383995"/>
            <a:ext cx="3048000" cy="2286001"/>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val="153783580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Bài</a:t>
            </a:r>
            <a:r>
              <a:rPr lang="en-US" dirty="0"/>
              <a:t> </a:t>
            </a:r>
            <a:r>
              <a:rPr lang="en-US" dirty="0" err="1"/>
              <a:t>tập</a:t>
            </a:r>
            <a:r>
              <a:rPr lang="en-US" dirty="0"/>
              <a:t> </a:t>
            </a:r>
            <a:r>
              <a:rPr lang="en-US" dirty="0" err="1"/>
              <a:t>ôn</a:t>
            </a:r>
            <a:r>
              <a:rPr lang="en-US" dirty="0"/>
              <a:t> </a:t>
            </a:r>
            <a:r>
              <a:rPr lang="en-US" dirty="0" err="1"/>
              <a:t>tập</a:t>
            </a:r>
            <a:endParaRPr lang="en-US" dirty="0"/>
          </a:p>
        </p:txBody>
      </p:sp>
      <p:pic>
        <p:nvPicPr>
          <p:cNvPr id="85" name="Content Placeholder 84"/>
          <p:cNvPicPr>
            <a:picLocks noGrp="1" noChangeAspect="1"/>
          </p:cNvPicPr>
          <p:nvPr>
            <p:ph idx="1"/>
          </p:nvPr>
        </p:nvPicPr>
        <p:blipFill>
          <a:blip r:embed="rId2"/>
          <a:stretch>
            <a:fillRect/>
          </a:stretch>
        </p:blipFill>
        <p:spPr>
          <a:xfrm>
            <a:off x="2006088" y="2209496"/>
            <a:ext cx="5944624" cy="3296259"/>
          </a:xfrm>
          <a:prstGeom prst="rect">
            <a:avLst/>
          </a:prstGeom>
        </p:spPr>
      </p:pic>
      <p:sp>
        <p:nvSpPr>
          <p:cNvPr id="4" name="Footer Placeholder 3"/>
          <p:cNvSpPr>
            <a:spLocks noGrp="1"/>
          </p:cNvSpPr>
          <p:nvPr>
            <p:ph type="ftr" sz="quarter" idx="11"/>
          </p:nvPr>
        </p:nvSpPr>
        <p:spPr/>
        <p:txBody>
          <a:bodyPr/>
          <a:lstStyle/>
          <a:p>
            <a:r>
              <a:rPr lang="sv-SE"/>
              <a:t>Trịnh Lê Huy</a:t>
            </a:r>
            <a:endParaRPr lang="sv-SE" dirty="0"/>
          </a:p>
        </p:txBody>
      </p:sp>
      <p:sp>
        <p:nvSpPr>
          <p:cNvPr id="5" name="Slide Number Placeholder 4"/>
          <p:cNvSpPr>
            <a:spLocks noGrp="1"/>
          </p:cNvSpPr>
          <p:nvPr>
            <p:ph type="sldNum" sz="quarter" idx="12"/>
          </p:nvPr>
        </p:nvSpPr>
        <p:spPr/>
        <p:txBody>
          <a:bodyPr/>
          <a:lstStyle/>
          <a:p>
            <a:fld id="{1DB5ABAE-A3C1-4AF6-9B4A-B8A593CBFB77}" type="slidenum">
              <a:rPr lang="sv-SE" smtClean="0"/>
              <a:pPr/>
              <a:t>34</a:t>
            </a:fld>
            <a:endParaRPr lang="sv-SE" sz="1400">
              <a:latin typeface="Times" pitchFamily="1" charset="0"/>
            </a:endParaRPr>
          </a:p>
        </p:txBody>
      </p:sp>
    </p:spTree>
    <p:extLst>
      <p:ext uri="{BB962C8B-B14F-4D97-AF65-F5344CB8AC3E}">
        <p14:creationId xmlns:p14="http://schemas.microsoft.com/office/powerpoint/2010/main" val="118154754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Bài</a:t>
            </a:r>
            <a:r>
              <a:rPr lang="en-US" dirty="0"/>
              <a:t> </a:t>
            </a:r>
            <a:r>
              <a:rPr lang="en-US" dirty="0" err="1"/>
              <a:t>tập</a:t>
            </a:r>
            <a:r>
              <a:rPr lang="en-US" dirty="0"/>
              <a:t> </a:t>
            </a:r>
            <a:r>
              <a:rPr lang="en-US" dirty="0" err="1"/>
              <a:t>ôn</a:t>
            </a:r>
            <a:r>
              <a:rPr lang="en-US" dirty="0"/>
              <a:t> </a:t>
            </a:r>
            <a:r>
              <a:rPr lang="en-US" dirty="0" err="1"/>
              <a:t>tập</a:t>
            </a:r>
            <a:endParaRPr lang="en-US" dirty="0"/>
          </a:p>
        </p:txBody>
      </p:sp>
      <p:pic>
        <p:nvPicPr>
          <p:cNvPr id="23" name="Content Placeholder 22"/>
          <p:cNvPicPr>
            <a:picLocks noGrp="1" noChangeAspect="1"/>
          </p:cNvPicPr>
          <p:nvPr>
            <p:ph idx="1"/>
          </p:nvPr>
        </p:nvPicPr>
        <p:blipFill>
          <a:blip r:embed="rId2"/>
          <a:stretch>
            <a:fillRect/>
          </a:stretch>
        </p:blipFill>
        <p:spPr>
          <a:xfrm>
            <a:off x="3154371" y="1805469"/>
            <a:ext cx="6865700" cy="2063438"/>
          </a:xfrm>
          <a:prstGeom prst="rect">
            <a:avLst/>
          </a:prstGeom>
        </p:spPr>
      </p:pic>
      <p:sp>
        <p:nvSpPr>
          <p:cNvPr id="4" name="Footer Placeholder 3"/>
          <p:cNvSpPr>
            <a:spLocks noGrp="1"/>
          </p:cNvSpPr>
          <p:nvPr>
            <p:ph type="ftr" sz="quarter" idx="11"/>
          </p:nvPr>
        </p:nvSpPr>
        <p:spPr/>
        <p:txBody>
          <a:bodyPr/>
          <a:lstStyle/>
          <a:p>
            <a:r>
              <a:rPr lang="sv-SE"/>
              <a:t>Trịnh Lê Huy</a:t>
            </a:r>
            <a:endParaRPr lang="sv-SE" dirty="0"/>
          </a:p>
        </p:txBody>
      </p:sp>
      <p:sp>
        <p:nvSpPr>
          <p:cNvPr id="5" name="Slide Number Placeholder 4"/>
          <p:cNvSpPr>
            <a:spLocks noGrp="1"/>
          </p:cNvSpPr>
          <p:nvPr>
            <p:ph type="sldNum" sz="quarter" idx="12"/>
          </p:nvPr>
        </p:nvSpPr>
        <p:spPr/>
        <p:txBody>
          <a:bodyPr/>
          <a:lstStyle/>
          <a:p>
            <a:fld id="{1DB5ABAE-A3C1-4AF6-9B4A-B8A593CBFB77}" type="slidenum">
              <a:rPr lang="sv-SE" smtClean="0"/>
              <a:pPr/>
              <a:t>35</a:t>
            </a:fld>
            <a:endParaRPr lang="sv-SE" sz="1400">
              <a:latin typeface="Times" pitchFamily="1" charset="0"/>
            </a:endParaRPr>
          </a:p>
        </p:txBody>
      </p:sp>
      <p:pic>
        <p:nvPicPr>
          <p:cNvPr id="21" name="Picture 20"/>
          <p:cNvPicPr>
            <a:picLocks noChangeAspect="1"/>
          </p:cNvPicPr>
          <p:nvPr/>
        </p:nvPicPr>
        <p:blipFill>
          <a:blip r:embed="rId3"/>
          <a:stretch>
            <a:fillRect/>
          </a:stretch>
        </p:blipFill>
        <p:spPr>
          <a:xfrm>
            <a:off x="182470" y="2483895"/>
            <a:ext cx="2248041" cy="3036100"/>
          </a:xfrm>
          <a:prstGeom prst="rect">
            <a:avLst/>
          </a:prstGeom>
        </p:spPr>
      </p:pic>
      <p:pic>
        <p:nvPicPr>
          <p:cNvPr id="25" name="Picture 24"/>
          <p:cNvPicPr>
            <a:picLocks noChangeAspect="1"/>
          </p:cNvPicPr>
          <p:nvPr/>
        </p:nvPicPr>
        <p:blipFill>
          <a:blip r:embed="rId4"/>
          <a:stretch>
            <a:fillRect/>
          </a:stretch>
        </p:blipFill>
        <p:spPr>
          <a:xfrm>
            <a:off x="3152800" y="3899412"/>
            <a:ext cx="6417644" cy="2769948"/>
          </a:xfrm>
          <a:prstGeom prst="rect">
            <a:avLst/>
          </a:prstGeom>
        </p:spPr>
      </p:pic>
    </p:spTree>
    <p:extLst>
      <p:ext uri="{BB962C8B-B14F-4D97-AF65-F5344CB8AC3E}">
        <p14:creationId xmlns:p14="http://schemas.microsoft.com/office/powerpoint/2010/main" val="396399724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Bài</a:t>
            </a:r>
            <a:r>
              <a:rPr lang="en-US" dirty="0"/>
              <a:t> </a:t>
            </a:r>
            <a:r>
              <a:rPr lang="en-US" dirty="0" err="1"/>
              <a:t>tập</a:t>
            </a:r>
            <a:r>
              <a:rPr lang="en-US" dirty="0"/>
              <a:t> </a:t>
            </a:r>
            <a:r>
              <a:rPr lang="en-US" dirty="0" err="1"/>
              <a:t>ôn</a:t>
            </a:r>
            <a:r>
              <a:rPr lang="en-US" dirty="0"/>
              <a:t> </a:t>
            </a:r>
            <a:r>
              <a:rPr lang="en-US" dirty="0" err="1"/>
              <a:t>tập</a:t>
            </a:r>
            <a:endParaRPr lang="en-US" dirty="0"/>
          </a:p>
        </p:txBody>
      </p:sp>
      <p:pic>
        <p:nvPicPr>
          <p:cNvPr id="10" name="Content Placeholder 9"/>
          <p:cNvPicPr>
            <a:picLocks noGrp="1" noChangeAspect="1"/>
          </p:cNvPicPr>
          <p:nvPr>
            <p:ph idx="1"/>
          </p:nvPr>
        </p:nvPicPr>
        <p:blipFill>
          <a:blip r:embed="rId2"/>
          <a:stretch>
            <a:fillRect/>
          </a:stretch>
        </p:blipFill>
        <p:spPr>
          <a:xfrm>
            <a:off x="2977843" y="1853824"/>
            <a:ext cx="7137569" cy="2103120"/>
          </a:xfrm>
          <a:prstGeom prst="rect">
            <a:avLst/>
          </a:prstGeom>
        </p:spPr>
      </p:pic>
      <p:sp>
        <p:nvSpPr>
          <p:cNvPr id="4" name="Footer Placeholder 3"/>
          <p:cNvSpPr>
            <a:spLocks noGrp="1"/>
          </p:cNvSpPr>
          <p:nvPr>
            <p:ph type="ftr" sz="quarter" idx="11"/>
          </p:nvPr>
        </p:nvSpPr>
        <p:spPr/>
        <p:txBody>
          <a:bodyPr/>
          <a:lstStyle/>
          <a:p>
            <a:r>
              <a:rPr lang="sv-SE"/>
              <a:t>Trịnh Lê Huy</a:t>
            </a:r>
            <a:endParaRPr lang="sv-SE" dirty="0"/>
          </a:p>
        </p:txBody>
      </p:sp>
      <p:sp>
        <p:nvSpPr>
          <p:cNvPr id="5" name="Slide Number Placeholder 4"/>
          <p:cNvSpPr>
            <a:spLocks noGrp="1"/>
          </p:cNvSpPr>
          <p:nvPr>
            <p:ph type="sldNum" sz="quarter" idx="12"/>
          </p:nvPr>
        </p:nvSpPr>
        <p:spPr/>
        <p:txBody>
          <a:bodyPr/>
          <a:lstStyle/>
          <a:p>
            <a:fld id="{1DB5ABAE-A3C1-4AF6-9B4A-B8A593CBFB77}" type="slidenum">
              <a:rPr lang="sv-SE" smtClean="0"/>
              <a:pPr/>
              <a:t>36</a:t>
            </a:fld>
            <a:endParaRPr lang="sv-SE" sz="1400">
              <a:latin typeface="Times" pitchFamily="1" charset="0"/>
            </a:endParaRPr>
          </a:p>
        </p:txBody>
      </p:sp>
      <p:pic>
        <p:nvPicPr>
          <p:cNvPr id="8" name="Picture 7"/>
          <p:cNvPicPr>
            <a:picLocks noChangeAspect="1"/>
          </p:cNvPicPr>
          <p:nvPr/>
        </p:nvPicPr>
        <p:blipFill>
          <a:blip r:embed="rId3"/>
          <a:stretch>
            <a:fillRect/>
          </a:stretch>
        </p:blipFill>
        <p:spPr>
          <a:xfrm>
            <a:off x="137465" y="2334012"/>
            <a:ext cx="2385265" cy="3221428"/>
          </a:xfrm>
          <a:prstGeom prst="rect">
            <a:avLst/>
          </a:prstGeom>
        </p:spPr>
      </p:pic>
      <p:pic>
        <p:nvPicPr>
          <p:cNvPr id="7" name="Picture 6"/>
          <p:cNvPicPr>
            <a:picLocks noChangeAspect="1"/>
          </p:cNvPicPr>
          <p:nvPr/>
        </p:nvPicPr>
        <p:blipFill>
          <a:blip r:embed="rId4"/>
          <a:stretch>
            <a:fillRect/>
          </a:stretch>
        </p:blipFill>
        <p:spPr>
          <a:xfrm>
            <a:off x="2977844" y="4155047"/>
            <a:ext cx="7074214" cy="2019257"/>
          </a:xfrm>
          <a:prstGeom prst="rect">
            <a:avLst/>
          </a:prstGeom>
        </p:spPr>
      </p:pic>
    </p:spTree>
    <p:extLst>
      <p:ext uri="{BB962C8B-B14F-4D97-AF65-F5344CB8AC3E}">
        <p14:creationId xmlns:p14="http://schemas.microsoft.com/office/powerpoint/2010/main" val="100892855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ctrTitle"/>
          </p:nvPr>
        </p:nvSpPr>
        <p:spPr/>
        <p:txBody>
          <a:bodyPr/>
          <a:lstStyle/>
          <a:p>
            <a:r>
              <a:rPr lang="en-US" dirty="0"/>
              <a:t>Thank you!</a:t>
            </a:r>
          </a:p>
        </p:txBody>
      </p:sp>
      <p:sp>
        <p:nvSpPr>
          <p:cNvPr id="4" name="Footer Placeholder 3"/>
          <p:cNvSpPr>
            <a:spLocks noGrp="1"/>
          </p:cNvSpPr>
          <p:nvPr>
            <p:ph type="ftr" sz="quarter" idx="11"/>
          </p:nvPr>
        </p:nvSpPr>
        <p:spPr/>
        <p:txBody>
          <a:bodyPr/>
          <a:lstStyle/>
          <a:p>
            <a:r>
              <a:rPr lang="sv-SE"/>
              <a:t>Trịnh Lê Huy</a:t>
            </a:r>
          </a:p>
        </p:txBody>
      </p:sp>
      <p:sp>
        <p:nvSpPr>
          <p:cNvPr id="5" name="Slide Number Placeholder 4"/>
          <p:cNvSpPr>
            <a:spLocks noGrp="1"/>
          </p:cNvSpPr>
          <p:nvPr>
            <p:ph type="sldNum" sz="quarter" idx="12"/>
          </p:nvPr>
        </p:nvSpPr>
        <p:spPr/>
        <p:txBody>
          <a:bodyPr/>
          <a:lstStyle/>
          <a:p>
            <a:fld id="{1DB5ABAE-A3C1-4AF6-9B4A-B8A593CBFB77}" type="slidenum">
              <a:rPr lang="sv-SE" smtClean="0"/>
              <a:pPr/>
              <a:t>37</a:t>
            </a:fld>
            <a:endParaRPr lang="sv-SE" sz="1400">
              <a:latin typeface="Times" pitchFamily="1" charset="0"/>
            </a:endParaRPr>
          </a:p>
        </p:txBody>
      </p:sp>
    </p:spTree>
    <p:extLst>
      <p:ext uri="{BB962C8B-B14F-4D97-AF65-F5344CB8AC3E}">
        <p14:creationId xmlns:p14="http://schemas.microsoft.com/office/powerpoint/2010/main" val="1201910082"/>
      </p:ext>
    </p:extLst>
  </p:cSld>
  <p:clrMapOvr>
    <a:masterClrMapping/>
  </p:clrMapOvr>
</p:sld>
</file>

<file path=ppt/theme/theme1.xml><?xml version="1.0" encoding="utf-8"?>
<a:theme xmlns:a="http://schemas.openxmlformats.org/drawingml/2006/main" name="Retrospect">
  <a:themeElements>
    <a:clrScheme name="Retrospect">
      <a:dk1>
        <a:sysClr val="windowText" lastClr="000000"/>
      </a:dk1>
      <a:lt1>
        <a:sysClr val="window" lastClr="FFFFFF"/>
      </a:lt1>
      <a:dk2>
        <a:srgbClr val="455F51"/>
      </a:dk2>
      <a:lt2>
        <a:srgbClr val="E2DFCC"/>
      </a:lt2>
      <a:accent1>
        <a:srgbClr val="99CB38"/>
      </a:accent1>
      <a:accent2>
        <a:srgbClr val="63A537"/>
      </a:accent2>
      <a:accent3>
        <a:srgbClr val="37A76F"/>
      </a:accent3>
      <a:accent4>
        <a:srgbClr val="44C1A3"/>
      </a:accent4>
      <a:accent5>
        <a:srgbClr val="4EB3CF"/>
      </a:accent5>
      <a:accent6>
        <a:srgbClr val="51C3F9"/>
      </a:accent6>
      <a:hlink>
        <a:srgbClr val="6B9F25"/>
      </a:hlink>
      <a:folHlink>
        <a:srgbClr val="B26B02"/>
      </a:folHlink>
    </a:clrScheme>
    <a:fontScheme name="Retrospect">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D26EA377-59BD-4C9C-9D94-EE8416EE4C79}"/>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39446</TotalTime>
  <Words>2683</Words>
  <Application>Microsoft Office PowerPoint</Application>
  <PresentationFormat>A4 Paper (210x297 mm)</PresentationFormat>
  <Paragraphs>427</Paragraphs>
  <Slides>37</Slides>
  <Notes>27</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37</vt:i4>
      </vt:variant>
    </vt:vector>
  </HeadingPairs>
  <TitlesOfParts>
    <vt:vector size="47" baseType="lpstr">
      <vt:lpstr>Arial</vt:lpstr>
      <vt:lpstr>Calibri</vt:lpstr>
      <vt:lpstr>Calibri (Corps)</vt:lpstr>
      <vt:lpstr>Calibri Light</vt:lpstr>
      <vt:lpstr>Cambria Math</vt:lpstr>
      <vt:lpstr>Symbol</vt:lpstr>
      <vt:lpstr>Times</vt:lpstr>
      <vt:lpstr>Times New Roman</vt:lpstr>
      <vt:lpstr>Wingdings</vt:lpstr>
      <vt:lpstr>Retrospect</vt:lpstr>
      <vt:lpstr>Chương 1</vt:lpstr>
      <vt:lpstr>PowerPoint Presentation</vt:lpstr>
      <vt:lpstr>Tín hiệu tương tự (Analog signals)</vt:lpstr>
      <vt:lpstr>Tín hiệu điện tử</vt:lpstr>
      <vt:lpstr>Thiết kế các thiết bị &amp; mạch điện tử</vt:lpstr>
      <vt:lpstr>Mạch điều khiển sử dụng cảm biến</vt:lpstr>
      <vt:lpstr>Hệ thống điện tử</vt:lpstr>
      <vt:lpstr>Sơ đồ khối điển hình trong một hệ thống điện tử</vt:lpstr>
      <vt:lpstr>Mạch khuếch đại (Op-Amps)</vt:lpstr>
      <vt:lpstr>Mục tiêu của môn học</vt:lpstr>
      <vt:lpstr>Nội dung của môn học</vt:lpstr>
      <vt:lpstr>Tài liệu tham khảo</vt:lpstr>
      <vt:lpstr>Thông tin giảng viên</vt:lpstr>
      <vt:lpstr>Kế hoạch giảng dạy (i)</vt:lpstr>
      <vt:lpstr>Kế hoạch giảng dạy (ii)</vt:lpstr>
      <vt:lpstr>Kế hoạch giảng dạy (iii)</vt:lpstr>
      <vt:lpstr>Kế hoạch giảng dạy (iv)</vt:lpstr>
      <vt:lpstr>Kế hoạch giảng dạy (v)</vt:lpstr>
      <vt:lpstr>Kế hoạch giảng dạy (vi)</vt:lpstr>
      <vt:lpstr>Kế hoạch giảng dạy (vii)</vt:lpstr>
      <vt:lpstr>Kế hoạch giảng dạy (viii)</vt:lpstr>
      <vt:lpstr>Kế hoạch giảng dạy (ix)</vt:lpstr>
      <vt:lpstr>Kế hoạch giảng dạy (x)</vt:lpstr>
      <vt:lpstr>Kế hoạch giảng dạy (xi)</vt:lpstr>
      <vt:lpstr>Kiểm tra và đánh giá</vt:lpstr>
      <vt:lpstr>Nhắc lại các kiến thức cơ bản</vt:lpstr>
      <vt:lpstr>Điện tích</vt:lpstr>
      <vt:lpstr>Dòng điện một chiều</vt:lpstr>
      <vt:lpstr>Điện thế</vt:lpstr>
      <vt:lpstr>Công suất</vt:lpstr>
      <vt:lpstr>Linh kiện điện tử thụ động</vt:lpstr>
      <vt:lpstr>Phân tích mạch điện một chiều</vt:lpstr>
      <vt:lpstr>Phân tích mạch điện xoay chiều</vt:lpstr>
      <vt:lpstr>Bài tập ôn tập</vt:lpstr>
      <vt:lpstr>Bài tập ôn tập</vt:lpstr>
      <vt:lpstr>Bài tập ôn tập</vt:lpstr>
      <vt:lpstr>Thank you!</vt:lpstr>
    </vt:vector>
  </TitlesOfParts>
  <Company>Mid Sweden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PowerPoint-presentation</dc:title>
  <dc:creator>Kent Bertilsson</dc:creator>
  <cp:lastModifiedBy>Trịnh Lê Huy</cp:lastModifiedBy>
  <cp:revision>627</cp:revision>
  <cp:lastPrinted>2004-10-20T11:26:57Z</cp:lastPrinted>
  <dcterms:created xsi:type="dcterms:W3CDTF">2005-06-07T08:25:50Z</dcterms:created>
  <dcterms:modified xsi:type="dcterms:W3CDTF">2025-09-10T01:32:53Z</dcterms:modified>
</cp:coreProperties>
</file>