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0" r:id="rId5"/>
    <p:sldId id="261" r:id="rId6"/>
    <p:sldId id="256" r:id="rId7"/>
    <p:sldId id="264" r:id="rId8"/>
    <p:sldId id="265" r:id="rId9"/>
    <p:sldId id="25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9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5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6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0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7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6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7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19135-3E07-4ED0-9C1A-C5AC4D2D4643}" type="datetimeFigureOut">
              <a:rPr lang="en-US" smtClean="0"/>
              <a:t>12/24/2019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AE5B9-3A47-44C8-A835-5E02AA81B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6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0AE23F-851C-4214-83E6-458BE860D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964" y="3593706"/>
            <a:ext cx="3887752" cy="4859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5CAF0D-CD01-42A9-8B01-6E92DAEE0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41" y="2664580"/>
            <a:ext cx="3887752" cy="490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4FDD38-B148-45EB-AA00-D17356E24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147" y="4424761"/>
            <a:ext cx="2555325" cy="1022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5FD7A-B17F-4287-B933-4E0242AAA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763" y="3446780"/>
            <a:ext cx="3917821" cy="9829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7FCAC7-BBF8-4FC8-8FB8-5FA40B708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1763" y="2405710"/>
            <a:ext cx="4014237" cy="1050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A64AA7-1A84-4E6A-BDA9-D44EC65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66C0C3-7E0F-453D-822B-7865BD612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00807"/>
              </p:ext>
            </p:extLst>
          </p:nvPr>
        </p:nvGraphicFramePr>
        <p:xfrm>
          <a:off x="2032000" y="2022836"/>
          <a:ext cx="8128000" cy="343940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736847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3252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JFET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D-MOSFET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E-MOSFET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66191456"/>
                  </a:ext>
                </a:extLst>
              </a:tr>
              <a:tr h="10275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9094325"/>
                  </a:ext>
                </a:extLst>
              </a:tr>
              <a:tr h="100770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46300647"/>
                  </a:ext>
                </a:extLst>
              </a:tr>
              <a:tr h="1033313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28623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83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4AA7-1A84-4E6A-BDA9-D44EC65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F252D-954B-452F-903E-17A2EDAA2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643" y="98617"/>
            <a:ext cx="4389120" cy="6759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EBC8EF-292E-40B0-BF42-E7148DCE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37" y="2362891"/>
            <a:ext cx="4389120" cy="448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22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D9BD-F39A-4E96-9692-B3D2FA29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8EDEE-48C5-48B2-8B15-4824D0EC3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90688"/>
            <a:ext cx="7315200" cy="471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17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D9BD-F39A-4E96-9692-B3D2FA29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CC387-3877-49CB-B074-19DF28E8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90688"/>
            <a:ext cx="7315200" cy="441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5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D9BD-F39A-4E96-9692-B3D2FA29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1754B1-CBFA-4868-B8A0-609348C0268E}"/>
              </a:ext>
            </a:extLst>
          </p:cNvPr>
          <p:cNvGrpSpPr/>
          <p:nvPr/>
        </p:nvGrpSpPr>
        <p:grpSpPr>
          <a:xfrm>
            <a:off x="2895600" y="1314171"/>
            <a:ext cx="6400800" cy="5543829"/>
            <a:chOff x="2438400" y="1318466"/>
            <a:chExt cx="6400800" cy="55438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9D232C-0B2B-4E13-8EF9-3CDBBAECD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8400" y="1318466"/>
              <a:ext cx="6400800" cy="164518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65DD6DE-C988-4996-BE56-BA15BB706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8400" y="2826450"/>
              <a:ext cx="6400800" cy="40358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72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80" y="2357909"/>
            <a:ext cx="3777522" cy="41148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496" y="2357909"/>
            <a:ext cx="3857625" cy="41148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8397026" y="2373176"/>
            <a:ext cx="31486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0000"/>
                </a:solidFill>
              </a:rPr>
              <a:t>Chú</a:t>
            </a:r>
            <a:r>
              <a:rPr lang="en-US" sz="2000" b="1" dirty="0">
                <a:solidFill>
                  <a:srgbClr val="FF0000"/>
                </a:solidFill>
              </a:rPr>
              <a:t> ý </a:t>
            </a:r>
            <a:r>
              <a:rPr lang="en-US" sz="2000" b="1" dirty="0" err="1">
                <a:solidFill>
                  <a:srgbClr val="FF0000"/>
                </a:solidFill>
              </a:rPr>
              <a:t>cấu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trúc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mạch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kđ</a:t>
            </a: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0000"/>
                </a:solidFill>
              </a:rPr>
              <a:t>Chú</a:t>
            </a:r>
            <a:r>
              <a:rPr lang="en-US" sz="2000" b="1" dirty="0">
                <a:solidFill>
                  <a:srgbClr val="FF0000"/>
                </a:solidFill>
              </a:rPr>
              <a:t> ý </a:t>
            </a:r>
            <a:r>
              <a:rPr lang="en-US" sz="2000" b="1" dirty="0" err="1">
                <a:solidFill>
                  <a:srgbClr val="FF0000"/>
                </a:solidFill>
              </a:rPr>
              <a:t>vị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trí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của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Ri</a:t>
            </a:r>
            <a:r>
              <a:rPr lang="en-US" sz="2000" b="1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Rf</a:t>
            </a: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0000"/>
                </a:solidFill>
              </a:rPr>
              <a:t>Chú</a:t>
            </a:r>
            <a:r>
              <a:rPr lang="en-US" sz="2000" b="1" dirty="0">
                <a:solidFill>
                  <a:srgbClr val="FF0000"/>
                </a:solidFill>
              </a:rPr>
              <a:t> ý </a:t>
            </a:r>
            <a:r>
              <a:rPr lang="en-US" sz="2000" b="1" dirty="0" err="1">
                <a:solidFill>
                  <a:srgbClr val="FF0000"/>
                </a:solidFill>
              </a:rPr>
              <a:t>đơn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vị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của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điện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trở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453C08-810B-4DC4-BDCF-CE7229A851F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OpAmp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6766-63FF-40CA-AED7-4A8355CB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OpAmp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3C591-C0D9-4212-BEDE-2D93E0E1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70" y="1592909"/>
            <a:ext cx="9876259" cy="483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7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6766-63FF-40CA-AED7-4A8355CB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OpAmp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006C7-7EB7-469A-A20D-8AD2347C5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80" y="1591647"/>
            <a:ext cx="6029325" cy="449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A8440-B76A-4679-9A03-C4BE9C71797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0114" y="4455303"/>
            <a:ext cx="7462086" cy="104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3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9" y="1946637"/>
            <a:ext cx="11937541" cy="328783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A84467-9586-4036-AEC9-13FC5DBEE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83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9A84467-9586-4036-AEC9-13FC5DBEE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FD80C-E856-4957-B011-55576EB9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96" y="1709350"/>
            <a:ext cx="7840807" cy="49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034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Thème Office</vt:lpstr>
      <vt:lpstr>FET</vt:lpstr>
      <vt:lpstr>Phân tích tính hiệu lớn DC</vt:lpstr>
      <vt:lpstr>Phân tích tín hiệu bé AC</vt:lpstr>
      <vt:lpstr>Phân tích tín hiệu bé AC</vt:lpstr>
      <vt:lpstr>Phân tích tín hiệu bé AC</vt:lpstr>
      <vt:lpstr>PowerPoint Presentation</vt:lpstr>
      <vt:lpstr>Mạch so sánh OpAmp</vt:lpstr>
      <vt:lpstr>Mạch cộng OpAmp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 Huy Trinh</dc:creator>
  <cp:lastModifiedBy>Trịnh Lê Huy</cp:lastModifiedBy>
  <cp:revision>6</cp:revision>
  <dcterms:created xsi:type="dcterms:W3CDTF">2016-12-20T00:43:59Z</dcterms:created>
  <dcterms:modified xsi:type="dcterms:W3CDTF">2019-12-24T02:24:26Z</dcterms:modified>
</cp:coreProperties>
</file>