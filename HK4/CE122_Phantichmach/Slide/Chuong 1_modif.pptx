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1"/>
  </p:notesMasterIdLst>
  <p:sldIdLst>
    <p:sldId id="256" r:id="rId2"/>
    <p:sldId id="281" r:id="rId3"/>
    <p:sldId id="282" r:id="rId4"/>
    <p:sldId id="28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4" r:id="rId17"/>
    <p:sldId id="270" r:id="rId18"/>
    <p:sldId id="271" r:id="rId19"/>
    <p:sldId id="272" r:id="rId20"/>
    <p:sldId id="273" r:id="rId21"/>
    <p:sldId id="274" r:id="rId22"/>
    <p:sldId id="285" r:id="rId23"/>
    <p:sldId id="286" r:id="rId24"/>
    <p:sldId id="275" r:id="rId25"/>
    <p:sldId id="287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497407-D88D-4779-8B68-590438483B70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FF8B84-DD6B-4C6D-9E58-A20662525547}">
      <dgm:prSet phldrT="[Texte]" custT="1"/>
      <dgm:spPr/>
      <dgm:t>
        <a:bodyPr/>
        <a:lstStyle/>
        <a:p>
          <a:r>
            <a:rPr lang="en-US" sz="2000" dirty="0"/>
            <a:t>11 </a:t>
          </a:r>
          <a:r>
            <a:rPr lang="en-US" sz="2000" dirty="0" err="1"/>
            <a:t>buổi</a:t>
          </a:r>
          <a:endParaRPr lang="en-US" sz="2000" dirty="0"/>
        </a:p>
      </dgm:t>
    </dgm:pt>
    <dgm:pt modelId="{12D010B9-7562-41AA-BD8E-237FB846FD86}" type="parTrans" cxnId="{317E311A-A7CE-4C42-802B-DB9F67D70782}">
      <dgm:prSet/>
      <dgm:spPr/>
      <dgm:t>
        <a:bodyPr/>
        <a:lstStyle/>
        <a:p>
          <a:endParaRPr lang="en-US"/>
        </a:p>
      </dgm:t>
    </dgm:pt>
    <dgm:pt modelId="{7BDC8422-BF4C-4A71-A7AD-BFF09FC1F039}" type="sibTrans" cxnId="{317E311A-A7CE-4C42-802B-DB9F67D70782}">
      <dgm:prSet/>
      <dgm:spPr/>
      <dgm:t>
        <a:bodyPr/>
        <a:lstStyle/>
        <a:p>
          <a:endParaRPr lang="en-US"/>
        </a:p>
      </dgm:t>
    </dgm:pt>
    <dgm:pt modelId="{590B9473-A93F-4087-B82B-6B8A239528AB}">
      <dgm:prSet phldrT="[Texte]" custT="1"/>
      <dgm:spPr/>
      <dgm:t>
        <a:bodyPr/>
        <a:lstStyle/>
        <a:p>
          <a:r>
            <a:rPr lang="en-US" sz="2000" dirty="0"/>
            <a:t>1 </a:t>
          </a:r>
          <a:r>
            <a:rPr lang="en-US" sz="2000" dirty="0" err="1"/>
            <a:t>buổi</a:t>
          </a:r>
          <a:r>
            <a:rPr lang="en-US" sz="2000" dirty="0"/>
            <a:t> </a:t>
          </a:r>
          <a:r>
            <a:rPr lang="en-US" sz="2000" dirty="0" err="1"/>
            <a:t>ôn</a:t>
          </a:r>
          <a:r>
            <a:rPr lang="en-US" sz="2000" dirty="0"/>
            <a:t> </a:t>
          </a:r>
          <a:r>
            <a:rPr lang="en-US" sz="2000" dirty="0" err="1"/>
            <a:t>tập</a:t>
          </a:r>
          <a:endParaRPr lang="en-US" sz="2000" dirty="0"/>
        </a:p>
      </dgm:t>
    </dgm:pt>
    <dgm:pt modelId="{7D92138E-4E84-457D-962E-ABD2D00EC625}" type="sibTrans" cxnId="{DB1AB91F-82DD-414A-9A32-A96FB00B2BB5}">
      <dgm:prSet custT="1"/>
      <dgm:spPr/>
      <dgm:t>
        <a:bodyPr/>
        <a:lstStyle/>
        <a:p>
          <a:r>
            <a:rPr lang="en-US" sz="2000" dirty="0"/>
            <a:t>5 </a:t>
          </a:r>
          <a:r>
            <a:rPr lang="en-US" sz="2000" dirty="0" err="1"/>
            <a:t>buổi</a:t>
          </a:r>
          <a:r>
            <a:rPr lang="en-US" sz="2000" dirty="0"/>
            <a:t> </a:t>
          </a:r>
          <a:r>
            <a:rPr lang="en-US" sz="2000" dirty="0" err="1"/>
            <a:t>thực</a:t>
          </a:r>
          <a:r>
            <a:rPr lang="en-US" sz="2000" dirty="0"/>
            <a:t> </a:t>
          </a:r>
          <a:r>
            <a:rPr lang="en-US" sz="2000" dirty="0" err="1"/>
            <a:t>hành</a:t>
          </a:r>
          <a:endParaRPr lang="en-US" sz="2000" dirty="0"/>
        </a:p>
      </dgm:t>
    </dgm:pt>
    <dgm:pt modelId="{0153D04D-7D54-454B-BE07-CBC7725DDDD6}" type="parTrans" cxnId="{DB1AB91F-82DD-414A-9A32-A96FB00B2BB5}">
      <dgm:prSet/>
      <dgm:spPr/>
      <dgm:t>
        <a:bodyPr/>
        <a:lstStyle/>
        <a:p>
          <a:endParaRPr lang="en-US"/>
        </a:p>
      </dgm:t>
    </dgm:pt>
    <dgm:pt modelId="{DB38BD80-B6C4-4EF9-A66A-D34B9A9C8881}" type="pres">
      <dgm:prSet presAssocID="{49497407-D88D-4779-8B68-590438483B70}" presName="Name0" presStyleCnt="0">
        <dgm:presLayoutVars>
          <dgm:chMax/>
          <dgm:chPref/>
          <dgm:dir/>
          <dgm:animLvl val="lvl"/>
        </dgm:presLayoutVars>
      </dgm:prSet>
      <dgm:spPr/>
    </dgm:pt>
    <dgm:pt modelId="{14294E0E-216B-4CC7-AF9E-3BA25DE8B6CF}" type="pres">
      <dgm:prSet presAssocID="{2DFF8B84-DD6B-4C6D-9E58-A20662525547}" presName="composite" presStyleCnt="0"/>
      <dgm:spPr/>
    </dgm:pt>
    <dgm:pt modelId="{AEF6E174-476B-4154-B1F8-D437F3BBE29B}" type="pres">
      <dgm:prSet presAssocID="{2DFF8B84-DD6B-4C6D-9E58-A20662525547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49A2173B-CF2D-4863-BF4B-438D96A371AD}" type="pres">
      <dgm:prSet presAssocID="{2DFF8B84-DD6B-4C6D-9E58-A20662525547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F454BADF-FDB7-4D69-B897-EBE0E8BC4017}" type="pres">
      <dgm:prSet presAssocID="{2DFF8B84-DD6B-4C6D-9E58-A20662525547}" presName="BalanceSpacing" presStyleCnt="0"/>
      <dgm:spPr/>
    </dgm:pt>
    <dgm:pt modelId="{9C3BD156-A42B-4F90-ABB4-AF20078EA5B6}" type="pres">
      <dgm:prSet presAssocID="{2DFF8B84-DD6B-4C6D-9E58-A20662525547}" presName="BalanceSpacing1" presStyleCnt="0"/>
      <dgm:spPr/>
    </dgm:pt>
    <dgm:pt modelId="{E3E5C0A0-F9D4-471A-8EFE-FCFC82333173}" type="pres">
      <dgm:prSet presAssocID="{7BDC8422-BF4C-4A71-A7AD-BFF09FC1F039}" presName="Accent1Text" presStyleLbl="node1" presStyleIdx="1" presStyleCnt="4"/>
      <dgm:spPr/>
    </dgm:pt>
    <dgm:pt modelId="{4947BDCA-2844-4307-A213-2F07E3FDC947}" type="pres">
      <dgm:prSet presAssocID="{7BDC8422-BF4C-4A71-A7AD-BFF09FC1F039}" presName="spaceBetweenRectangles" presStyleCnt="0"/>
      <dgm:spPr/>
    </dgm:pt>
    <dgm:pt modelId="{8DCA38B4-5485-41A6-BA63-781B1669D43D}" type="pres">
      <dgm:prSet presAssocID="{590B9473-A93F-4087-B82B-6B8A239528AB}" presName="composite" presStyleCnt="0"/>
      <dgm:spPr/>
    </dgm:pt>
    <dgm:pt modelId="{47115867-23B4-4A62-95F5-079EA9971AD9}" type="pres">
      <dgm:prSet presAssocID="{590B9473-A93F-4087-B82B-6B8A239528AB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BD86EF80-47D2-4AA5-9B59-EE5A277AF492}" type="pres">
      <dgm:prSet presAssocID="{590B9473-A93F-4087-B82B-6B8A239528AB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11EDBEC5-E191-4681-8BBE-93B4E36059B7}" type="pres">
      <dgm:prSet presAssocID="{590B9473-A93F-4087-B82B-6B8A239528AB}" presName="BalanceSpacing" presStyleCnt="0"/>
      <dgm:spPr/>
    </dgm:pt>
    <dgm:pt modelId="{B624795D-CE48-4192-BBE7-EF680154F92E}" type="pres">
      <dgm:prSet presAssocID="{590B9473-A93F-4087-B82B-6B8A239528AB}" presName="BalanceSpacing1" presStyleCnt="0"/>
      <dgm:spPr/>
    </dgm:pt>
    <dgm:pt modelId="{0AF811C1-D11B-49FF-AB1C-C0022824B10A}" type="pres">
      <dgm:prSet presAssocID="{7D92138E-4E84-457D-962E-ABD2D00EC625}" presName="Accent1Text" presStyleLbl="node1" presStyleIdx="3" presStyleCnt="4"/>
      <dgm:spPr/>
    </dgm:pt>
  </dgm:ptLst>
  <dgm:cxnLst>
    <dgm:cxn modelId="{317E311A-A7CE-4C42-802B-DB9F67D70782}" srcId="{49497407-D88D-4779-8B68-590438483B70}" destId="{2DFF8B84-DD6B-4C6D-9E58-A20662525547}" srcOrd="0" destOrd="0" parTransId="{12D010B9-7562-41AA-BD8E-237FB846FD86}" sibTransId="{7BDC8422-BF4C-4A71-A7AD-BFF09FC1F039}"/>
    <dgm:cxn modelId="{DB1AB91F-82DD-414A-9A32-A96FB00B2BB5}" srcId="{49497407-D88D-4779-8B68-590438483B70}" destId="{590B9473-A93F-4087-B82B-6B8A239528AB}" srcOrd="1" destOrd="0" parTransId="{0153D04D-7D54-454B-BE07-CBC7725DDDD6}" sibTransId="{7D92138E-4E84-457D-962E-ABD2D00EC625}"/>
    <dgm:cxn modelId="{841EDA51-FA87-426A-B2B4-9D9F24BE9C1A}" type="presOf" srcId="{7BDC8422-BF4C-4A71-A7AD-BFF09FC1F039}" destId="{E3E5C0A0-F9D4-471A-8EFE-FCFC82333173}" srcOrd="0" destOrd="0" presId="urn:microsoft.com/office/officeart/2008/layout/AlternatingHexagons"/>
    <dgm:cxn modelId="{E3F80980-D521-4B8C-890C-FE29BEA6D4A5}" type="presOf" srcId="{2DFF8B84-DD6B-4C6D-9E58-A20662525547}" destId="{AEF6E174-476B-4154-B1F8-D437F3BBE29B}" srcOrd="0" destOrd="0" presId="urn:microsoft.com/office/officeart/2008/layout/AlternatingHexagons"/>
    <dgm:cxn modelId="{1526F081-4B00-4CC2-94DB-A73F0B674403}" type="presOf" srcId="{49497407-D88D-4779-8B68-590438483B70}" destId="{DB38BD80-B6C4-4EF9-A66A-D34B9A9C8881}" srcOrd="0" destOrd="0" presId="urn:microsoft.com/office/officeart/2008/layout/AlternatingHexagons"/>
    <dgm:cxn modelId="{D1636ED8-A371-41BA-BFD7-DF33D5C6EDCA}" type="presOf" srcId="{590B9473-A93F-4087-B82B-6B8A239528AB}" destId="{47115867-23B4-4A62-95F5-079EA9971AD9}" srcOrd="0" destOrd="0" presId="urn:microsoft.com/office/officeart/2008/layout/AlternatingHexagons"/>
    <dgm:cxn modelId="{388374F5-7370-46EE-8F73-A8BE86D15D9B}" type="presOf" srcId="{7D92138E-4E84-457D-962E-ABD2D00EC625}" destId="{0AF811C1-D11B-49FF-AB1C-C0022824B10A}" srcOrd="0" destOrd="0" presId="urn:microsoft.com/office/officeart/2008/layout/AlternatingHexagons"/>
    <dgm:cxn modelId="{35A19A8C-C29E-4D40-92E2-FBE58AFCE145}" type="presParOf" srcId="{DB38BD80-B6C4-4EF9-A66A-D34B9A9C8881}" destId="{14294E0E-216B-4CC7-AF9E-3BA25DE8B6CF}" srcOrd="0" destOrd="0" presId="urn:microsoft.com/office/officeart/2008/layout/AlternatingHexagons"/>
    <dgm:cxn modelId="{105566AE-675A-4DE2-8AD4-0B9F9766C83A}" type="presParOf" srcId="{14294E0E-216B-4CC7-AF9E-3BA25DE8B6CF}" destId="{AEF6E174-476B-4154-B1F8-D437F3BBE29B}" srcOrd="0" destOrd="0" presId="urn:microsoft.com/office/officeart/2008/layout/AlternatingHexagons"/>
    <dgm:cxn modelId="{38204B9E-84EC-485B-8CC6-F29BD7C29A86}" type="presParOf" srcId="{14294E0E-216B-4CC7-AF9E-3BA25DE8B6CF}" destId="{49A2173B-CF2D-4863-BF4B-438D96A371AD}" srcOrd="1" destOrd="0" presId="urn:microsoft.com/office/officeart/2008/layout/AlternatingHexagons"/>
    <dgm:cxn modelId="{88E1CFDB-0EC2-445E-85F4-E9F8D288B37C}" type="presParOf" srcId="{14294E0E-216B-4CC7-AF9E-3BA25DE8B6CF}" destId="{F454BADF-FDB7-4D69-B897-EBE0E8BC4017}" srcOrd="2" destOrd="0" presId="urn:microsoft.com/office/officeart/2008/layout/AlternatingHexagons"/>
    <dgm:cxn modelId="{EFF501BE-F480-4CA5-800C-746FBB8E3A4A}" type="presParOf" srcId="{14294E0E-216B-4CC7-AF9E-3BA25DE8B6CF}" destId="{9C3BD156-A42B-4F90-ABB4-AF20078EA5B6}" srcOrd="3" destOrd="0" presId="urn:microsoft.com/office/officeart/2008/layout/AlternatingHexagons"/>
    <dgm:cxn modelId="{DBA49A98-E210-40BD-A79A-09CD703F4C3C}" type="presParOf" srcId="{14294E0E-216B-4CC7-AF9E-3BA25DE8B6CF}" destId="{E3E5C0A0-F9D4-471A-8EFE-FCFC82333173}" srcOrd="4" destOrd="0" presId="urn:microsoft.com/office/officeart/2008/layout/AlternatingHexagons"/>
    <dgm:cxn modelId="{FA6788EF-C263-4B0C-86D4-31911EB3AD4D}" type="presParOf" srcId="{DB38BD80-B6C4-4EF9-A66A-D34B9A9C8881}" destId="{4947BDCA-2844-4307-A213-2F07E3FDC947}" srcOrd="1" destOrd="0" presId="urn:microsoft.com/office/officeart/2008/layout/AlternatingHexagons"/>
    <dgm:cxn modelId="{B50B72FB-5CF6-41D9-AB6C-E40E51E79C33}" type="presParOf" srcId="{DB38BD80-B6C4-4EF9-A66A-D34B9A9C8881}" destId="{8DCA38B4-5485-41A6-BA63-781B1669D43D}" srcOrd="2" destOrd="0" presId="urn:microsoft.com/office/officeart/2008/layout/AlternatingHexagons"/>
    <dgm:cxn modelId="{90A72520-3A48-459E-BA75-6213D19AC5E5}" type="presParOf" srcId="{8DCA38B4-5485-41A6-BA63-781B1669D43D}" destId="{47115867-23B4-4A62-95F5-079EA9971AD9}" srcOrd="0" destOrd="0" presId="urn:microsoft.com/office/officeart/2008/layout/AlternatingHexagons"/>
    <dgm:cxn modelId="{53DBEEFA-B797-419D-85BF-1FEE2EA6B3C0}" type="presParOf" srcId="{8DCA38B4-5485-41A6-BA63-781B1669D43D}" destId="{BD86EF80-47D2-4AA5-9B59-EE5A277AF492}" srcOrd="1" destOrd="0" presId="urn:microsoft.com/office/officeart/2008/layout/AlternatingHexagons"/>
    <dgm:cxn modelId="{77ADA5DA-866F-413D-9B84-27CCFDFD71C9}" type="presParOf" srcId="{8DCA38B4-5485-41A6-BA63-781B1669D43D}" destId="{11EDBEC5-E191-4681-8BBE-93B4E36059B7}" srcOrd="2" destOrd="0" presId="urn:microsoft.com/office/officeart/2008/layout/AlternatingHexagons"/>
    <dgm:cxn modelId="{943EA8E9-6CC8-4F42-945A-7AAA0910607F}" type="presParOf" srcId="{8DCA38B4-5485-41A6-BA63-781B1669D43D}" destId="{B624795D-CE48-4192-BBE7-EF680154F92E}" srcOrd="3" destOrd="0" presId="urn:microsoft.com/office/officeart/2008/layout/AlternatingHexagons"/>
    <dgm:cxn modelId="{9FDC491A-FC70-4296-B799-398D38CF5BB3}" type="presParOf" srcId="{8DCA38B4-5485-41A6-BA63-781B1669D43D}" destId="{0AF811C1-D11B-49FF-AB1C-C0022824B10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6E174-476B-4154-B1F8-D437F3BBE29B}">
      <dsp:nvSpPr>
        <dsp:cNvPr id="0" name=""/>
        <dsp:cNvSpPr/>
      </dsp:nvSpPr>
      <dsp:spPr>
        <a:xfrm rot="5400000">
          <a:off x="2578269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11 </a:t>
          </a:r>
          <a:r>
            <a:rPr lang="en-US" sz="2000" kern="1200" dirty="0" err="1"/>
            <a:t>buổi</a:t>
          </a:r>
          <a:endParaRPr lang="en-US" sz="2000" kern="1200" dirty="0"/>
        </a:p>
      </dsp:txBody>
      <dsp:txXfrm rot="-5400000">
        <a:off x="2917909" y="730561"/>
        <a:ext cx="1014052" cy="1165577"/>
      </dsp:txXfrm>
    </dsp:sp>
    <dsp:sp modelId="{49A2173B-CF2D-4863-BF4B-438D96A371AD}">
      <dsp:nvSpPr>
        <dsp:cNvPr id="0" name=""/>
        <dsp:cNvSpPr/>
      </dsp:nvSpPr>
      <dsp:spPr>
        <a:xfrm>
          <a:off x="4206240" y="805349"/>
          <a:ext cx="188976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E5C0A0-F9D4-471A-8EFE-FCFC82333173}">
      <dsp:nvSpPr>
        <dsp:cNvPr id="0" name=""/>
        <dsp:cNvSpPr/>
      </dsp:nvSpPr>
      <dsp:spPr>
        <a:xfrm rot="5400000">
          <a:off x="987213" y="576749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326853" y="730561"/>
        <a:ext cx="1014052" cy="1165577"/>
      </dsp:txXfrm>
    </dsp:sp>
    <dsp:sp modelId="{47115867-23B4-4A62-95F5-079EA9971AD9}">
      <dsp:nvSpPr>
        <dsp:cNvPr id="0" name=""/>
        <dsp:cNvSpPr/>
      </dsp:nvSpPr>
      <dsp:spPr>
        <a:xfrm rot="5400000">
          <a:off x="1779693" y="2014050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 </a:t>
          </a:r>
          <a:r>
            <a:rPr lang="en-US" sz="2000" kern="1200" dirty="0" err="1"/>
            <a:t>buổi</a:t>
          </a:r>
          <a:r>
            <a:rPr lang="en-US" sz="2000" kern="1200" dirty="0"/>
            <a:t> </a:t>
          </a:r>
          <a:r>
            <a:rPr lang="en-US" sz="2000" kern="1200" dirty="0" err="1"/>
            <a:t>ôn</a:t>
          </a:r>
          <a:r>
            <a:rPr lang="en-US" sz="2000" kern="1200" dirty="0"/>
            <a:t> </a:t>
          </a:r>
          <a:r>
            <a:rPr lang="en-US" sz="2000" kern="1200" dirty="0" err="1"/>
            <a:t>tập</a:t>
          </a:r>
          <a:endParaRPr lang="en-US" sz="2000" kern="1200" dirty="0"/>
        </a:p>
      </dsp:txBody>
      <dsp:txXfrm rot="-5400000">
        <a:off x="2119333" y="2167862"/>
        <a:ext cx="1014052" cy="1165577"/>
      </dsp:txXfrm>
    </dsp:sp>
    <dsp:sp modelId="{BD86EF80-47D2-4AA5-9B59-EE5A277AF492}">
      <dsp:nvSpPr>
        <dsp:cNvPr id="0" name=""/>
        <dsp:cNvSpPr/>
      </dsp:nvSpPr>
      <dsp:spPr>
        <a:xfrm>
          <a:off x="0" y="2242650"/>
          <a:ext cx="1828800" cy="1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811C1-D11B-49FF-AB1C-C0022824B10A}">
      <dsp:nvSpPr>
        <dsp:cNvPr id="0" name=""/>
        <dsp:cNvSpPr/>
      </dsp:nvSpPr>
      <dsp:spPr>
        <a:xfrm rot="5400000">
          <a:off x="3370749" y="2014050"/>
          <a:ext cx="1693333" cy="147320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5 </a:t>
          </a:r>
          <a:r>
            <a:rPr lang="en-US" sz="2000" kern="1200" dirty="0" err="1"/>
            <a:t>buổi</a:t>
          </a:r>
          <a:r>
            <a:rPr lang="en-US" sz="2000" kern="1200" dirty="0"/>
            <a:t> </a:t>
          </a:r>
          <a:r>
            <a:rPr lang="en-US" sz="2000" kern="1200" dirty="0" err="1"/>
            <a:t>thực</a:t>
          </a:r>
          <a:r>
            <a:rPr lang="en-US" sz="2000" kern="1200" dirty="0"/>
            <a:t> </a:t>
          </a:r>
          <a:r>
            <a:rPr lang="en-US" sz="2000" kern="1200" dirty="0" err="1"/>
            <a:t>hành</a:t>
          </a:r>
          <a:endParaRPr lang="en-US" sz="2000" kern="1200" dirty="0"/>
        </a:p>
      </dsp:txBody>
      <dsp:txXfrm rot="-5400000">
        <a:off x="3710389" y="2167862"/>
        <a:ext cx="1014052" cy="1165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D5BF6-0C93-426F-B65A-EA93D19CB0F3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93670-DC17-4FCA-BB8A-0F2141907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9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38970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5191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2313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5146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49428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9821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938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24925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0337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1669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1092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293FD67-F8CF-4BD9-A375-1CA6E12DD59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7FC3D-B219-406E-AA6C-725DD287FF7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63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28600"/>
            <a:ext cx="2400300" cy="1051559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152400" y="1752600"/>
            <a:ext cx="2743200" cy="4552604"/>
          </a:xfrm>
        </p:spPr>
        <p:txBody>
          <a:bodyPr>
            <a:norm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môn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nội</a:t>
            </a:r>
            <a:r>
              <a:rPr lang="en-US" b="1" dirty="0"/>
              <a:t> dung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môn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hoạch</a:t>
            </a:r>
            <a:r>
              <a:rPr lang="en-US" b="1" dirty="0"/>
              <a:t> </a:t>
            </a:r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dạy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	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Mạch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mạch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suất</a:t>
            </a:r>
            <a:r>
              <a:rPr lang="en-US" b="1" dirty="0"/>
              <a:t>	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đương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giản</a:t>
            </a:r>
            <a:endParaRPr lang="en-US" b="1" dirty="0"/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/>
              <a:t>Phương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mạch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b="1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D58A-BA96-4951-BEC4-FD157A5A2767}" type="datetime1">
              <a:rPr lang="en-US" smtClean="0"/>
              <a:t>2/17/2025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280535" y="2819400"/>
            <a:ext cx="3509010" cy="1737360"/>
            <a:chOff x="5141976" y="2438890"/>
            <a:chExt cx="3509010" cy="1737360"/>
          </a:xfrm>
        </p:grpSpPr>
        <p:pic>
          <p:nvPicPr>
            <p:cNvPr id="7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933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29D4-BA8E-40F1-8176-A854BCB143D7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4400" y="1981200"/>
            <a:ext cx="4572000" cy="19728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 dirty="0"/>
              <a:t>Môn </a:t>
            </a:r>
            <a:r>
              <a:rPr lang="en-US" b="1" dirty="0" err="1"/>
              <a:t>học</a:t>
            </a:r>
            <a:r>
              <a:rPr lang="en-US" b="1" dirty="0"/>
              <a:t>:     	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	</a:t>
            </a:r>
            <a:r>
              <a:rPr lang="en-US" b="1" dirty="0"/>
              <a:t>  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:   	</a:t>
            </a:r>
            <a:r>
              <a:rPr lang="en-US" dirty="0"/>
              <a:t>TS. </a:t>
            </a:r>
            <a:r>
              <a:rPr lang="en-US" dirty="0" err="1"/>
              <a:t>Trịnh</a:t>
            </a:r>
            <a:r>
              <a:rPr lang="en-US" dirty="0"/>
              <a:t> </a:t>
            </a:r>
            <a:r>
              <a:rPr lang="en-US" dirty="0" err="1"/>
              <a:t>Lê</a:t>
            </a:r>
            <a:r>
              <a:rPr lang="en-US" dirty="0"/>
              <a:t> Huy	</a:t>
            </a:r>
            <a:endParaRPr lang="en-US" b="1" dirty="0"/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 dirty="0"/>
              <a:t>Email:           	</a:t>
            </a:r>
            <a:r>
              <a:rPr lang="en-US" dirty="0"/>
              <a:t>huytl@uit.edu.vn </a:t>
            </a:r>
            <a:endParaRPr lang="en-US" b="1" dirty="0"/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 dirty="0" err="1"/>
              <a:t>Giờ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SV:  	</a:t>
            </a:r>
            <a:r>
              <a:rPr lang="en-US" dirty="0"/>
              <a:t>11h00 – 12h00, </a:t>
            </a:r>
            <a:r>
              <a:rPr lang="en-US" dirty="0" err="1"/>
              <a:t>thứ</a:t>
            </a:r>
            <a:r>
              <a:rPr lang="en-US" dirty="0"/>
              <a:t> 2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tuần</a:t>
            </a:r>
            <a:endParaRPr lang="en-US" dirty="0"/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:      	</a:t>
            </a:r>
            <a:r>
              <a:rPr lang="en-US" dirty="0"/>
              <a:t>E 6.6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None/>
            </a:pPr>
            <a:endParaRPr lang="en-US" sz="1400" dirty="0"/>
          </a:p>
        </p:txBody>
      </p:sp>
      <p:sp>
        <p:nvSpPr>
          <p:cNvPr id="13" name="Rectangle avec flèche vers le bas 12"/>
          <p:cNvSpPr/>
          <p:nvPr/>
        </p:nvSpPr>
        <p:spPr>
          <a:xfrm>
            <a:off x="6687762" y="1828800"/>
            <a:ext cx="1475163" cy="1219200"/>
          </a:xfrm>
          <a:prstGeom prst="downArrow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</p:txBody>
      </p:sp>
      <p:sp>
        <p:nvSpPr>
          <p:cNvPr id="15" name="Rectangle avec flèche vers le bas 14"/>
          <p:cNvSpPr/>
          <p:nvPr/>
        </p:nvSpPr>
        <p:spPr>
          <a:xfrm>
            <a:off x="7440237" y="3048000"/>
            <a:ext cx="1475163" cy="1600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</p:txBody>
      </p:sp>
      <p:sp>
        <p:nvSpPr>
          <p:cNvPr id="16" name="Rectangle avec flèche vers le bas 15"/>
          <p:cNvSpPr/>
          <p:nvPr/>
        </p:nvSpPr>
        <p:spPr>
          <a:xfrm>
            <a:off x="6477000" y="4648200"/>
            <a:ext cx="1889759" cy="1600200"/>
          </a:xfrm>
          <a:prstGeom prst="downArrow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&amp;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endParaRPr lang="en-US" dirty="0"/>
          </a:p>
        </p:txBody>
      </p:sp>
      <p:pic>
        <p:nvPicPr>
          <p:cNvPr id="14" name="Picture 2" descr="Image result for mạch điện 1 phạm thị c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918" y="4123029"/>
            <a:ext cx="1404963" cy="21196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lý thuyết mạch điện hồ thị kim hoà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70" y="4123029"/>
            <a:ext cx="1340655" cy="21196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774" y="4102368"/>
            <a:ext cx="1597026" cy="21403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6"/>
          <p:cNvCxnSpPr/>
          <p:nvPr/>
        </p:nvCxnSpPr>
        <p:spPr>
          <a:xfrm>
            <a:off x="6687761" y="1828800"/>
            <a:ext cx="1475163" cy="838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avec flèche vers le bas 14">
            <a:extLst>
              <a:ext uri="{FF2B5EF4-FFF2-40B4-BE49-F238E27FC236}">
                <a16:creationId xmlns:a16="http://schemas.microsoft.com/office/drawing/2014/main" id="{2F2174B4-AB0C-3486-B6CD-B03735FB71D1}"/>
              </a:ext>
            </a:extLst>
          </p:cNvPr>
          <p:cNvSpPr/>
          <p:nvPr/>
        </p:nvSpPr>
        <p:spPr>
          <a:xfrm>
            <a:off x="5898531" y="3048000"/>
            <a:ext cx="1475163" cy="1600200"/>
          </a:xfrm>
          <a:prstGeom prst="downArrow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Lý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thuyết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mạch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điện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84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29D4-BA8E-40F1-8176-A854BCB143D7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122" y="3962400"/>
            <a:ext cx="1895475" cy="18954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loud Callout 7"/>
          <p:cNvSpPr/>
          <p:nvPr/>
        </p:nvSpPr>
        <p:spPr>
          <a:xfrm rot="1523286">
            <a:off x="5955131" y="3276600"/>
            <a:ext cx="2694363" cy="13716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endParaRPr lang="en-US" dirty="0"/>
          </a:p>
        </p:txBody>
      </p:sp>
      <p:sp>
        <p:nvSpPr>
          <p:cNvPr id="10" name="Cloud Callout 9"/>
          <p:cNvSpPr/>
          <p:nvPr/>
        </p:nvSpPr>
        <p:spPr>
          <a:xfrm rot="20960061">
            <a:off x="3913652" y="2175917"/>
            <a:ext cx="2694363" cy="13716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?</a:t>
            </a:r>
          </a:p>
        </p:txBody>
      </p:sp>
      <p:sp>
        <p:nvSpPr>
          <p:cNvPr id="11" name="Cloud Callout 10"/>
          <p:cNvSpPr/>
          <p:nvPr/>
        </p:nvSpPr>
        <p:spPr>
          <a:xfrm rot="19881189" flipH="1">
            <a:off x="1244447" y="2998578"/>
            <a:ext cx="2469308" cy="13716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Linh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31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dạy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29D4-BA8E-40F1-8176-A854BCB143D7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4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22960" y="2209801"/>
            <a:ext cx="7711440" cy="373379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2400"/>
              </a:spcAft>
              <a:buFont typeface="Calibri" panose="020F0502020204030204" pitchFamily="34" charset="0"/>
              <a:buNone/>
            </a:pPr>
            <a:r>
              <a:rPr lang="en-US" sz="2600" b="1" dirty="0" err="1"/>
              <a:t>Trọng</a:t>
            </a:r>
            <a:r>
              <a:rPr lang="en-US" sz="2600" b="1" dirty="0"/>
              <a:t> </a:t>
            </a:r>
            <a:r>
              <a:rPr lang="en-US" sz="2600" b="1" dirty="0" err="1"/>
              <a:t>số</a:t>
            </a:r>
            <a:r>
              <a:rPr lang="en-US" sz="2600" b="1" dirty="0"/>
              <a:t> </a:t>
            </a:r>
            <a:r>
              <a:rPr lang="en-US" sz="2600" b="1" dirty="0" err="1"/>
              <a:t>đánh</a:t>
            </a:r>
            <a:r>
              <a:rPr lang="en-US" sz="2600" b="1" dirty="0"/>
              <a:t> </a:t>
            </a:r>
            <a:r>
              <a:rPr lang="en-US" sz="2600" b="1" dirty="0" err="1"/>
              <a:t>giá</a:t>
            </a:r>
            <a:r>
              <a:rPr lang="en-US" sz="2600" b="1" dirty="0"/>
              <a:t> </a:t>
            </a:r>
            <a:r>
              <a:rPr lang="en-US" sz="2600" b="1" dirty="0" err="1"/>
              <a:t>các</a:t>
            </a:r>
            <a:r>
              <a:rPr lang="en-US" sz="2600" b="1" dirty="0"/>
              <a:t> </a:t>
            </a:r>
            <a:r>
              <a:rPr lang="en-US" sz="2600" b="1" dirty="0" err="1"/>
              <a:t>phần</a:t>
            </a:r>
            <a:r>
              <a:rPr lang="en-US" sz="2600" b="1" dirty="0"/>
              <a:t>: </a:t>
            </a:r>
          </a:p>
          <a:p>
            <a:pPr marL="457200" indent="571500">
              <a:spcAft>
                <a:spcPts val="2400"/>
              </a:spcAft>
              <a:buFont typeface="Wingdings" pitchFamily="2" charset="2"/>
              <a:buChar char="v"/>
            </a:pPr>
            <a:r>
              <a:rPr lang="en-US" sz="2200" b="1" dirty="0" err="1"/>
              <a:t>Thực</a:t>
            </a:r>
            <a:r>
              <a:rPr lang="en-US" sz="2200" b="1" dirty="0"/>
              <a:t> </a:t>
            </a:r>
            <a:r>
              <a:rPr lang="en-US" sz="2200" b="1" dirty="0" err="1"/>
              <a:t>hành</a:t>
            </a:r>
            <a:r>
              <a:rPr lang="en-US" sz="2200" b="1" dirty="0"/>
              <a:t>: </a:t>
            </a:r>
            <a:r>
              <a:rPr lang="en-US" sz="2200" b="1" dirty="0">
                <a:solidFill>
                  <a:srgbClr val="FF0000"/>
                </a:solidFill>
              </a:rPr>
              <a:t>20%</a:t>
            </a:r>
          </a:p>
          <a:p>
            <a:pPr marL="457200" indent="571500">
              <a:spcAft>
                <a:spcPts val="2400"/>
              </a:spcAft>
              <a:buFont typeface="Wingdings" pitchFamily="2" charset="2"/>
              <a:buChar char="v"/>
            </a:pPr>
            <a:r>
              <a:rPr lang="en-US" sz="2200" b="1" dirty="0" err="1"/>
              <a:t>Đồ</a:t>
            </a:r>
            <a:r>
              <a:rPr lang="en-US" sz="2200" b="1" dirty="0"/>
              <a:t> </a:t>
            </a:r>
            <a:r>
              <a:rPr lang="en-US" sz="2200" b="1" dirty="0" err="1"/>
              <a:t>án</a:t>
            </a:r>
            <a:r>
              <a:rPr lang="en-US" sz="2200" b="1" dirty="0"/>
              <a:t> &amp; </a:t>
            </a:r>
            <a:r>
              <a:rPr lang="en-US" sz="2200" b="1" dirty="0" err="1"/>
              <a:t>quá</a:t>
            </a:r>
            <a:r>
              <a:rPr lang="en-US" sz="2200" b="1" dirty="0"/>
              <a:t> </a:t>
            </a:r>
            <a:r>
              <a:rPr lang="en-US" sz="2200" b="1" dirty="0" err="1"/>
              <a:t>trình</a:t>
            </a:r>
            <a:r>
              <a:rPr lang="en-US" sz="2200" b="1" dirty="0"/>
              <a:t>: </a:t>
            </a:r>
            <a:r>
              <a:rPr lang="en-US" sz="2200" b="1" dirty="0">
                <a:solidFill>
                  <a:srgbClr val="FF0000"/>
                </a:solidFill>
              </a:rPr>
              <a:t>30%</a:t>
            </a:r>
            <a:endParaRPr lang="en-US" sz="2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571500">
              <a:spcAft>
                <a:spcPts val="2400"/>
              </a:spcAft>
              <a:buFont typeface="Wingdings" pitchFamily="2" charset="2"/>
              <a:buChar char="v"/>
            </a:pPr>
            <a:r>
              <a:rPr lang="en-US" sz="2200" b="1" dirty="0" err="1"/>
              <a:t>Kiểm</a:t>
            </a:r>
            <a:r>
              <a:rPr lang="en-US" sz="2200" b="1" dirty="0"/>
              <a:t> </a:t>
            </a:r>
            <a:r>
              <a:rPr lang="en-US" sz="2200" b="1" dirty="0" err="1"/>
              <a:t>tra</a:t>
            </a:r>
            <a:r>
              <a:rPr lang="en-US" sz="2200" b="1" dirty="0"/>
              <a:t> </a:t>
            </a:r>
            <a:r>
              <a:rPr lang="en-US" sz="2200" b="1" dirty="0" err="1"/>
              <a:t>giữa</a:t>
            </a:r>
            <a:r>
              <a:rPr lang="en-US" sz="2200" b="1" dirty="0"/>
              <a:t> </a:t>
            </a:r>
            <a:r>
              <a:rPr lang="en-US" sz="2200" b="1" dirty="0" err="1"/>
              <a:t>kì</a:t>
            </a:r>
            <a:r>
              <a:rPr lang="en-US" sz="2200" b="1" dirty="0"/>
              <a:t>: </a:t>
            </a:r>
            <a:r>
              <a:rPr lang="en-US" sz="2200" b="1" dirty="0">
                <a:solidFill>
                  <a:srgbClr val="FF0000"/>
                </a:solidFill>
              </a:rPr>
              <a:t>0%</a:t>
            </a:r>
          </a:p>
          <a:p>
            <a:pPr marL="457200" indent="571500">
              <a:spcAft>
                <a:spcPts val="2400"/>
              </a:spcAft>
              <a:buFont typeface="Wingdings" pitchFamily="2" charset="2"/>
              <a:buChar char="v"/>
            </a:pPr>
            <a:r>
              <a:rPr lang="en-US" sz="2200" b="1" dirty="0" err="1"/>
              <a:t>Thi</a:t>
            </a:r>
            <a:r>
              <a:rPr lang="en-US" sz="2200" b="1" dirty="0"/>
              <a:t> </a:t>
            </a:r>
            <a:r>
              <a:rPr lang="en-US" sz="2200" b="1" dirty="0" err="1"/>
              <a:t>cuối</a:t>
            </a:r>
            <a:r>
              <a:rPr lang="en-US" sz="2200" b="1" dirty="0"/>
              <a:t> </a:t>
            </a:r>
            <a:r>
              <a:rPr lang="en-US" sz="2200" b="1" dirty="0" err="1"/>
              <a:t>kì</a:t>
            </a:r>
            <a:r>
              <a:rPr lang="en-US" sz="2200" b="1" dirty="0"/>
              <a:t>: </a:t>
            </a:r>
            <a:r>
              <a:rPr lang="en-US" sz="2200" b="1" dirty="0">
                <a:solidFill>
                  <a:srgbClr val="FF0000"/>
                </a:solidFill>
              </a:rPr>
              <a:t>50%</a:t>
            </a:r>
            <a:endParaRPr lang="en-US" sz="2200" dirty="0"/>
          </a:p>
          <a:p>
            <a:pPr marL="457200" indent="-457200">
              <a:spcAft>
                <a:spcPts val="3600"/>
              </a:spcAft>
              <a:buFont typeface="Calibri" panose="020F0502020204030204" pitchFamily="34" charset="0"/>
              <a:buNone/>
            </a:pPr>
            <a:endParaRPr lang="en-US" b="1" dirty="0"/>
          </a:p>
          <a:p>
            <a:pPr marL="457200" indent="-457200">
              <a:buFont typeface="Wingdings" pitchFamily="2" charset="2"/>
              <a:buNone/>
            </a:pPr>
            <a:endParaRPr lang="en-US" sz="3000" dirty="0"/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2510247301"/>
              </p:ext>
            </p:extLst>
          </p:nvPr>
        </p:nvGraphicFramePr>
        <p:xfrm>
          <a:off x="3810000" y="1879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5074912" y="2743200"/>
            <a:ext cx="11369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Lý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thuyết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&amp;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Bài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tập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0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1: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điện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điện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mạch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29D9-38A7-4BE8-A446-9904738DFC41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0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755558"/>
            <a:ext cx="5654041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u="sng" dirty="0" err="1"/>
              <a:t>Mạch</a:t>
            </a:r>
            <a:r>
              <a:rPr lang="en-US" u="sng" dirty="0"/>
              <a:t> </a:t>
            </a:r>
            <a:r>
              <a:rPr lang="en-US" u="sng" dirty="0" err="1"/>
              <a:t>điện</a:t>
            </a:r>
            <a:r>
              <a:rPr lang="en-US" u="sng" dirty="0"/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thực</a:t>
            </a:r>
            <a:endParaRPr lang="en-US" dirty="0"/>
          </a:p>
          <a:p>
            <a:pPr algn="just"/>
            <a:r>
              <a:rPr lang="en-US" i="1" dirty="0" err="1"/>
              <a:t>Đương</a:t>
            </a:r>
            <a:r>
              <a:rPr lang="en-US" i="1" dirty="0"/>
              <a:t> </a:t>
            </a:r>
            <a:r>
              <a:rPr lang="en-US" i="1" dirty="0" err="1"/>
              <a:t>nhiên</a:t>
            </a:r>
            <a:r>
              <a:rPr lang="en-US" i="1" dirty="0"/>
              <a:t> </a:t>
            </a:r>
            <a:r>
              <a:rPr lang="en-US" i="1" dirty="0" err="1"/>
              <a:t>phương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</a:t>
            </a:r>
            <a:r>
              <a:rPr lang="en-US" i="1" dirty="0" err="1"/>
              <a:t>toán</a:t>
            </a:r>
            <a:r>
              <a:rPr lang="en-US" i="1" dirty="0"/>
              <a:t> </a:t>
            </a:r>
            <a:r>
              <a:rPr lang="en-US" i="1" dirty="0" err="1"/>
              <a:t>chỉ</a:t>
            </a:r>
            <a:r>
              <a:rPr lang="en-US" i="1" dirty="0"/>
              <a:t> </a:t>
            </a:r>
            <a:r>
              <a:rPr lang="en-US" i="1" dirty="0" err="1"/>
              <a:t>phản</a:t>
            </a:r>
            <a:r>
              <a:rPr lang="en-US" i="1" dirty="0"/>
              <a:t> </a:t>
            </a:r>
            <a:r>
              <a:rPr lang="en-US" i="1" dirty="0" err="1"/>
              <a:t>ánh</a:t>
            </a:r>
            <a:r>
              <a:rPr lang="en-US" i="1" dirty="0"/>
              <a:t>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mặt</a:t>
            </a:r>
            <a:r>
              <a:rPr lang="en-US" i="1" dirty="0"/>
              <a:t> </a:t>
            </a:r>
            <a:r>
              <a:rPr lang="en-US" i="1" dirty="0" err="1"/>
              <a:t>nào</a:t>
            </a:r>
            <a:r>
              <a:rPr lang="en-US" i="1" dirty="0"/>
              <a:t> </a:t>
            </a:r>
            <a:r>
              <a:rPr lang="en-US" i="1" dirty="0" err="1"/>
              <a:t>đó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tính</a:t>
            </a:r>
            <a:r>
              <a:rPr lang="en-US" i="1" dirty="0"/>
              <a:t> </a:t>
            </a:r>
            <a:r>
              <a:rPr lang="en-US" i="1" dirty="0" err="1"/>
              <a:t>chất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hoá</a:t>
            </a:r>
            <a:r>
              <a:rPr lang="en-US" i="1" dirty="0"/>
              <a:t> </a:t>
            </a:r>
            <a:r>
              <a:rPr lang="en-US" i="1" dirty="0" err="1"/>
              <a:t>của</a:t>
            </a:r>
            <a:r>
              <a:rPr lang="en-US" i="1" dirty="0"/>
              <a:t> </a:t>
            </a:r>
            <a:r>
              <a:rPr lang="en-US" i="1" dirty="0" err="1"/>
              <a:t>phần</a:t>
            </a:r>
            <a:r>
              <a:rPr lang="en-US" i="1" dirty="0"/>
              <a:t> </a:t>
            </a:r>
            <a:r>
              <a:rPr lang="en-US" i="1" dirty="0" err="1"/>
              <a:t>tử</a:t>
            </a:r>
            <a:r>
              <a:rPr lang="en-US" i="1" dirty="0"/>
              <a:t> </a:t>
            </a:r>
            <a:r>
              <a:rPr lang="en-US" i="1" dirty="0" err="1"/>
              <a:t>thực</a:t>
            </a:r>
            <a:r>
              <a:rPr lang="en-US" i="1" dirty="0"/>
              <a:t>. Do </a:t>
            </a:r>
            <a:r>
              <a:rPr lang="en-US" i="1" dirty="0" err="1"/>
              <a:t>đó</a:t>
            </a:r>
            <a:r>
              <a:rPr lang="en-US" i="1" dirty="0"/>
              <a:t>, </a:t>
            </a:r>
            <a:r>
              <a:rPr lang="en-US" i="1" dirty="0" err="1"/>
              <a:t>mô</a:t>
            </a:r>
            <a:r>
              <a:rPr lang="en-US" i="1" dirty="0"/>
              <a:t> </a:t>
            </a:r>
            <a:r>
              <a:rPr lang="en-US" i="1" dirty="0" err="1"/>
              <a:t>hình</a:t>
            </a:r>
            <a:r>
              <a:rPr lang="en-US" i="1" dirty="0"/>
              <a:t> </a:t>
            </a:r>
            <a:r>
              <a:rPr lang="en-US" i="1" dirty="0" err="1"/>
              <a:t>có</a:t>
            </a:r>
            <a:r>
              <a:rPr lang="en-US" i="1" dirty="0"/>
              <a:t> </a:t>
            </a:r>
            <a:r>
              <a:rPr lang="en-US" i="1" dirty="0" err="1"/>
              <a:t>sai</a:t>
            </a:r>
            <a:r>
              <a:rPr lang="en-US" i="1" dirty="0"/>
              <a:t> </a:t>
            </a:r>
            <a:r>
              <a:rPr lang="en-US" i="1" dirty="0" err="1"/>
              <a:t>số</a:t>
            </a:r>
            <a:r>
              <a:rPr lang="en-US" i="1" dirty="0"/>
              <a:t>, </a:t>
            </a:r>
            <a:r>
              <a:rPr lang="en-US" i="1" dirty="0" err="1"/>
              <a:t>nên</a:t>
            </a:r>
            <a:r>
              <a:rPr lang="en-US" i="1" dirty="0"/>
              <a:t> </a:t>
            </a:r>
            <a:r>
              <a:rPr lang="en-US" i="1" dirty="0" err="1"/>
              <a:t>kết</a:t>
            </a:r>
            <a:r>
              <a:rPr lang="en-US" i="1" dirty="0"/>
              <a:t> </a:t>
            </a:r>
            <a:r>
              <a:rPr lang="en-US" i="1" dirty="0" err="1"/>
              <a:t>quả</a:t>
            </a:r>
            <a:r>
              <a:rPr lang="en-US" i="1" dirty="0"/>
              <a:t> </a:t>
            </a:r>
            <a:r>
              <a:rPr lang="en-US" i="1" dirty="0" err="1"/>
              <a:t>trên</a:t>
            </a:r>
            <a:r>
              <a:rPr lang="en-US" i="1" dirty="0"/>
              <a:t> </a:t>
            </a:r>
            <a:r>
              <a:rPr lang="en-US" i="1" dirty="0" err="1"/>
              <a:t>mạch</a:t>
            </a:r>
            <a:r>
              <a:rPr lang="en-US" i="1" dirty="0"/>
              <a:t> </a:t>
            </a:r>
            <a:r>
              <a:rPr lang="en-US" i="1" dirty="0" err="1"/>
              <a:t>sẽ</a:t>
            </a:r>
            <a:r>
              <a:rPr lang="en-US" i="1" dirty="0"/>
              <a:t> </a:t>
            </a:r>
            <a:r>
              <a:rPr lang="en-US" i="1" dirty="0" err="1"/>
              <a:t>khác</a:t>
            </a:r>
            <a:r>
              <a:rPr lang="en-US" i="1" dirty="0"/>
              <a:t> </a:t>
            </a:r>
            <a:r>
              <a:rPr lang="en-US" i="1" dirty="0" err="1"/>
              <a:t>kết</a:t>
            </a:r>
            <a:r>
              <a:rPr lang="en-US" i="1" dirty="0"/>
              <a:t> </a:t>
            </a:r>
            <a:r>
              <a:rPr lang="en-US" i="1" dirty="0" err="1"/>
              <a:t>quả</a:t>
            </a:r>
            <a:r>
              <a:rPr lang="en-US" i="1" dirty="0"/>
              <a:t> </a:t>
            </a:r>
            <a:r>
              <a:rPr lang="en-US" i="1" dirty="0" err="1"/>
              <a:t>thực</a:t>
            </a:r>
            <a:r>
              <a:rPr lang="en-US" i="1" dirty="0"/>
              <a:t> </a:t>
            </a:r>
            <a:r>
              <a:rPr lang="en-US" i="1" dirty="0" err="1"/>
              <a:t>trên</a:t>
            </a:r>
            <a:r>
              <a:rPr lang="en-US" i="1" dirty="0"/>
              <a:t> </a:t>
            </a:r>
            <a:r>
              <a:rPr lang="en-US" i="1" dirty="0" err="1"/>
              <a:t>thực</a:t>
            </a:r>
            <a:r>
              <a:rPr lang="en-US" i="1" dirty="0"/>
              <a:t> </a:t>
            </a:r>
            <a:r>
              <a:rPr lang="en-US" i="1" dirty="0" err="1"/>
              <a:t>tế</a:t>
            </a:r>
            <a:r>
              <a:rPr lang="en-US" i="1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 descr="Image result for electronic circui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216818"/>
            <a:ext cx="1905000" cy="15621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electronic circui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885" y="1888125"/>
            <a:ext cx="2095500" cy="16478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lèche vers le bas 6"/>
          <p:cNvSpPr/>
          <p:nvPr/>
        </p:nvSpPr>
        <p:spPr>
          <a:xfrm>
            <a:off x="7696200" y="3767238"/>
            <a:ext cx="533400" cy="3475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6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752600"/>
            <a:ext cx="7543801" cy="4023360"/>
          </a:xfrm>
        </p:spPr>
        <p:txBody>
          <a:bodyPr>
            <a:normAutofit/>
          </a:bodyPr>
          <a:lstStyle/>
          <a:p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endParaRPr lang="en-US" b="1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tuân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</a:p>
          <a:p>
            <a:r>
              <a:rPr lang="en-US" dirty="0"/>
              <a:t>                                  u(t) = </a:t>
            </a:r>
            <a:r>
              <a:rPr lang="en-US" dirty="0" err="1"/>
              <a:t>R.i</a:t>
            </a:r>
            <a:r>
              <a:rPr lang="en-US" dirty="0"/>
              <a:t>(t)</a:t>
            </a:r>
          </a:p>
          <a:p>
            <a:r>
              <a:rPr lang="en-US" dirty="0"/>
              <a:t>  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(t) :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chảy</a:t>
            </a:r>
            <a:r>
              <a:rPr lang="en-US" dirty="0"/>
              <a:t> qua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endParaRPr lang="en-US" dirty="0"/>
          </a:p>
          <a:p>
            <a:r>
              <a:rPr lang="en-US" dirty="0"/>
              <a:t>u(t) :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endParaRPr lang="en-US" dirty="0"/>
          </a:p>
          <a:p>
            <a:r>
              <a:rPr lang="en-US" dirty="0"/>
              <a:t>R :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,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Ohm (</a:t>
            </a:r>
            <a:r>
              <a:rPr lang="en-US" dirty="0">
                <a:sym typeface="Symbol"/>
              </a:rPr>
              <a:t>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2768-9A37-4081-9964-D2117ABA4B28}" type="datetime1">
              <a:rPr lang="en-US" smtClean="0"/>
              <a:t>2/17/2025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TRỊNH LÊ HUY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517996"/>
              </p:ext>
            </p:extLst>
          </p:nvPr>
        </p:nvGraphicFramePr>
        <p:xfrm>
          <a:off x="304800" y="5267326"/>
          <a:ext cx="5714997" cy="7524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3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3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2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p</a:t>
                      </a:r>
                      <a:r>
                        <a:rPr lang="en-US" sz="1300" dirty="0">
                          <a:effectLst/>
                          <a:sym typeface="Symbol"/>
                        </a:rPr>
                        <a:t>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n</a:t>
                      </a:r>
                      <a:r>
                        <a:rPr lang="en-US" sz="1300">
                          <a:effectLst/>
                          <a:sym typeface="Symbol"/>
                        </a:rPr>
                        <a:t>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sym typeface="Symbol"/>
                        </a:rPr>
                        <a:t>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</a:t>
                      </a:r>
                      <a:r>
                        <a:rPr lang="en-US" sz="1300" dirty="0">
                          <a:effectLst/>
                          <a:sym typeface="Symbol"/>
                        </a:rPr>
                        <a:t>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sym typeface="Symbol"/>
                        </a:rPr>
                        <a:t>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K</a:t>
                      </a:r>
                      <a:r>
                        <a:rPr lang="en-US" sz="1300">
                          <a:effectLst/>
                          <a:sym typeface="Symbol"/>
                        </a:rPr>
                        <a:t>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M</a:t>
                      </a:r>
                      <a:r>
                        <a:rPr lang="en-US" sz="1300">
                          <a:effectLst/>
                          <a:sym typeface="Symbol"/>
                        </a:rPr>
                        <a:t>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G</a:t>
                      </a:r>
                      <a:r>
                        <a:rPr lang="en-US" sz="1300">
                          <a:effectLst/>
                          <a:sym typeface="Symbol"/>
                        </a:rPr>
                        <a:t>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10</a:t>
                      </a:r>
                      <a:r>
                        <a:rPr lang="en-US" sz="1300" baseline="30000">
                          <a:effectLst/>
                        </a:rPr>
                        <a:t>-12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10</a:t>
                      </a:r>
                      <a:r>
                        <a:rPr lang="en-US" sz="1300" baseline="30000">
                          <a:effectLst/>
                        </a:rPr>
                        <a:t>-9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10</a:t>
                      </a:r>
                      <a:r>
                        <a:rPr lang="en-US" sz="1300" baseline="30000">
                          <a:effectLst/>
                        </a:rPr>
                        <a:t>-6</a:t>
                      </a:r>
                      <a:endParaRPr lang="en-US" sz="13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10</a:t>
                      </a:r>
                      <a:r>
                        <a:rPr lang="en-US" sz="1300" baseline="30000" dirty="0">
                          <a:effectLst/>
                        </a:rPr>
                        <a:t>-12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10</a:t>
                      </a:r>
                      <a:r>
                        <a:rPr lang="en-US" sz="1300" baseline="30000" dirty="0">
                          <a:effectLst/>
                        </a:rPr>
                        <a:t>3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10</a:t>
                      </a:r>
                      <a:r>
                        <a:rPr lang="en-US" sz="1300" baseline="30000" dirty="0">
                          <a:effectLst/>
                        </a:rPr>
                        <a:t>6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10</a:t>
                      </a:r>
                      <a:r>
                        <a:rPr lang="en-US" sz="1300" baseline="30000" dirty="0">
                          <a:effectLst/>
                        </a:rPr>
                        <a:t>9</a:t>
                      </a:r>
                      <a:endParaRPr lang="en-US" sz="13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2" descr="https://upload.wikimedia.org/wikipedia/commons/thumb/a/a0/Ohms_law_voltage_source.svg/220px-Ohms_law_voltage_sourc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895600"/>
            <a:ext cx="2095500" cy="153352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181600"/>
            <a:ext cx="2941129" cy="90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cảm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9310-3B64-4DF8-AFFD-685052796A38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537273"/>
            <a:ext cx="4536141" cy="1722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487" y="4951560"/>
            <a:ext cx="2109786" cy="805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2953"/>
            <a:ext cx="6858000" cy="121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396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dung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FC750-3395-4FDE-A608-E489E7BDF207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06" y="2667000"/>
            <a:ext cx="3563621" cy="1624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42" y="4816679"/>
            <a:ext cx="2447846" cy="934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613946"/>
            <a:ext cx="6858000" cy="1363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3429000" y="4572000"/>
            <a:ext cx="40427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(F)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440009" y="5317315"/>
            <a:ext cx="30970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-3</a:t>
            </a:r>
          </a:p>
        </p:txBody>
      </p:sp>
    </p:spTree>
    <p:extLst>
      <p:ext uri="{BB962C8B-B14F-4D97-AF65-F5344CB8AC3E}">
        <p14:creationId xmlns:p14="http://schemas.microsoft.com/office/powerpoint/2010/main" val="44367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độc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b="1" dirty="0" err="1"/>
              <a:t>độc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dirty="0"/>
              <a:t>: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qua </a:t>
            </a:r>
            <a:r>
              <a:rPr lang="en-US" dirty="0" err="1"/>
              <a:t>nó</a:t>
            </a:r>
            <a:r>
              <a:rPr lang="en-US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độc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dirty="0"/>
              <a:t>: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qua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ED9-0A79-4380-B981-AD5A75628E1A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10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5" y="3886870"/>
            <a:ext cx="3467100" cy="21336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3916469"/>
            <a:ext cx="21526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0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35846"/>
            <a:ext cx="8686800" cy="4876800"/>
          </a:xfrm>
        </p:spPr>
        <p:txBody>
          <a:bodyPr>
            <a:normAutofit/>
          </a:bodyPr>
          <a:lstStyle/>
          <a:p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phụ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b="1" dirty="0" err="1"/>
              <a:t>phụ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dirty="0"/>
              <a:t>(Voltage controlled voltage source)</a:t>
            </a:r>
          </a:p>
          <a:p>
            <a:r>
              <a:rPr lang="en-US" dirty="0"/>
              <a:t>U</a:t>
            </a:r>
            <a:r>
              <a:rPr lang="en-US" baseline="-25000" dirty="0"/>
              <a:t>1</a:t>
            </a:r>
            <a:r>
              <a:rPr lang="en-US" dirty="0"/>
              <a:t> :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1 </a:t>
            </a:r>
            <a:r>
              <a:rPr lang="en-US" dirty="0" err="1"/>
              <a:t>và</a:t>
            </a:r>
            <a:r>
              <a:rPr lang="en-US" dirty="0"/>
              <a:t> 2</a:t>
            </a:r>
          </a:p>
          <a:p>
            <a:r>
              <a:rPr lang="en-US" dirty="0" err="1"/>
              <a:t>k</a:t>
            </a:r>
            <a:r>
              <a:rPr lang="en-US" baseline="-25000" dirty="0" err="1"/>
              <a:t>1</a:t>
            </a:r>
            <a:r>
              <a:rPr lang="en-US" dirty="0"/>
              <a:t> 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phụ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dirty="0"/>
              <a:t>(Current controlled current source)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1</a:t>
            </a:r>
            <a:r>
              <a:rPr lang="en-US" dirty="0"/>
              <a:t> :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1</a:t>
            </a:r>
          </a:p>
          <a:p>
            <a:r>
              <a:rPr lang="en-US" dirty="0" err="1"/>
              <a:t>k</a:t>
            </a:r>
            <a:r>
              <a:rPr lang="en-US" baseline="-25000" dirty="0" err="1"/>
              <a:t>2</a:t>
            </a:r>
            <a:r>
              <a:rPr lang="en-US" dirty="0"/>
              <a:t> 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nguyên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E96D-C952-488E-AB3E-51641C89B5F4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11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42" y="2427169"/>
            <a:ext cx="2552700" cy="16764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578" y="4585065"/>
            <a:ext cx="2622822" cy="17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58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85800" y="1935846"/>
            <a:ext cx="8686800" cy="4876800"/>
          </a:xfrm>
        </p:spPr>
        <p:txBody>
          <a:bodyPr>
            <a:normAutofit/>
          </a:bodyPr>
          <a:lstStyle/>
          <a:p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phụ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phụ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dirty="0"/>
              <a:t>(Voltage controlled current source)</a:t>
            </a:r>
          </a:p>
          <a:p>
            <a:r>
              <a:rPr lang="en-US" dirty="0"/>
              <a:t>U</a:t>
            </a:r>
            <a:r>
              <a:rPr lang="en-US" baseline="-25000" dirty="0"/>
              <a:t>1</a:t>
            </a:r>
            <a:r>
              <a:rPr lang="en-US" dirty="0"/>
              <a:t> :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1 </a:t>
            </a:r>
            <a:r>
              <a:rPr lang="en-US" dirty="0" err="1"/>
              <a:t>và</a:t>
            </a:r>
            <a:r>
              <a:rPr lang="en-US" dirty="0"/>
              <a:t> 2</a:t>
            </a:r>
          </a:p>
          <a:p>
            <a:r>
              <a:rPr lang="en-US" dirty="0"/>
              <a:t>k</a:t>
            </a:r>
            <a:r>
              <a:rPr lang="en-US" baseline="-25000" dirty="0"/>
              <a:t>3</a:t>
            </a:r>
            <a:r>
              <a:rPr lang="en-US" dirty="0"/>
              <a:t> 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mhO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b="1" dirty="0" err="1"/>
              <a:t>phụ</a:t>
            </a:r>
            <a:r>
              <a:rPr lang="en-US" b="1" dirty="0"/>
              <a:t>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dirty="0"/>
              <a:t>(Voltage controlled current source)</a:t>
            </a:r>
          </a:p>
          <a:p>
            <a:r>
              <a:rPr lang="en-US" dirty="0"/>
              <a:t>I :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</a:p>
          <a:p>
            <a:r>
              <a:rPr lang="en-US" dirty="0"/>
              <a:t>k</a:t>
            </a:r>
            <a:r>
              <a:rPr lang="en-US" baseline="-25000" dirty="0"/>
              <a:t>4</a:t>
            </a:r>
            <a:r>
              <a:rPr lang="en-US" dirty="0"/>
              <a:t> 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Ohm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267D-605E-4474-BACE-BF188D33429A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12</a:t>
            </a:fld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688" y="2668540"/>
            <a:ext cx="2352675" cy="17811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687" y="4688136"/>
            <a:ext cx="2454711" cy="164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00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Hỗ</a:t>
            </a:r>
            <a:r>
              <a:rPr lang="en-US" b="1" dirty="0"/>
              <a:t> </a:t>
            </a:r>
            <a:r>
              <a:rPr lang="en-US" b="1" dirty="0" err="1"/>
              <a:t>cảm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CC0E-28FA-4A35-A550-83DF968DED5A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13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76" y="2240140"/>
            <a:ext cx="8067675" cy="3924300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42" y="5065274"/>
            <a:ext cx="6400800" cy="1099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857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Định </a:t>
            </a:r>
            <a:r>
              <a:rPr lang="en-US" b="1" dirty="0" err="1"/>
              <a:t>luật</a:t>
            </a:r>
            <a:r>
              <a:rPr lang="en-US" b="1" dirty="0"/>
              <a:t> Ohm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B85F5-B60E-4F59-98D5-54F037781B82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14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59062"/>
            <a:ext cx="9039665" cy="259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78673"/>
            <a:ext cx="2028825" cy="3131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9534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45734"/>
            <a:ext cx="7848600" cy="402336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Định </a:t>
            </a:r>
            <a:r>
              <a:rPr lang="en-US" b="1" dirty="0" err="1"/>
              <a:t>luật</a:t>
            </a:r>
            <a:r>
              <a:rPr lang="en-US" b="1" dirty="0"/>
              <a:t> Kirchhoff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 Định </a:t>
            </a:r>
            <a:r>
              <a:rPr lang="en-US" b="1" dirty="0" err="1"/>
              <a:t>luật</a:t>
            </a:r>
            <a:r>
              <a:rPr lang="en-US" b="1" dirty="0"/>
              <a:t> Kirchhoff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điện</a:t>
            </a:r>
            <a:r>
              <a:rPr lang="en-US" b="1" dirty="0"/>
              <a:t> (Kirchhoff current law)</a:t>
            </a:r>
            <a:endParaRPr lang="en-US" dirty="0"/>
          </a:p>
          <a:p>
            <a:pPr marL="201168" lvl="1" indent="0" algn="just">
              <a:buNone/>
            </a:pPr>
            <a:r>
              <a:rPr lang="en-US" dirty="0"/>
              <a:t>Định </a:t>
            </a:r>
            <a:r>
              <a:rPr lang="en-US" dirty="0" err="1"/>
              <a:t>luật</a:t>
            </a:r>
            <a:r>
              <a:rPr lang="en-US" dirty="0"/>
              <a:t> Kirchhoff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hay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Kirchhoff 1 (K1)</a:t>
            </a:r>
          </a:p>
          <a:p>
            <a:pPr marL="201168" lvl="1" indent="0" algn="just">
              <a:buNone/>
            </a:pP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: </a:t>
            </a:r>
            <a:r>
              <a:rPr lang="en-US" i="1" dirty="0" err="1"/>
              <a:t>Tổng</a:t>
            </a:r>
            <a:r>
              <a:rPr lang="en-US" i="1" dirty="0"/>
              <a:t> </a:t>
            </a:r>
            <a:r>
              <a:rPr lang="en-US" i="1" dirty="0" err="1"/>
              <a:t>đại</a:t>
            </a:r>
            <a:r>
              <a:rPr lang="en-US" i="1" dirty="0"/>
              <a:t> </a:t>
            </a:r>
            <a:r>
              <a:rPr lang="en-US" i="1" dirty="0" err="1"/>
              <a:t>số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dòng</a:t>
            </a:r>
            <a:r>
              <a:rPr lang="en-US" i="1" dirty="0"/>
              <a:t> </a:t>
            </a:r>
            <a:r>
              <a:rPr lang="en-US" i="1" dirty="0" err="1"/>
              <a:t>điện</a:t>
            </a:r>
            <a:r>
              <a:rPr lang="en-US" i="1" dirty="0"/>
              <a:t> </a:t>
            </a:r>
            <a:r>
              <a:rPr lang="en-US" i="1" dirty="0" err="1"/>
              <a:t>tại</a:t>
            </a:r>
            <a:r>
              <a:rPr lang="en-US" i="1" dirty="0"/>
              <a:t>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nút</a:t>
            </a:r>
            <a:r>
              <a:rPr lang="en-US" i="1" dirty="0"/>
              <a:t> </a:t>
            </a:r>
            <a:r>
              <a:rPr lang="en-US" i="1" dirty="0" err="1"/>
              <a:t>bất</a:t>
            </a:r>
            <a:r>
              <a:rPr lang="en-US" i="1" dirty="0"/>
              <a:t> </a:t>
            </a:r>
            <a:r>
              <a:rPr lang="en-US" i="1" dirty="0" err="1"/>
              <a:t>kỳ</a:t>
            </a:r>
            <a:r>
              <a:rPr lang="en-US" i="1" dirty="0"/>
              <a:t> </a:t>
            </a:r>
            <a:r>
              <a:rPr lang="en-US" i="1" dirty="0" err="1"/>
              <a:t>thì</a:t>
            </a:r>
            <a:r>
              <a:rPr lang="en-US" i="1" dirty="0"/>
              <a:t> </a:t>
            </a:r>
            <a:r>
              <a:rPr lang="en-US" i="1" dirty="0" err="1"/>
              <a:t>bằng</a:t>
            </a:r>
            <a:r>
              <a:rPr lang="en-US" i="1" dirty="0"/>
              <a:t> 0</a:t>
            </a:r>
            <a:endParaRPr lang="en-US" dirty="0"/>
          </a:p>
          <a:p>
            <a:pPr marL="201168" lvl="1" indent="0" algn="just">
              <a:buNone/>
            </a:pPr>
            <a:r>
              <a:rPr lang="en-US" dirty="0"/>
              <a:t>(N: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)</a:t>
            </a:r>
          </a:p>
          <a:p>
            <a:pPr marL="201168" lvl="1" indent="0" algn="just">
              <a:buNone/>
            </a:pPr>
            <a:r>
              <a:rPr lang="en-US" dirty="0"/>
              <a:t>­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: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+,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– </a:t>
            </a:r>
          </a:p>
          <a:p>
            <a:pPr marL="201168" lvl="1" indent="0" algn="just">
              <a:buNone/>
            </a:pPr>
            <a:r>
              <a:rPr lang="en-US" dirty="0"/>
              <a:t>Định </a:t>
            </a:r>
            <a:r>
              <a:rPr lang="en-US" dirty="0" err="1"/>
              <a:t>luật</a:t>
            </a:r>
            <a:r>
              <a:rPr lang="en-US" dirty="0"/>
              <a:t> K1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 </a:t>
            </a:r>
            <a:r>
              <a:rPr lang="en-US" i="1" dirty="0" err="1"/>
              <a:t>Tổng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 </a:t>
            </a:r>
            <a:r>
              <a:rPr lang="en-US" i="1" dirty="0" err="1"/>
              <a:t>dòng</a:t>
            </a:r>
            <a:r>
              <a:rPr lang="en-US" i="1" dirty="0"/>
              <a:t> </a:t>
            </a:r>
            <a:r>
              <a:rPr lang="en-US" i="1" dirty="0" err="1"/>
              <a:t>điện</a:t>
            </a:r>
            <a:r>
              <a:rPr lang="en-US" i="1" dirty="0"/>
              <a:t> </a:t>
            </a:r>
            <a:r>
              <a:rPr lang="en-US" i="1" dirty="0" err="1"/>
              <a:t>vào</a:t>
            </a:r>
            <a:r>
              <a:rPr lang="en-US" i="1" dirty="0"/>
              <a:t>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nút</a:t>
            </a:r>
            <a:r>
              <a:rPr lang="en-US" i="1" dirty="0"/>
              <a:t> </a:t>
            </a:r>
            <a:r>
              <a:rPr lang="en-US" i="1" dirty="0" err="1"/>
              <a:t>bằng</a:t>
            </a:r>
            <a:r>
              <a:rPr lang="en-US" i="1" dirty="0"/>
              <a:t> </a:t>
            </a:r>
            <a:r>
              <a:rPr lang="en-US" i="1" dirty="0" err="1"/>
              <a:t>tổng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dòng</a:t>
            </a:r>
            <a:r>
              <a:rPr lang="en-US" i="1" dirty="0"/>
              <a:t> </a:t>
            </a:r>
            <a:r>
              <a:rPr lang="en-US" i="1" dirty="0" err="1"/>
              <a:t>điện</a:t>
            </a:r>
            <a:r>
              <a:rPr lang="en-US" i="1" dirty="0"/>
              <a:t> </a:t>
            </a:r>
            <a:r>
              <a:rPr lang="en-US" i="1" dirty="0" err="1"/>
              <a:t>ra</a:t>
            </a:r>
            <a:r>
              <a:rPr lang="en-US" i="1" dirty="0"/>
              <a:t> </a:t>
            </a:r>
            <a:r>
              <a:rPr lang="en-US" i="1" dirty="0" err="1"/>
              <a:t>khỏi</a:t>
            </a:r>
            <a:r>
              <a:rPr lang="en-US" i="1" dirty="0"/>
              <a:t>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nút</a:t>
            </a:r>
            <a:r>
              <a:rPr lang="en-US" i="1" dirty="0"/>
              <a:t>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ABA-570C-45E7-81BE-764E0C140635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15</a:t>
            </a:fld>
            <a:endParaRPr lang="en-US"/>
          </a:p>
        </p:txBody>
      </p:sp>
      <p:pic>
        <p:nvPicPr>
          <p:cNvPr id="3076" name="Picture 4" descr="Image result for kirchhoff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267200"/>
            <a:ext cx="1673557" cy="20082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008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86404" cy="402336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Định </a:t>
            </a:r>
            <a:r>
              <a:rPr lang="en-US" b="1" dirty="0" err="1"/>
              <a:t>luật</a:t>
            </a:r>
            <a:r>
              <a:rPr lang="en-US" b="1" dirty="0"/>
              <a:t> Kirchhoff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 Định </a:t>
            </a:r>
            <a:r>
              <a:rPr lang="en-US" b="1" dirty="0" err="1"/>
              <a:t>luật</a:t>
            </a:r>
            <a:r>
              <a:rPr lang="en-US" b="1" dirty="0"/>
              <a:t> Kirchhoff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(Kirchhoff voltage law)</a:t>
            </a:r>
            <a:endParaRPr lang="en-US" dirty="0"/>
          </a:p>
          <a:p>
            <a:pPr marL="201168" lvl="1" indent="0" algn="just">
              <a:buNone/>
            </a:pPr>
            <a:r>
              <a:rPr lang="en-US" dirty="0"/>
              <a:t>Định </a:t>
            </a:r>
            <a:r>
              <a:rPr lang="en-US" dirty="0" err="1"/>
              <a:t>luật</a:t>
            </a:r>
            <a:r>
              <a:rPr lang="en-US" dirty="0"/>
              <a:t> Kirchhoff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hay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Kirchhoff 2 (K2)</a:t>
            </a:r>
          </a:p>
          <a:p>
            <a:pPr marL="201168" lvl="1" indent="0" algn="just">
              <a:buNone/>
            </a:pP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: </a:t>
            </a:r>
            <a:r>
              <a:rPr lang="en-US" i="1" dirty="0" err="1"/>
              <a:t>Tổng</a:t>
            </a:r>
            <a:r>
              <a:rPr lang="en-US" i="1" dirty="0"/>
              <a:t> </a:t>
            </a:r>
            <a:r>
              <a:rPr lang="en-US" i="1" dirty="0" err="1"/>
              <a:t>đại</a:t>
            </a:r>
            <a:r>
              <a:rPr lang="en-US" i="1" dirty="0"/>
              <a:t> </a:t>
            </a:r>
            <a:r>
              <a:rPr lang="en-US" i="1" dirty="0" err="1"/>
              <a:t>số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điện</a:t>
            </a:r>
            <a:r>
              <a:rPr lang="en-US" i="1" dirty="0"/>
              <a:t> </a:t>
            </a:r>
            <a:r>
              <a:rPr lang="en-US" i="1" dirty="0" err="1"/>
              <a:t>áp</a:t>
            </a:r>
            <a:r>
              <a:rPr lang="en-US" i="1" dirty="0"/>
              <a:t> </a:t>
            </a:r>
            <a:r>
              <a:rPr lang="en-US" i="1" dirty="0" err="1"/>
              <a:t>trên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phần</a:t>
            </a:r>
            <a:r>
              <a:rPr lang="en-US" i="1" dirty="0"/>
              <a:t> </a:t>
            </a:r>
            <a:r>
              <a:rPr lang="en-US" i="1" dirty="0" err="1"/>
              <a:t>tử</a:t>
            </a:r>
            <a:r>
              <a:rPr lang="en-US" i="1" dirty="0"/>
              <a:t> </a:t>
            </a:r>
            <a:r>
              <a:rPr lang="en-US" i="1" dirty="0" err="1"/>
              <a:t>dọc</a:t>
            </a:r>
            <a:r>
              <a:rPr lang="en-US" i="1" dirty="0"/>
              <a:t> </a:t>
            </a:r>
            <a:r>
              <a:rPr lang="en-US" i="1" dirty="0" err="1"/>
              <a:t>theo</a:t>
            </a:r>
            <a:r>
              <a:rPr lang="en-US" i="1" dirty="0"/>
              <a:t> </a:t>
            </a:r>
            <a:r>
              <a:rPr lang="en-US" i="1" dirty="0" err="1"/>
              <a:t>tất</a:t>
            </a:r>
            <a:r>
              <a:rPr lang="en-US" i="1" dirty="0"/>
              <a:t> </a:t>
            </a:r>
            <a:r>
              <a:rPr lang="en-US" i="1" dirty="0" err="1"/>
              <a:t>cả</a:t>
            </a:r>
            <a:r>
              <a:rPr lang="en-US" i="1" dirty="0"/>
              <a:t> </a:t>
            </a:r>
            <a:r>
              <a:rPr lang="en-US" i="1" dirty="0" err="1"/>
              <a:t>các</a:t>
            </a:r>
            <a:r>
              <a:rPr lang="en-US" i="1" dirty="0"/>
              <a:t> </a:t>
            </a:r>
            <a:r>
              <a:rPr lang="en-US" i="1" dirty="0" err="1"/>
              <a:t>nhánh</a:t>
            </a:r>
            <a:r>
              <a:rPr lang="en-US" i="1" dirty="0"/>
              <a:t> </a:t>
            </a:r>
            <a:r>
              <a:rPr lang="en-US" i="1" dirty="0" err="1"/>
              <a:t>trên</a:t>
            </a:r>
            <a:r>
              <a:rPr lang="en-US" i="1" dirty="0"/>
              <a:t>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en-US" i="1" dirty="0" err="1"/>
              <a:t>vòng</a:t>
            </a:r>
            <a:r>
              <a:rPr lang="en-US" i="1" dirty="0"/>
              <a:t> </a:t>
            </a:r>
            <a:r>
              <a:rPr lang="en-US" i="1" dirty="0" err="1"/>
              <a:t>kín</a:t>
            </a:r>
            <a:r>
              <a:rPr lang="en-US" i="1" dirty="0"/>
              <a:t> </a:t>
            </a:r>
            <a:r>
              <a:rPr lang="en-US" i="1" dirty="0" err="1"/>
              <a:t>thì</a:t>
            </a:r>
            <a:r>
              <a:rPr lang="en-US" i="1" dirty="0"/>
              <a:t> </a:t>
            </a:r>
            <a:r>
              <a:rPr lang="en-US" i="1" dirty="0" err="1"/>
              <a:t>bằng</a:t>
            </a:r>
            <a:r>
              <a:rPr lang="en-US" i="1" dirty="0"/>
              <a:t> 0.</a:t>
            </a:r>
          </a:p>
          <a:p>
            <a:pPr marL="201168" lvl="1" indent="0" algn="just">
              <a:buNone/>
            </a:pPr>
            <a:r>
              <a:rPr lang="en-US" dirty="0"/>
              <a:t>­</a:t>
            </a:r>
          </a:p>
          <a:p>
            <a:pPr marL="201168" lvl="1" indent="0" algn="just">
              <a:buNone/>
            </a:pPr>
            <a:r>
              <a:rPr lang="vi-VN" dirty="0"/>
              <a:t>Hệ phương trình K1 và K2 đủ: nếu trong một mạch có n nút và m vòng kín độc lập thì ta cần viết n –1 phương trình K1 và m phương trình K2.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ABA-570C-45E7-81BE-764E0C140635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16</a:t>
            </a:fld>
            <a:endParaRPr lang="en-US"/>
          </a:p>
        </p:txBody>
      </p:sp>
      <p:pic>
        <p:nvPicPr>
          <p:cNvPr id="4098" name="Picture 2" descr="Image result for kirchhoff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343400"/>
            <a:ext cx="3048000" cy="185990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136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.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K1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K2 </a:t>
            </a:r>
            <a:r>
              <a:rPr lang="en-US" dirty="0" err="1"/>
              <a:t>đủ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FACB0-EC9F-43E5-A2D2-FD736B3B5C86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17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590800"/>
            <a:ext cx="76295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68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6248400" cy="394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845C-D0B4-4B03-AEDC-EBF3F1DFE05C}" type="datetime1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18</a:t>
            </a:fld>
            <a:endParaRPr 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420" y="2238375"/>
            <a:ext cx="2390706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1230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áp</a:t>
            </a:r>
            <a:r>
              <a:rPr lang="en-US" b="1" dirty="0"/>
              <a:t> </a:t>
            </a:r>
            <a:r>
              <a:rPr lang="en-US" b="1" dirty="0" err="1"/>
              <a:t>mắc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mắc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r>
              <a:rPr lang="en-US" dirty="0"/>
              <a:t>E</a:t>
            </a:r>
            <a:r>
              <a:rPr lang="en-US" baseline="-25000" dirty="0"/>
              <a:t>TĐ</a:t>
            </a:r>
            <a:r>
              <a:rPr lang="en-US" dirty="0"/>
              <a:t> = </a:t>
            </a:r>
            <a:r>
              <a:rPr lang="en-US" dirty="0">
                <a:sym typeface="Symbol"/>
              </a:rPr>
              <a:t></a:t>
            </a:r>
            <a:r>
              <a:rPr lang="en-US" dirty="0" err="1"/>
              <a:t>E</a:t>
            </a:r>
            <a:r>
              <a:rPr lang="en-US" baseline="-25000" dirty="0" err="1"/>
              <a:t>k</a:t>
            </a:r>
            <a:r>
              <a:rPr lang="en-US" dirty="0"/>
              <a:t>	(1.8)</a:t>
            </a:r>
          </a:p>
          <a:p>
            <a:r>
              <a:rPr lang="en-US" dirty="0" err="1"/>
              <a:t>Dấu</a:t>
            </a:r>
            <a:r>
              <a:rPr lang="en-US" dirty="0"/>
              <a:t> +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E</a:t>
            </a:r>
            <a:r>
              <a:rPr lang="en-US" baseline="-25000" dirty="0" err="1"/>
              <a:t>k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E</a:t>
            </a:r>
            <a:r>
              <a:rPr lang="en-US" baseline="-25000" dirty="0"/>
              <a:t>TĐ</a:t>
            </a:r>
            <a:endParaRPr lang="en-US" dirty="0"/>
          </a:p>
          <a:p>
            <a:r>
              <a:rPr lang="en-US" dirty="0" err="1"/>
              <a:t>Dấu</a:t>
            </a:r>
            <a:r>
              <a:rPr lang="en-US" dirty="0"/>
              <a:t> –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E</a:t>
            </a:r>
            <a:r>
              <a:rPr lang="en-US" baseline="-25000" dirty="0" err="1"/>
              <a:t>k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E</a:t>
            </a:r>
            <a:r>
              <a:rPr lang="en-US" baseline="-25000" dirty="0"/>
              <a:t>TĐ</a:t>
            </a:r>
            <a:endParaRPr lang="en-US" dirty="0"/>
          </a:p>
          <a:p>
            <a:br>
              <a:rPr lang="en-US" b="1" dirty="0"/>
            </a:br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86D77-8750-43B5-943D-3194E3F45E21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19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9800"/>
            <a:ext cx="673869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6356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đương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dòng</a:t>
            </a:r>
            <a:r>
              <a:rPr lang="en-US" b="1" dirty="0"/>
              <a:t> </a:t>
            </a:r>
            <a:r>
              <a:rPr lang="en-US" b="1" dirty="0" err="1"/>
              <a:t>mắc</a:t>
            </a:r>
            <a:r>
              <a:rPr lang="en-US" b="1" dirty="0"/>
              <a:t> song song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AAB0-F53F-4A84-A112-616498BDAEB8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20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74985"/>
            <a:ext cx="8534400" cy="2249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8" y="4435155"/>
            <a:ext cx="5562601" cy="195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1535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đương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Nối</a:t>
            </a:r>
            <a:r>
              <a:rPr lang="en-US" b="1" dirty="0"/>
              <a:t> song song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endParaRPr lang="en-US" b="1" dirty="0"/>
          </a:p>
          <a:p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r>
              <a:rPr lang="en-US" b="1" dirty="0"/>
              <a:t> </a:t>
            </a:r>
            <a:r>
              <a:rPr lang="en-US" b="1" dirty="0" err="1"/>
              <a:t>mắc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Ta </a:t>
            </a:r>
            <a:r>
              <a:rPr lang="en-US" dirty="0" err="1"/>
              <a:t>có</a:t>
            </a:r>
            <a:r>
              <a:rPr lang="en-US" dirty="0"/>
              <a:t> R</a:t>
            </a:r>
            <a:r>
              <a:rPr lang="en-US" baseline="-25000" dirty="0"/>
              <a:t>TĐ </a:t>
            </a:r>
            <a:r>
              <a:rPr lang="en-US" dirty="0"/>
              <a:t>= </a:t>
            </a:r>
            <a:r>
              <a:rPr lang="en-US" dirty="0">
                <a:sym typeface="Symbol"/>
              </a:rPr>
              <a:t>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= </a:t>
            </a:r>
            <a:r>
              <a:rPr lang="en-US" dirty="0" err="1"/>
              <a:t>R</a:t>
            </a:r>
            <a:r>
              <a:rPr lang="en-US" baseline="-25000" dirty="0" err="1"/>
              <a:t>1</a:t>
            </a:r>
            <a:r>
              <a:rPr lang="en-US" dirty="0"/>
              <a:t> + </a:t>
            </a:r>
            <a:r>
              <a:rPr lang="en-US" dirty="0" err="1"/>
              <a:t>R</a:t>
            </a:r>
            <a:r>
              <a:rPr lang="en-US" baseline="-25000" dirty="0" err="1"/>
              <a:t>2</a:t>
            </a:r>
            <a:r>
              <a:rPr lang="en-US" dirty="0"/>
              <a:t> + </a:t>
            </a:r>
            <a:r>
              <a:rPr lang="en-US" baseline="30000" dirty="0"/>
              <a:t>...</a:t>
            </a:r>
            <a:r>
              <a:rPr lang="en-US" dirty="0"/>
              <a:t> + R</a:t>
            </a:r>
            <a:r>
              <a:rPr lang="en-US" baseline="-25000" dirty="0"/>
              <a:t>N</a:t>
            </a:r>
          </a:p>
          <a:p>
            <a:r>
              <a:rPr lang="en-US" b="1" dirty="0" err="1"/>
              <a:t>Điện</a:t>
            </a:r>
            <a:r>
              <a:rPr lang="en-US" b="1" dirty="0"/>
              <a:t> </a:t>
            </a:r>
            <a:r>
              <a:rPr lang="en-US" b="1" dirty="0" err="1"/>
              <a:t>trở</a:t>
            </a:r>
            <a:r>
              <a:rPr lang="en-US" b="1" dirty="0"/>
              <a:t> </a:t>
            </a:r>
            <a:r>
              <a:rPr lang="en-US" b="1" dirty="0" err="1"/>
              <a:t>mắc</a:t>
            </a:r>
            <a:r>
              <a:rPr lang="en-US" b="1" dirty="0"/>
              <a:t> song song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541ED-D300-4979-A99F-EAB4BD2914E7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21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796" y="2590800"/>
            <a:ext cx="6156804" cy="1008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85" y="4726136"/>
            <a:ext cx="4518817" cy="1655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811976"/>
            <a:ext cx="4419600" cy="1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79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R</a:t>
            </a:r>
            <a:r>
              <a:rPr lang="en-US" baseline="-25000" dirty="0"/>
              <a:t>AB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2460-4DFE-4E59-A52C-50112D509D84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22</a:t>
            </a:fld>
            <a:endParaRPr lang="en-US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971800"/>
            <a:ext cx="568769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16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R</a:t>
            </a:r>
            <a:r>
              <a:rPr lang="en-US" baseline="-25000" dirty="0"/>
              <a:t>AE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2460-4DFE-4E59-A52C-50112D509D84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23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5" y="2984149"/>
            <a:ext cx="66865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29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đương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 tam </a:t>
            </a:r>
            <a:r>
              <a:rPr lang="en-US" b="1" dirty="0" err="1"/>
              <a:t>giác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ym typeface="Symbol"/>
              </a:rPr>
              <a:t>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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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D3B15-FDB1-4C8C-A861-02CD05BCB618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24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9800"/>
            <a:ext cx="4495800" cy="2302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68" y="4547109"/>
            <a:ext cx="6330970" cy="194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68"/>
          <a:stretch/>
        </p:blipFill>
        <p:spPr bwMode="auto">
          <a:xfrm>
            <a:off x="4610100" y="4343400"/>
            <a:ext cx="4305300" cy="19412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02778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R</a:t>
            </a:r>
            <a:r>
              <a:rPr lang="en-US" baseline="-25000" dirty="0"/>
              <a:t>AE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2460-4DFE-4E59-A52C-50112D509D84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25</a:t>
            </a:fld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190" y="2339557"/>
            <a:ext cx="3810000" cy="382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09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đương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đương</a:t>
            </a:r>
            <a:endParaRPr lang="en-US" b="1" dirty="0"/>
          </a:p>
          <a:p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mắc</a:t>
            </a:r>
            <a:r>
              <a:rPr lang="en-US" dirty="0"/>
              <a:t> song song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J = E/R  hay E = JR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D0DA-B790-420C-BA51-DC5C987DBC1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26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687" y="3200400"/>
            <a:ext cx="4905375" cy="2332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467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Phương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r>
              <a:rPr lang="en-US" b="1" dirty="0"/>
              <a:t> </a:t>
            </a:r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mạch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luật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5977" y="1846263"/>
            <a:ext cx="1556495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AD82F-E9CD-4A6B-AC88-19756025C71B}" type="datetime1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34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baseline="-25000" dirty="0" err="1"/>
              <a:t>1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baseline="-25000" dirty="0" err="1"/>
              <a:t>2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90829-0EB8-4665-84B0-CCFBACDDA45A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272587"/>
            <a:ext cx="5219130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196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thụ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4</a:t>
            </a:r>
            <a:r>
              <a:rPr lang="en-US" dirty="0">
                <a:sym typeface="Symbol"/>
              </a:rPr>
              <a:t>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5DAF-F61D-4E46-8DFD-E02EEF7B1489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514600"/>
            <a:ext cx="5815649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1791468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8919</TotalTime>
  <Words>1340</Words>
  <Application>Microsoft Office PowerPoint</Application>
  <PresentationFormat>On-screen Show (4:3)</PresentationFormat>
  <Paragraphs>257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Calibri Light</vt:lpstr>
      <vt:lpstr>Symbol</vt:lpstr>
      <vt:lpstr>Times New Roman</vt:lpstr>
      <vt:lpstr>Wingdings</vt:lpstr>
      <vt:lpstr>Rétrospective</vt:lpstr>
      <vt:lpstr>Chương 1</vt:lpstr>
      <vt:lpstr>Tổng quan về môn học</vt:lpstr>
      <vt:lpstr>Mục tiêu của môn học</vt:lpstr>
      <vt:lpstr>Kế hoạch giảng dạy</vt:lpstr>
      <vt:lpstr>Giới thiệu</vt:lpstr>
      <vt:lpstr>Mạch điện và mô hình</vt:lpstr>
      <vt:lpstr>Các phần tử mạch cơ bản</vt:lpstr>
      <vt:lpstr>Các phần tử mạch cơ bản</vt:lpstr>
      <vt:lpstr>Các phần tử mạch cơ bản</vt:lpstr>
      <vt:lpstr>Các phần tử mạch cơ bản</vt:lpstr>
      <vt:lpstr>Các phần tử mạch cơ bản</vt:lpstr>
      <vt:lpstr>Các phần tử mạch cơ bản</vt:lpstr>
      <vt:lpstr>Các phần tử mạch cơ bản</vt:lpstr>
      <vt:lpstr>Các định luật cơ bản</vt:lpstr>
      <vt:lpstr>Các định luật cơ bản</vt:lpstr>
      <vt:lpstr>Các định luật cơ bản</vt:lpstr>
      <vt:lpstr>Ví dụ</vt:lpstr>
      <vt:lpstr>Công suất</vt:lpstr>
      <vt:lpstr>Các phép biến đổi tương đương đơn giản</vt:lpstr>
      <vt:lpstr>Các phép biến đổi tương đương đơn giản</vt:lpstr>
      <vt:lpstr>Các phép biến đổi tương đương đơn giản</vt:lpstr>
      <vt:lpstr>Ví dụ</vt:lpstr>
      <vt:lpstr>Ví dụ</vt:lpstr>
      <vt:lpstr>Các phép biến đổi tương đương đơn giản</vt:lpstr>
      <vt:lpstr>Ví dụ</vt:lpstr>
      <vt:lpstr>Các phép biến đổi tương đương đơn giản</vt:lpstr>
      <vt:lpstr>Phương pháp giải mạch dùng các định luật cơ bản</vt:lpstr>
      <vt:lpstr>Ví dụ</vt:lpstr>
      <vt:lpstr>Ví dụ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</dc:title>
  <dc:creator>user</dc:creator>
  <cp:lastModifiedBy>Trịnh Lê Huy</cp:lastModifiedBy>
  <cp:revision>53</cp:revision>
  <dcterms:created xsi:type="dcterms:W3CDTF">2012-09-07T14:13:11Z</dcterms:created>
  <dcterms:modified xsi:type="dcterms:W3CDTF">2025-02-17T05:28:43Z</dcterms:modified>
</cp:coreProperties>
</file>