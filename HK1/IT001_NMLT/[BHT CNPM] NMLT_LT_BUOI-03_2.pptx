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2" r:id="rId4"/>
    <p:sldId id="276" r:id="rId5"/>
    <p:sldId id="277" r:id="rId6"/>
    <p:sldId id="278" r:id="rId7"/>
    <p:sldId id="280" r:id="rId8"/>
    <p:sldId id="279" r:id="rId9"/>
    <p:sldId id="281" r:id="rId10"/>
    <p:sldId id="275" r:id="rId11"/>
    <p:sldId id="28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2" autoAdjust="0"/>
    <p:restoredTop sz="94660"/>
  </p:normalViewPr>
  <p:slideViewPr>
    <p:cSldViewPr>
      <p:cViewPr varScale="1">
        <p:scale>
          <a:sx n="58" d="100"/>
          <a:sy n="58" d="100"/>
        </p:scale>
        <p:origin x="-12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10/2/2015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98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3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4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5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6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7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8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916D-185A-4EDE-A188-879F4938FED1}" type="slidenum">
              <a:rPr lang="en-US"/>
              <a:pPr/>
              <a:t>9</a:t>
            </a:fld>
            <a:endParaRPr lang="en-US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FCB96A-8AB5-4DAB-B438-6F1B60AF2406}" type="slidenum">
              <a:rPr lang="en-US"/>
              <a:pPr/>
              <a:t>10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FCB96A-8AB5-4DAB-B438-6F1B60AF2406}" type="slidenum">
              <a:rPr lang="en-US"/>
              <a:pPr/>
              <a:t>11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629400" cy="1752600"/>
          </a:xfrm>
        </p:spPr>
        <p:txBody>
          <a:bodyPr/>
          <a:lstStyle/>
          <a:p>
            <a:r>
              <a:rPr lang="en-US" err="1" smtClean="0"/>
              <a:t>Buổi</a:t>
            </a:r>
            <a:r>
              <a:rPr lang="en-US" smtClean="0"/>
              <a:t> 03 (tt) – Nhập xuất ký tự và chuỗi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 smtClean="0"/>
              <a:t>Những vấn đề liên quan đến ký tự </a:t>
            </a:r>
            <a:r>
              <a:rPr lang="vi-VN" smtClean="0"/>
              <a:t>và chuỗi</a:t>
            </a:r>
            <a:endParaRPr lang="vi-V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</a:t>
            </a:r>
            <a:r>
              <a:rPr lang="en-US" smtClean="0"/>
              <a:t>KÝ TỰ (C++)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&lt;iostream&gt;</a:t>
            </a:r>
          </a:p>
          <a:p>
            <a:pPr marL="0" indent="0">
              <a:buNone/>
            </a:pPr>
            <a:r>
              <a:rPr lang="en-US"/>
              <a:t>	using namespace std;</a:t>
            </a: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cin.get(&lt;tham số&gt;);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c;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cin.get(c);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</a:t>
            </a:r>
            <a:r>
              <a:rPr lang="en-US" smtClean="0"/>
              <a:t>CHUỖI (C++)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&lt;iostream&gt;</a:t>
            </a:r>
          </a:p>
          <a:p>
            <a:pPr marL="0" indent="0">
              <a:buNone/>
            </a:pPr>
            <a:r>
              <a:rPr lang="en-US"/>
              <a:t>	using namespace std;</a:t>
            </a: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cin.getline(&lt;tham số&gt;);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str[100];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cin.getline(str,100);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algn="just">
              <a:buFont typeface="Wingdings" pitchFamily="2" charset="2"/>
              <a:buNone/>
            </a:pPr>
            <a:endParaRPr 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11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XUẤT KÝ TỰ và CHUỖI (C++)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&lt;iostream&gt;</a:t>
            </a:r>
          </a:p>
          <a:p>
            <a:pPr marL="0" indent="0">
              <a:buNone/>
            </a:pPr>
            <a:r>
              <a:rPr lang="en-US"/>
              <a:t>	using namespace std;</a:t>
            </a: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cout&lt;&lt;tham_so;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c, str[100];</a:t>
            </a:r>
          </a:p>
          <a:p>
            <a:pPr marL="0" indent="0">
              <a:buNone/>
            </a:pPr>
            <a:r>
              <a:rPr lang="en-US"/>
              <a:t>	cout</a:t>
            </a:r>
            <a:r>
              <a:rPr lang="en-US" smtClean="0"/>
              <a:t>&lt;&lt;</a:t>
            </a:r>
            <a:r>
              <a:rPr lang="en-US"/>
              <a:t>c</a:t>
            </a:r>
            <a:r>
              <a:rPr lang="en-US" smtClean="0"/>
              <a:t>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cin.getline(str,100);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cout&lt;&lt;str;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80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</a:t>
            </a:r>
            <a:r>
              <a:rPr lang="en-US" smtClean="0"/>
              <a:t>KÝ TỰ (C)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</a:t>
            </a:r>
            <a:r>
              <a:rPr lang="en-US" smtClean="0"/>
              <a:t>&lt;stdio.h&gt;</a:t>
            </a:r>
            <a:endParaRPr lang="en-US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scanf(“%c”,&amp;&lt;tham số&gt;);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c;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scanf(“%c”,&amp;c);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algn="just">
              <a:buFont typeface="Wingdings" pitchFamily="2" charset="2"/>
              <a:buNone/>
            </a:pPr>
            <a:endParaRPr 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99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NHẬP </a:t>
            </a:r>
            <a:r>
              <a:rPr lang="en-US" smtClean="0"/>
              <a:t>KÝ TỰ (C)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</a:t>
            </a:r>
            <a:r>
              <a:rPr lang="en-US" smtClean="0"/>
              <a:t>&lt;stdio.h&gt;</a:t>
            </a:r>
            <a:endParaRPr lang="en-US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&lt;tham số&gt; = getchar();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c;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 = getchar();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algn="just">
              <a:buFont typeface="Wingdings" pitchFamily="2" charset="2"/>
              <a:buNone/>
            </a:pPr>
            <a:endParaRPr 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30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NHẬP CHUỖI (C)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</a:t>
            </a:r>
            <a:r>
              <a:rPr lang="en-US" smtClean="0"/>
              <a:t>&lt;stdio.h&gt;</a:t>
            </a:r>
            <a:r>
              <a:rPr lang="en-US"/>
              <a:t>	</a:t>
            </a: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/>
              <a:t>	</a:t>
            </a:r>
            <a:r>
              <a:rPr lang="en-US" smtClean="0"/>
              <a:t>gets(&lt;tham số&gt;);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str[100];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gets(str);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994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XUẤT KÝ TỰ và CHUỖI (C)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8077200" cy="44958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/>
              <a:t>	#include </a:t>
            </a:r>
            <a:r>
              <a:rPr lang="en-US" smtClean="0"/>
              <a:t>&lt;stdio.h&gt;</a:t>
            </a:r>
            <a:r>
              <a:rPr lang="en-US"/>
              <a:t>	</a:t>
            </a: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 smtClean="0"/>
              <a:t>Xuất ký tự:</a:t>
            </a:r>
            <a:r>
              <a:rPr lang="en-US"/>
              <a:t>	</a:t>
            </a:r>
            <a:r>
              <a:rPr lang="en-US" smtClean="0"/>
              <a:t>putchar(&lt;tham số&gt;);</a:t>
            </a:r>
          </a:p>
          <a:p>
            <a:pPr marL="0" indent="0">
              <a:buNone/>
              <a:defRPr/>
            </a:pPr>
            <a:r>
              <a:rPr lang="en-US"/>
              <a:t>Xuất </a:t>
            </a:r>
            <a:r>
              <a:rPr lang="en-US" smtClean="0"/>
              <a:t>chuỗi:</a:t>
            </a:r>
            <a:r>
              <a:rPr lang="en-US"/>
              <a:t>	</a:t>
            </a:r>
            <a:r>
              <a:rPr lang="en-US" smtClean="0"/>
              <a:t>puts(&lt;</a:t>
            </a:r>
            <a:r>
              <a:rPr lang="en-US"/>
              <a:t>tham số&gt;);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 1: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char </a:t>
            </a:r>
            <a:r>
              <a:rPr lang="en-US" smtClean="0"/>
              <a:t>c;</a:t>
            </a:r>
            <a:endParaRPr lang="en-US"/>
          </a:p>
          <a:p>
            <a:pPr marL="0" indent="0">
              <a:buNone/>
            </a:pPr>
            <a:r>
              <a:rPr lang="en-US"/>
              <a:t>	c = getchar</a:t>
            </a:r>
            <a:r>
              <a:rPr lang="en-US" smtClean="0"/>
              <a:t>();</a:t>
            </a:r>
          </a:p>
          <a:p>
            <a:pPr marL="0" indent="0">
              <a:buNone/>
            </a:pPr>
            <a:r>
              <a:rPr lang="en-US" smtClean="0"/>
              <a:t>	putchar(c);</a:t>
            </a:r>
            <a:endParaRPr lang="en-US"/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2: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	char </a:t>
            </a:r>
            <a:r>
              <a:rPr lang="en-US" smtClean="0"/>
              <a:t>str[100</a:t>
            </a:r>
            <a:r>
              <a:rPr lang="en-US"/>
              <a:t>];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gets(str);</a:t>
            </a:r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puts(str);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711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39100" cy="974725"/>
          </a:xfrm>
        </p:spPr>
        <p:txBody>
          <a:bodyPr/>
          <a:lstStyle/>
          <a:p>
            <a:r>
              <a:rPr lang="en-US" smtClean="0"/>
              <a:t>NHẬP XUẤT TRONG conio.h (C)</a:t>
            </a: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543800" cy="4495800"/>
          </a:xfrm>
        </p:spPr>
        <p:txBody>
          <a:bodyPr/>
          <a:lstStyle/>
          <a:p>
            <a:pPr marL="0" lvl="1" indent="450850" algn="just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Xem thêm </a:t>
            </a:r>
            <a:r>
              <a:rPr lang="en-US" b="1" i="1" smtClean="0">
                <a:solidFill>
                  <a:schemeClr val="tx2"/>
                </a:solidFill>
                <a:latin typeface="Times New Roman" pitchFamily="18" charset="0"/>
              </a:rPr>
              <a:t>getch</a:t>
            </a:r>
            <a:r>
              <a:rPr lang="en-US" b="1" i="1" smtClean="0">
                <a:solidFill>
                  <a:schemeClr val="tx2"/>
                </a:solidFill>
                <a:latin typeface="VNI-Times" pitchFamily="2" charset="0"/>
              </a:rPr>
              <a:t>(), </a:t>
            </a:r>
            <a:r>
              <a:rPr lang="en-US" b="1" i="1">
                <a:solidFill>
                  <a:schemeClr val="tx2"/>
                </a:solidFill>
                <a:latin typeface="Times New Roman" pitchFamily="18" charset="0"/>
              </a:rPr>
              <a:t>getche</a:t>
            </a:r>
            <a:r>
              <a:rPr lang="en-US" b="1" i="1">
                <a:solidFill>
                  <a:schemeClr val="tx2"/>
                </a:solidFill>
                <a:latin typeface="VNI-Times" pitchFamily="2" charset="0"/>
              </a:rPr>
              <a:t>(), </a:t>
            </a:r>
            <a:r>
              <a:rPr lang="en-US" b="1" i="1">
                <a:solidFill>
                  <a:schemeClr val="tx2"/>
                </a:solidFill>
                <a:latin typeface="Times New Roman" pitchFamily="18" charset="0"/>
              </a:rPr>
              <a:t>putch</a:t>
            </a:r>
            <a:r>
              <a:rPr lang="en-US" b="1" i="1">
                <a:solidFill>
                  <a:schemeClr val="tx2"/>
                </a:solidFill>
                <a:latin typeface="VNI-Times" pitchFamily="2" charset="0"/>
              </a:rPr>
              <a:t>()</a:t>
            </a:r>
            <a:r>
              <a:rPr lang="en-US">
                <a:latin typeface="VNI-Times" pitchFamily="2" charset="0"/>
              </a:rPr>
              <a:t>: </a:t>
            </a:r>
            <a:r>
              <a:rPr lang="en-US" smtClean="0">
                <a:latin typeface="Times New Roman" pitchFamily="18" charset="0"/>
              </a:rPr>
              <a:t>nhận</a:t>
            </a:r>
            <a:r>
              <a:rPr lang="en-US" smtClean="0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và</a:t>
            </a:r>
            <a:r>
              <a:rPr lang="en-US">
                <a:latin typeface="VNI-Times" pitchFamily="2" charset="0"/>
              </a:rPr>
              <a:t>  </a:t>
            </a:r>
            <a:r>
              <a:rPr lang="en-US">
                <a:latin typeface="Times New Roman" pitchFamily="18" charset="0"/>
              </a:rPr>
              <a:t>xuất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một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ký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tự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trực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tiếp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từ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bộ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đệm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bàn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latin typeface="Times New Roman" pitchFamily="18" charset="0"/>
              </a:rPr>
              <a:t>phím</a:t>
            </a:r>
            <a:r>
              <a:rPr lang="en-US">
                <a:latin typeface="VNI-Times" pitchFamily="2" charset="0"/>
              </a:rPr>
              <a:t>.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>
                <a:latin typeface="VNI-Times" pitchFamily="2" charset="0"/>
              </a:rPr>
              <a:t>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39100" cy="1295400"/>
          </a:xfrm>
        </p:spPr>
        <p:txBody>
          <a:bodyPr>
            <a:normAutofit fontScale="90000"/>
          </a:bodyPr>
          <a:lstStyle/>
          <a:p>
            <a:pPr algn="ctr"/>
            <a:r>
              <a:rPr lang="en-US" smtClean="0"/>
              <a:t>Trường hợp không nhập được chuỗi</a:t>
            </a: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543800" cy="4495800"/>
          </a:xfrm>
        </p:spPr>
        <p:txBody>
          <a:bodyPr>
            <a:normAutofit fontScale="85000" lnSpcReduction="20000"/>
          </a:bodyPr>
          <a:lstStyle/>
          <a:p>
            <a:pPr marL="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3400" smtClean="0"/>
              <a:t>Ví dụ:</a:t>
            </a:r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char</a:t>
            </a:r>
            <a:r>
              <a:rPr lang="en-US"/>
              <a:t> str[100], c; </a:t>
            </a:r>
            <a:endParaRPr lang="en-US" smtClean="0"/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("nhap ky tu:"); c = getchar(); </a:t>
            </a:r>
            <a:endParaRPr lang="en-US" smtClean="0"/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("ky tu vua nhap la: "); putchar(c); </a:t>
            </a:r>
            <a:endParaRPr lang="en-US" smtClean="0"/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("nhap chuoi:"); gets(str); </a:t>
            </a:r>
            <a:endParaRPr lang="en-US" smtClean="0"/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("chuoi vua nhap la: "); puts(str</a:t>
            </a:r>
            <a:r>
              <a:rPr lang="en-US" smtClean="0"/>
              <a:t>);</a:t>
            </a:r>
            <a:endParaRPr lang="en-US">
              <a:latin typeface="VNI-Times" pitchFamily="2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3400" smtClean="0">
                <a:latin typeface="Times New Roman" pitchFamily="18" charset="0"/>
                <a:cs typeface="Times New Roman" pitchFamily="18" charset="0"/>
              </a:rPr>
              <a:t>Sửa lại:</a:t>
            </a:r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char</a:t>
            </a:r>
            <a:r>
              <a:rPr lang="en-US"/>
              <a:t> str[100], c; </a:t>
            </a:r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("nhap ky tu:"); c = getchar(); </a:t>
            </a:r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("ky tu vua nhap la: "); putchar(c); </a:t>
            </a:r>
            <a:endParaRPr lang="en-US" smtClean="0"/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solidFill>
                  <a:srgbClr val="FF0000"/>
                </a:solidFill>
              </a:rPr>
              <a:t>fflush(stdin);</a:t>
            </a:r>
            <a:endParaRPr lang="en-US">
              <a:solidFill>
                <a:srgbClr val="FF0000"/>
              </a:solidFill>
            </a:endParaRPr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("nhap chuoi:"); gets(str); </a:t>
            </a:r>
          </a:p>
          <a:p>
            <a:pPr marL="515938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printf</a:t>
            </a:r>
            <a:r>
              <a:rPr lang="en-US"/>
              <a:t>("chuoi vua nhap la: "); puts(str);</a:t>
            </a:r>
            <a:endParaRPr lang="en-US">
              <a:latin typeface="VNI-Times" pitchFamily="2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en-US" sz="2400" i="1" smtClean="0">
              <a:latin typeface="VNI-Times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2" name="Right Brace 1"/>
          <p:cNvSpPr/>
          <p:nvPr/>
        </p:nvSpPr>
        <p:spPr>
          <a:xfrm>
            <a:off x="6400800" y="2922328"/>
            <a:ext cx="304800" cy="65907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81800" y="2922328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Không nhập được chuỗi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300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</TotalTime>
  <Words>170</Words>
  <Application>Microsoft Office PowerPoint</Application>
  <PresentationFormat>On-screen Show (4:3)</PresentationFormat>
  <Paragraphs>120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Nhập môn Lập trình – IT001</vt:lpstr>
      <vt:lpstr>Nội dung</vt:lpstr>
      <vt:lpstr>NHẬP KÝ TỰ (C++)</vt:lpstr>
      <vt:lpstr>NHẬP CHUỖI (C++)</vt:lpstr>
      <vt:lpstr>XUẤT KÝ TỰ và CHUỖI (C++)</vt:lpstr>
      <vt:lpstr>NHẬP KÝ TỰ (C)</vt:lpstr>
      <vt:lpstr>NHẬP KÝ TỰ (C)</vt:lpstr>
      <vt:lpstr>NHẬP CHUỖI (C)</vt:lpstr>
      <vt:lpstr>XUẤT KÝ TỰ và CHUỖI (C)</vt:lpstr>
      <vt:lpstr>NHẬP XUẤT TRONG conio.h (C)</vt:lpstr>
      <vt:lpstr>Trường hợp không nhập được chuỗi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29</cp:revision>
  <dcterms:created xsi:type="dcterms:W3CDTF">2015-09-05T09:18:39Z</dcterms:created>
  <dcterms:modified xsi:type="dcterms:W3CDTF">2015-10-02T02:31:46Z</dcterms:modified>
</cp:coreProperties>
</file>