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30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6858000" type="screen4x3"/>
  <p:notesSz cx="7315200" cy="9601200"/>
  <p:custDataLst>
    <p:tags r:id="rId5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CC66"/>
    <a:srgbClr val="5CADFF"/>
    <a:srgbClr val="FF99FF"/>
    <a:srgbClr val="FF66FF"/>
    <a:srgbClr val="FFCCFF"/>
    <a:srgbClr val="CCCC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77" autoAdjust="0"/>
    <p:restoredTop sz="94004" autoAdjust="0"/>
  </p:normalViewPr>
  <p:slideViewPr>
    <p:cSldViewPr>
      <p:cViewPr>
        <p:scale>
          <a:sx n="75" d="100"/>
          <a:sy n="75" d="100"/>
        </p:scale>
        <p:origin x="-1158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2508" y="-96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ags" Target="tags/tag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7A1DEE7D-5F35-4F50-96EC-70B4A39B1800}" type="datetimeFigureOut">
              <a:rPr lang="vi-VN"/>
              <a:pPr>
                <a:defRPr/>
              </a:pPr>
              <a:t>03/12/2015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1F88C0F3-1AEC-4AF0-9F58-8FDE2D623040}" type="slidenum">
              <a:rPr lang="vi-VN"/>
              <a:pPr>
                <a:defRPr/>
              </a:pPr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925046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>
                <a:cs typeface="+mn-cs"/>
              </a:defRPr>
            </a:lvl1pPr>
          </a:lstStyle>
          <a:p>
            <a:pPr>
              <a:defRPr/>
            </a:pPr>
            <a:fld id="{AE33C695-F377-43F4-93E7-BE21C41B530B}" type="datetimeFigureOut">
              <a:rPr lang="en-US"/>
              <a:pPr>
                <a:defRPr/>
              </a:pPr>
              <a:t>12/3/2015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>
                <a:cs typeface="+mn-cs"/>
              </a:defRPr>
            </a:lvl1pPr>
          </a:lstStyle>
          <a:p>
            <a:pPr>
              <a:defRPr/>
            </a:pPr>
            <a:fld id="{68B0601C-B4AD-4DF0-9D40-F6D3DC77F4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6358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434AECA1-5506-4D20-80EE-165F7EC14BF6}" type="slidenum">
              <a:rPr lang="en-US" smtClean="0"/>
              <a:pPr eaLnBrk="1" hangingPunct="1">
                <a:defRPr/>
              </a:pPr>
              <a:t>3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DC1767EA-BD1B-44EB-9348-527D658560A2}" type="slidenum">
              <a:rPr lang="en-US" smtClean="0"/>
              <a:pPr eaLnBrk="1" hangingPunct="1">
                <a:defRPr/>
              </a:pPr>
              <a:t>4</a:t>
            </a:fld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8E8BFD5B-6C3F-4135-8B35-9C541DED712D}" type="slidenum">
              <a:rPr lang="en-US" smtClean="0"/>
              <a:pPr eaLnBrk="1" hangingPunct="1">
                <a:defRPr/>
              </a:pPr>
              <a:t>5</a:t>
            </a:fld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51EB9C5C-8C9E-49E6-980B-166EEAD9447F}" type="slidenum">
              <a:rPr lang="en-US" smtClean="0"/>
              <a:pPr eaLnBrk="1" hangingPunct="1">
                <a:defRPr/>
              </a:pPr>
              <a:t>6</a:t>
            </a:fld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F34A23EF-91CF-4150-A136-2E923699CEAE}" type="slidenum">
              <a:rPr lang="en-US" smtClean="0"/>
              <a:pPr eaLnBrk="1" hangingPunct="1">
                <a:defRPr/>
              </a:pPr>
              <a:t>7</a:t>
            </a:fld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88BBB61C-B25B-46D6-BBCC-BBF5B6108E83}" type="slidenum">
              <a:rPr lang="en-US" smtClean="0"/>
              <a:pPr eaLnBrk="1" hangingPunct="1">
                <a:defRPr/>
              </a:pPr>
              <a:t>8</a:t>
            </a:fld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3212A9CB-4D03-41D8-BF02-300DFBDCCE63}" type="slidenum">
              <a:rPr lang="en-US" smtClean="0"/>
              <a:pPr eaLnBrk="1" hangingPunct="1">
                <a:defRPr/>
              </a:pPr>
              <a:t>9</a:t>
            </a:fld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DD9385BF-E795-4958-BFF5-62297E6ED24E}" type="slidenum">
              <a:rPr lang="en-US" smtClean="0"/>
              <a:pPr eaLnBrk="1" hangingPunct="1">
                <a:defRPr/>
              </a:pPr>
              <a:t>10</a:t>
            </a:fld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B18E4068-BDBD-416F-83A5-EBD04548206A}" type="slidenum">
              <a:rPr lang="en-US" smtClean="0"/>
              <a:pPr eaLnBrk="1" hangingPunct="1">
                <a:defRPr/>
              </a:pPr>
              <a:t>11</a:t>
            </a:fld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28EEAEBD-AEE9-4545-B4CD-67790376AF76}" type="slidenum">
              <a:rPr lang="en-US" smtClean="0"/>
              <a:pPr eaLnBrk="1" hangingPunct="1">
                <a:defRPr/>
              </a:pPr>
              <a:t>12</a:t>
            </a:fld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D2B77462-8DF3-4925-B685-552A4465A69B}" type="slidenum">
              <a:rPr lang="en-US" smtClean="0"/>
              <a:pPr eaLnBrk="1" hangingPunct="1">
                <a:defRPr/>
              </a:pPr>
              <a:t>13</a:t>
            </a:fld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9D832C94-3564-49E1-9A63-EE881FD23D0E}" type="slidenum">
              <a:rPr lang="en-US" smtClean="0"/>
              <a:pPr eaLnBrk="1" hangingPunct="1">
                <a:defRPr/>
              </a:pPr>
              <a:t>14</a:t>
            </a:fld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1EA6C3E5-3F30-4859-81D8-D7AB43648B22}" type="slidenum">
              <a:rPr lang="en-US" smtClean="0"/>
              <a:pPr eaLnBrk="1" hangingPunct="1">
                <a:defRPr/>
              </a:pPr>
              <a:t>15</a:t>
            </a:fld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F10AB1E8-17FB-4880-B5D6-C0414EF98F1F}" type="slidenum">
              <a:rPr lang="en-US" smtClean="0"/>
              <a:pPr eaLnBrk="1" hangingPunct="1">
                <a:defRPr/>
              </a:pPr>
              <a:t>16</a:t>
            </a:fld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EFE2CDDB-04BE-4C10-86C5-4DF7EFB42B23}" type="slidenum">
              <a:rPr lang="en-US" smtClean="0"/>
              <a:pPr eaLnBrk="1" hangingPunct="1">
                <a:defRPr/>
              </a:pPr>
              <a:t>17</a:t>
            </a:fld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4D635B56-3BE2-4F89-B950-8A7137E996AD}" type="slidenum">
              <a:rPr lang="en-US" smtClean="0"/>
              <a:pPr eaLnBrk="1" hangingPunct="1">
                <a:defRPr/>
              </a:pPr>
              <a:t>18</a:t>
            </a:fld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B564F2E8-1CD0-4CBB-9995-D5086B1F58F2}" type="slidenum">
              <a:rPr lang="en-US" smtClean="0"/>
              <a:pPr eaLnBrk="1" hangingPunct="1">
                <a:defRPr/>
              </a:pPr>
              <a:t>19</a:t>
            </a:fld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5891AC72-EB57-48F4-ACC8-B0D80B68C766}" type="slidenum">
              <a:rPr lang="en-US" smtClean="0"/>
              <a:pPr eaLnBrk="1" hangingPunct="1">
                <a:defRPr/>
              </a:pPr>
              <a:t>20</a:t>
            </a:fld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D30BDBD2-969C-4D42-A09F-6449761C6FD4}" type="slidenum">
              <a:rPr lang="en-US" smtClean="0"/>
              <a:pPr eaLnBrk="1" hangingPunct="1">
                <a:defRPr/>
              </a:pPr>
              <a:t>21</a:t>
            </a:fld>
            <a:endParaRPr 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763689DD-9C2E-4C77-8584-F2D6AC3C54BE}" type="slidenum">
              <a:rPr lang="en-US" smtClean="0"/>
              <a:pPr eaLnBrk="1" hangingPunct="1">
                <a:defRPr/>
              </a:pPr>
              <a:t>22</a:t>
            </a:fld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24A27117-2508-4B1D-91C2-E3E62D62A842}" type="slidenum">
              <a:rPr lang="en-US" smtClean="0"/>
              <a:pPr eaLnBrk="1" hangingPunct="1">
                <a:defRPr/>
              </a:pPr>
              <a:t>24</a:t>
            </a:fld>
            <a:endParaRPr 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F1C46C79-D758-4649-91C9-C9B83E341E48}" type="slidenum">
              <a:rPr lang="en-US" smtClean="0"/>
              <a:pPr eaLnBrk="1" hangingPunct="1">
                <a:defRPr/>
              </a:pPr>
              <a:t>25</a:t>
            </a:fld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4C62D58C-FF4B-4B2C-9949-7EEC8675D714}" type="slidenum">
              <a:rPr lang="en-US" smtClean="0"/>
              <a:pPr eaLnBrk="1" hangingPunct="1">
                <a:defRPr/>
              </a:pPr>
              <a:t>26</a:t>
            </a:fld>
            <a:endParaRPr 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1367A05F-C82E-4592-9420-332B68D3A70F}" type="slidenum">
              <a:rPr lang="en-US" smtClean="0"/>
              <a:pPr eaLnBrk="1" hangingPunct="1">
                <a:defRPr/>
              </a:pPr>
              <a:t>27</a:t>
            </a:fld>
            <a:endParaRPr 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0E5FED42-CD29-486F-8A6F-51493882D74C}" type="slidenum">
              <a:rPr lang="en-US" smtClean="0"/>
              <a:pPr eaLnBrk="1" hangingPunct="1">
                <a:defRPr/>
              </a:pPr>
              <a:t>28</a:t>
            </a:fld>
            <a:endParaRPr 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3225DFCC-B55A-47F8-A7AA-2995CEA17010}" type="slidenum">
              <a:rPr lang="en-US" smtClean="0"/>
              <a:pPr eaLnBrk="1" hangingPunct="1">
                <a:defRPr/>
              </a:pPr>
              <a:t>29</a:t>
            </a:fld>
            <a:endParaRPr 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F9E4633-A1EA-4453-8EFB-14527AE8A454}" type="slidenum">
              <a:rPr lang="en-US" smtClean="0"/>
              <a:pPr eaLnBrk="1" hangingPunct="1">
                <a:defRPr/>
              </a:pPr>
              <a:t>30</a:t>
            </a:fld>
            <a:endParaRPr 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FCD9AB6F-DF23-4839-8A1E-55B0188349CD}" type="slidenum">
              <a:rPr lang="en-US" smtClean="0"/>
              <a:pPr eaLnBrk="1" hangingPunct="1">
                <a:defRPr/>
              </a:pPr>
              <a:t>31</a:t>
            </a:fld>
            <a:endParaRPr 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982D9C45-3031-4E15-87ED-A970DE245C6C}" type="slidenum">
              <a:rPr lang="en-US" smtClean="0"/>
              <a:pPr eaLnBrk="1" hangingPunct="1">
                <a:defRPr/>
              </a:pPr>
              <a:t>32</a:t>
            </a:fld>
            <a:endParaRPr 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3DB3AD2E-EF9F-4642-BB14-A66A886A9EC3}" type="slidenum">
              <a:rPr lang="en-US" smtClean="0"/>
              <a:pPr eaLnBrk="1" hangingPunct="1">
                <a:defRPr/>
              </a:pPr>
              <a:t>33</a:t>
            </a:fld>
            <a:endParaRPr 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D4E8381C-99F7-4C52-98B7-0B6E99B598BF}" type="slidenum">
              <a:rPr lang="en-US" smtClean="0"/>
              <a:pPr eaLnBrk="1" hangingPunct="1">
                <a:defRPr/>
              </a:pPr>
              <a:t>34</a:t>
            </a:fld>
            <a:endParaRPr 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DB00F58-0606-422F-8220-EE143A96D1E9}" type="slidenum">
              <a:rPr lang="en-US" smtClean="0"/>
              <a:pPr eaLnBrk="1" hangingPunct="1">
                <a:defRPr/>
              </a:pPr>
              <a:t>35</a:t>
            </a:fld>
            <a:endParaRPr 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61C3E7A5-1D76-47AB-B201-0EA3F3C52531}" type="slidenum">
              <a:rPr lang="en-US" smtClean="0"/>
              <a:pPr eaLnBrk="1" hangingPunct="1">
                <a:defRPr/>
              </a:pPr>
              <a:t>37</a:t>
            </a:fld>
            <a:endParaRPr 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933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179E9C6B-72FB-44BE-ACE7-1AF8DCC36DC6}" type="slidenum">
              <a:rPr lang="en-US" smtClean="0"/>
              <a:pPr eaLnBrk="1" hangingPunct="1">
                <a:defRPr/>
              </a:pPr>
              <a:t>39</a:t>
            </a:fld>
            <a:endParaRPr 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D442248C-EA91-4E6D-A756-EEB1E9B11E99}" type="slidenum">
              <a:rPr lang="en-US" smtClean="0"/>
              <a:pPr eaLnBrk="1" hangingPunct="1">
                <a:defRPr/>
              </a:pPr>
              <a:t>41</a:t>
            </a:fld>
            <a:endParaRPr lang="en-US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B2886BA0-B640-4DDF-B5E1-81C228D51DDB}" type="slidenum">
              <a:rPr lang="en-US" smtClean="0"/>
              <a:pPr eaLnBrk="1" hangingPunct="1">
                <a:defRPr/>
              </a:pPr>
              <a:t>43</a:t>
            </a:fld>
            <a:endParaRPr lang="en-US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7AA9BDA8-008C-4585-A219-0618A820B6BD}" type="slidenum">
              <a:rPr lang="en-US" smtClean="0"/>
              <a:pPr eaLnBrk="1" hangingPunct="1">
                <a:defRPr/>
              </a:pPr>
              <a:t>44</a:t>
            </a:fld>
            <a:endParaRPr lang="en-US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DD023A9E-1D98-49CD-B745-0F660A64BBED}" type="slidenum">
              <a:rPr lang="en-US" smtClean="0"/>
              <a:pPr eaLnBrk="1" hangingPunct="1">
                <a:defRPr/>
              </a:pPr>
              <a:t>45</a:t>
            </a:fld>
            <a:endParaRPr lang="en-US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24089454-E237-45C8-B215-50C603EBA9D8}" type="slidenum">
              <a:rPr lang="en-US" smtClean="0"/>
              <a:pPr eaLnBrk="1" hangingPunct="1">
                <a:defRPr/>
              </a:pPr>
              <a:t>46</a:t>
            </a:fld>
            <a:endParaRPr lang="en-US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05D827D6-BBDC-49EF-A491-7A0DE2636D9E}" type="slidenum">
              <a:rPr lang="en-US" smtClean="0"/>
              <a:pPr eaLnBrk="1" hangingPunct="1">
                <a:defRPr/>
              </a:pPr>
              <a:t>47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gif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/>
        </p:nvSpPr>
        <p:spPr bwMode="gray">
          <a:xfrm>
            <a:off x="8004175" y="0"/>
            <a:ext cx="1139825" cy="6858000"/>
          </a:xfrm>
          <a:prstGeom prst="rect">
            <a:avLst/>
          </a:prstGeom>
          <a:solidFill>
            <a:schemeClr val="bg2">
              <a:alpha val="3999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18"/>
          <p:cNvSpPr>
            <a:spLocks noChangeArrowheads="1"/>
          </p:cNvSpPr>
          <p:nvPr/>
        </p:nvSpPr>
        <p:spPr bwMode="white">
          <a:xfrm>
            <a:off x="0" y="4638675"/>
            <a:ext cx="9144000" cy="2219325"/>
          </a:xfrm>
          <a:prstGeom prst="rect">
            <a:avLst/>
          </a:prstGeom>
          <a:solidFill>
            <a:schemeClr val="folHlink">
              <a:alpha val="3098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19"/>
          <p:cNvSpPr>
            <a:spLocks noChangeArrowheads="1"/>
          </p:cNvSpPr>
          <p:nvPr/>
        </p:nvSpPr>
        <p:spPr bwMode="gray">
          <a:xfrm>
            <a:off x="0" y="2149475"/>
            <a:ext cx="9144000" cy="249872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Freeform 20"/>
          <p:cNvSpPr>
            <a:spLocks/>
          </p:cNvSpPr>
          <p:nvPr/>
        </p:nvSpPr>
        <p:spPr bwMode="gray">
          <a:xfrm>
            <a:off x="-9525" y="2138363"/>
            <a:ext cx="8015288" cy="2271712"/>
          </a:xfrm>
          <a:custGeom>
            <a:avLst/>
            <a:gdLst>
              <a:gd name="T0" fmla="*/ 0 w 5049"/>
              <a:gd name="T1" fmla="*/ 0 h 1471"/>
              <a:gd name="T2" fmla="*/ 2147483647 w 5049"/>
              <a:gd name="T3" fmla="*/ 4770441 h 1471"/>
              <a:gd name="T4" fmla="*/ 2147483647 w 5049"/>
              <a:gd name="T5" fmla="*/ 2147483647 h 1471"/>
              <a:gd name="T6" fmla="*/ 0 w 5049"/>
              <a:gd name="T7" fmla="*/ 2147483647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>
              <a:alpha val="7294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AutoShape 21"/>
          <p:cNvSpPr>
            <a:spLocks noChangeArrowheads="1"/>
          </p:cNvSpPr>
          <p:nvPr/>
        </p:nvSpPr>
        <p:spPr bwMode="gray">
          <a:xfrm>
            <a:off x="7696200" y="59436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AutoShape 22"/>
          <p:cNvSpPr>
            <a:spLocks noChangeArrowheads="1"/>
          </p:cNvSpPr>
          <p:nvPr/>
        </p:nvSpPr>
        <p:spPr bwMode="gray">
          <a:xfrm>
            <a:off x="8229600" y="56388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AutoShape 23"/>
          <p:cNvSpPr>
            <a:spLocks noChangeArrowheads="1"/>
          </p:cNvSpPr>
          <p:nvPr/>
        </p:nvSpPr>
        <p:spPr bwMode="gray">
          <a:xfrm>
            <a:off x="8220075" y="622935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 Box 14"/>
          <p:cNvSpPr txBox="1">
            <a:spLocks noChangeArrowheads="1"/>
          </p:cNvSpPr>
          <p:nvPr userDrawn="1"/>
        </p:nvSpPr>
        <p:spPr bwMode="auto">
          <a:xfrm>
            <a:off x="1143000" y="228600"/>
            <a:ext cx="6705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sz="1600" smtClean="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Tr</a:t>
            </a:r>
            <a:r>
              <a:rPr lang="vi-VN" sz="1600" smtClean="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ườ</a:t>
            </a:r>
            <a:r>
              <a:rPr lang="en-US" sz="1600" smtClean="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ng Đại học Khoa học Tự nhiên</a:t>
            </a:r>
          </a:p>
          <a:p>
            <a:pPr eaLnBrk="1" hangingPunct="1">
              <a:defRPr/>
            </a:pPr>
            <a:r>
              <a:rPr lang="en-US" sz="1600" smtClean="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Khoa Công nghệ thông tin</a:t>
            </a:r>
          </a:p>
          <a:p>
            <a:pPr eaLnBrk="1" hangingPunct="1">
              <a:defRPr/>
            </a:pPr>
            <a:r>
              <a:rPr lang="en-US" sz="1600" smtClean="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Bộ môn Tin học c</a:t>
            </a:r>
            <a:r>
              <a:rPr lang="vi-VN" sz="1600" smtClean="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ơ</a:t>
            </a:r>
            <a:r>
              <a:rPr lang="en-US" sz="1600" smtClean="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s</a:t>
            </a:r>
            <a:r>
              <a:rPr lang="vi-VN" sz="1600" smtClean="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ở</a:t>
            </a:r>
            <a:r>
              <a:rPr lang="en-US" sz="1600" smtClean="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</a:p>
        </p:txBody>
      </p:sp>
      <p:sp>
        <p:nvSpPr>
          <p:cNvPr id="12" name="AutoShape 113" descr="gdd01"/>
          <p:cNvSpPr>
            <a:spLocks noChangeArrowheads="1"/>
          </p:cNvSpPr>
          <p:nvPr userDrawn="1"/>
        </p:nvSpPr>
        <p:spPr bwMode="gray">
          <a:xfrm>
            <a:off x="190500" y="3162300"/>
            <a:ext cx="1752600" cy="1600200"/>
          </a:xfrm>
          <a:prstGeom prst="hexagon">
            <a:avLst>
              <a:gd name="adj" fmla="val 27381"/>
              <a:gd name="vf" fmla="val 115470"/>
            </a:avLst>
          </a:prstGeom>
          <a:blipFill dpi="0" rotWithShape="1">
            <a:blip r:embed="rId2"/>
            <a:srcRect/>
            <a:stretch>
              <a:fillRect/>
            </a:stretch>
          </a:blip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125080" dir="1437749" algn="ctr" rotWithShape="0">
              <a:schemeClr val="bg2">
                <a:alpha val="32001"/>
              </a:schemeClr>
            </a:outerShdw>
          </a:effectLst>
        </p:spPr>
        <p:txBody>
          <a:bodyPr wrap="none" anchor="ctr"/>
          <a:lstStyle/>
          <a:p>
            <a:pPr algn="ctr" eaLnBrk="0" hangingPunct="0"/>
            <a:endParaRPr lang="ko-KR" altLang="en-US">
              <a:latin typeface="Times New Roman" pitchFamily="18" charset="0"/>
              <a:ea typeface="Gulim" pitchFamily="34" charset="-127"/>
            </a:endParaRPr>
          </a:p>
        </p:txBody>
      </p:sp>
      <p:sp>
        <p:nvSpPr>
          <p:cNvPr id="13" name="AutoShape 114" descr="gdd04"/>
          <p:cNvSpPr>
            <a:spLocks noChangeArrowheads="1"/>
          </p:cNvSpPr>
          <p:nvPr userDrawn="1"/>
        </p:nvSpPr>
        <p:spPr bwMode="gray">
          <a:xfrm>
            <a:off x="1638300" y="2324100"/>
            <a:ext cx="1828800" cy="1600200"/>
          </a:xfrm>
          <a:prstGeom prst="hexagon">
            <a:avLst>
              <a:gd name="adj" fmla="val 28571"/>
              <a:gd name="vf" fmla="val 115470"/>
            </a:avLst>
          </a:prstGeom>
          <a:blipFill dpi="0" rotWithShape="1">
            <a:blip r:embed="rId3"/>
            <a:srcRect/>
            <a:stretch>
              <a:fillRect/>
            </a:stretch>
          </a:blip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125080" dir="1437749" algn="ctr" rotWithShape="0">
              <a:schemeClr val="bg2">
                <a:alpha val="32001"/>
              </a:schemeClr>
            </a:outerShdw>
          </a:effectLst>
        </p:spPr>
        <p:txBody>
          <a:bodyPr wrap="none" anchor="ctr"/>
          <a:lstStyle/>
          <a:p>
            <a:pPr algn="ctr" eaLnBrk="0" hangingPunct="0"/>
            <a:endParaRPr lang="ko-KR" altLang="en-US">
              <a:latin typeface="Times New Roman" pitchFamily="18" charset="0"/>
              <a:ea typeface="Gulim" pitchFamily="34" charset="-127"/>
            </a:endParaRPr>
          </a:p>
        </p:txBody>
      </p:sp>
      <p:sp>
        <p:nvSpPr>
          <p:cNvPr id="14" name="AutoShape 115" descr="gdd03"/>
          <p:cNvSpPr>
            <a:spLocks noChangeArrowheads="1"/>
          </p:cNvSpPr>
          <p:nvPr userDrawn="1"/>
        </p:nvSpPr>
        <p:spPr bwMode="gray">
          <a:xfrm>
            <a:off x="1600200" y="4038600"/>
            <a:ext cx="1828800" cy="1600200"/>
          </a:xfrm>
          <a:prstGeom prst="hexagon">
            <a:avLst>
              <a:gd name="adj" fmla="val 28571"/>
              <a:gd name="vf" fmla="val 115470"/>
            </a:avLst>
          </a:prstGeom>
          <a:blipFill dpi="0" rotWithShape="1">
            <a:blip r:embed="rId4"/>
            <a:srcRect/>
            <a:stretch>
              <a:fillRect/>
            </a:stretch>
          </a:blip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125080" dir="1437749" algn="ctr" rotWithShape="0">
              <a:schemeClr val="bg2">
                <a:alpha val="32001"/>
              </a:schemeClr>
            </a:outerShdw>
          </a:effectLst>
        </p:spPr>
        <p:txBody>
          <a:bodyPr wrap="none" anchor="ctr"/>
          <a:lstStyle/>
          <a:p>
            <a:pPr algn="ctr" eaLnBrk="0" hangingPunct="0"/>
            <a:endParaRPr lang="ko-KR" altLang="en-US">
              <a:latin typeface="Times New Roman" pitchFamily="18" charset="0"/>
              <a:ea typeface="Gulim" pitchFamily="34" charset="-127"/>
            </a:endParaRPr>
          </a:p>
        </p:txBody>
      </p:sp>
      <p:sp>
        <p:nvSpPr>
          <p:cNvPr id="15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71C00F32-0F42-4CD4-9361-C602DE7D0894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 userDrawn="1"/>
        </p:nvSpPr>
        <p:spPr bwMode="white">
          <a:xfrm>
            <a:off x="3505200" y="1600200"/>
            <a:ext cx="434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sz="1600" smtClean="0">
                <a:latin typeface="Verdana" pitchFamily="34" charset="0"/>
              </a:rPr>
              <a:t>Đặng Bình Ph</a:t>
            </a:r>
            <a:r>
              <a:rPr lang="vi-VN" sz="1600" smtClean="0">
                <a:latin typeface="Verdana" pitchFamily="34" charset="0"/>
              </a:rPr>
              <a:t>ươ</a:t>
            </a:r>
            <a:r>
              <a:rPr lang="en-US" sz="1600" smtClean="0">
                <a:latin typeface="Verdana" pitchFamily="34" charset="0"/>
              </a:rPr>
              <a:t>ng</a:t>
            </a:r>
          </a:p>
          <a:p>
            <a:pPr algn="r"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sz="1200" smtClean="0">
                <a:latin typeface="Verdana" pitchFamily="34" charset="0"/>
              </a:rPr>
              <a:t>dbphuong@fit.hcmuns.edu.vn</a:t>
            </a:r>
          </a:p>
        </p:txBody>
      </p:sp>
      <p:sp>
        <p:nvSpPr>
          <p:cNvPr id="17" name="Rounded Rectangle 16"/>
          <p:cNvSpPr/>
          <p:nvPr userDrawn="1"/>
        </p:nvSpPr>
        <p:spPr>
          <a:xfrm>
            <a:off x="304800" y="152400"/>
            <a:ext cx="708025" cy="99060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143000" y="1143000"/>
            <a:ext cx="6705600" cy="533400"/>
          </a:xfrm>
        </p:spPr>
        <p:txBody>
          <a:bodyPr/>
          <a:lstStyle>
            <a:lvl1pPr algn="r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0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3505200" y="2971800"/>
            <a:ext cx="4343400" cy="6858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8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352800" y="6553200"/>
            <a:ext cx="2133600" cy="152400"/>
          </a:xfrm>
        </p:spPr>
        <p:txBody>
          <a:bodyPr/>
          <a:lstStyle>
            <a:lvl1pPr algn="r">
              <a:defRPr sz="10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800" y="6477000"/>
            <a:ext cx="2590800" cy="228600"/>
          </a:xfrm>
        </p:spPr>
        <p:txBody>
          <a:bodyPr/>
          <a:lstStyle>
            <a:lvl1pPr algn="ctr">
              <a:defRPr sz="12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94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7AFC6C11-0238-478D-A621-AAA947FE95B3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/>
          <a:lstStyle>
            <a:lvl1pPr>
              <a:defRPr b="0"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69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FB26A71B-41B2-4D81-8A1E-059059B998DB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7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D7319433-F38E-4FC4-9A73-03E39FAF422C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243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2621D256-8F0D-4812-8FCF-EDC54C204CCA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6705600" cy="563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566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1F9B32FF-B6F7-405B-A45C-43715438368A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005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BBC624E7-6A6A-4BEA-AA82-C87615D7CB21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434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8F60E68B-58C6-400F-907C-5B66A6B6E145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50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71F358CA-6145-43D3-870E-AAD6765F32D9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187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0B140C36-52B2-4E4C-9F92-C6CE1A96EAF4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41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FED206AE-6136-43CF-8C2C-75C2D532F94F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81000"/>
            <a:ext cx="2057400" cy="5943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19800" cy="5943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183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D6D02DA9-8B9B-4616-A25E-1950DC9B6D2C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6705600" cy="563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076325"/>
            <a:ext cx="8229600" cy="5248275"/>
          </a:xfrm>
        </p:spPr>
        <p:txBody>
          <a:bodyPr/>
          <a:lstStyle/>
          <a:p>
            <a:pPr lvl="0"/>
            <a:r>
              <a:rPr lang="en-US" noProof="0" smtClean="0"/>
              <a:t>Click icon to add table</a:t>
            </a:r>
            <a:endParaRPr lang="en-US" noProof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8459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766706AF-6563-404F-AE42-5C1508F139FD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6705600" cy="563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076325"/>
            <a:ext cx="8229600" cy="5248275"/>
          </a:xfrm>
        </p:spPr>
        <p:txBody>
          <a:bodyPr/>
          <a:lstStyle/>
          <a:p>
            <a:pPr lvl="0"/>
            <a:r>
              <a:rPr lang="en-US" noProof="0" smtClean="0"/>
              <a:t>Click icon to add chart</a:t>
            </a:r>
            <a:endParaRPr lang="en-US" noProof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92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5"/>
          <p:cNvSpPr>
            <a:spLocks/>
          </p:cNvSpPr>
          <p:nvPr/>
        </p:nvSpPr>
        <p:spPr bwMode="gray">
          <a:xfrm>
            <a:off x="-9525" y="344488"/>
            <a:ext cx="8194675" cy="633412"/>
          </a:xfrm>
          <a:custGeom>
            <a:avLst/>
            <a:gdLst>
              <a:gd name="T0" fmla="*/ 0 w 5049"/>
              <a:gd name="T1" fmla="*/ 0 h 1471"/>
              <a:gd name="T2" fmla="*/ 2147483647 w 5049"/>
              <a:gd name="T3" fmla="*/ 370746 h 1471"/>
              <a:gd name="T4" fmla="*/ 2147483647 w 5049"/>
              <a:gd name="T5" fmla="*/ 270336452 h 1471"/>
              <a:gd name="T6" fmla="*/ 0 w 5049"/>
              <a:gd name="T7" fmla="*/ 272746949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27" name="Group 16"/>
          <p:cNvGrpSpPr>
            <a:grpSpLocks/>
          </p:cNvGrpSpPr>
          <p:nvPr/>
        </p:nvGrpSpPr>
        <p:grpSpPr bwMode="auto">
          <a:xfrm>
            <a:off x="8153400" y="0"/>
            <a:ext cx="990600" cy="6858000"/>
            <a:chOff x="5040" y="0"/>
            <a:chExt cx="720" cy="4320"/>
          </a:xfrm>
        </p:grpSpPr>
        <p:sp>
          <p:nvSpPr>
            <p:cNvPr id="1039" name="Rectangle 17"/>
            <p:cNvSpPr>
              <a:spLocks noChangeArrowheads="1"/>
            </p:cNvSpPr>
            <p:nvPr/>
          </p:nvSpPr>
          <p:spPr bwMode="gray"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0" name="Rectangle 18"/>
            <p:cNvSpPr>
              <a:spLocks noChangeArrowheads="1"/>
            </p:cNvSpPr>
            <p:nvPr/>
          </p:nvSpPr>
          <p:spPr bwMode="gray">
            <a:xfrm>
              <a:off x="5040" y="219"/>
              <a:ext cx="720" cy="39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8" name="AutoShape 19"/>
          <p:cNvSpPr>
            <a:spLocks noChangeArrowheads="1"/>
          </p:cNvSpPr>
          <p:nvPr/>
        </p:nvSpPr>
        <p:spPr bwMode="gray">
          <a:xfrm>
            <a:off x="7696200" y="59436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5086C2">
              <a:alpha val="3490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9" name="AutoShape 20"/>
          <p:cNvSpPr>
            <a:spLocks noChangeArrowheads="1"/>
          </p:cNvSpPr>
          <p:nvPr/>
        </p:nvSpPr>
        <p:spPr bwMode="gray">
          <a:xfrm>
            <a:off x="8229600" y="56388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5086C2">
              <a:alpha val="3490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" name="AutoShape 21"/>
          <p:cNvSpPr>
            <a:spLocks noChangeArrowheads="1"/>
          </p:cNvSpPr>
          <p:nvPr/>
        </p:nvSpPr>
        <p:spPr bwMode="gray">
          <a:xfrm>
            <a:off x="8220075" y="622935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5086C2">
              <a:alpha val="3490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19863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181600" y="6477000"/>
            <a:ext cx="2895600" cy="23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1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7" name="AutoShape 23"/>
          <p:cNvSpPr>
            <a:spLocks noChangeArrowheads="1"/>
          </p:cNvSpPr>
          <p:nvPr userDrawn="1"/>
        </p:nvSpPr>
        <p:spPr bwMode="gray">
          <a:xfrm>
            <a:off x="169863" y="436563"/>
            <a:ext cx="473075" cy="419100"/>
          </a:xfrm>
          <a:prstGeom prst="hexagon">
            <a:avLst>
              <a:gd name="adj" fmla="val 30000"/>
              <a:gd name="vf" fmla="val 115470"/>
            </a:avLst>
          </a:prstGeom>
          <a:solidFill>
            <a:schemeClr val="tx1">
              <a:lumMod val="40000"/>
              <a:lumOff val="60000"/>
            </a:schemeClr>
          </a:solid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56796" dir="1593903" algn="ctr" rotWithShape="0">
              <a:srgbClr val="666633">
                <a:alpha val="50000"/>
              </a:srgb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VC</a:t>
            </a:r>
          </a:p>
        </p:txBody>
      </p:sp>
      <p:sp>
        <p:nvSpPr>
          <p:cNvPr id="1035" name="AutoShape 24"/>
          <p:cNvSpPr>
            <a:spLocks noChangeArrowheads="1"/>
          </p:cNvSpPr>
          <p:nvPr userDrawn="1"/>
        </p:nvSpPr>
        <p:spPr bwMode="gray">
          <a:xfrm>
            <a:off x="517525" y="228600"/>
            <a:ext cx="473075" cy="419100"/>
          </a:xfrm>
          <a:prstGeom prst="hexagon">
            <a:avLst>
              <a:gd name="adj" fmla="val 30002"/>
              <a:gd name="vf" fmla="val 115470"/>
            </a:avLst>
          </a:prstGeom>
          <a:solidFill>
            <a:srgbClr val="FFC000"/>
          </a:solid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56796" dir="1593903" algn="ctr" rotWithShape="0">
              <a:srgbClr val="666633">
                <a:alpha val="50000"/>
              </a:srgbClr>
            </a:outerShdw>
          </a:effectLst>
        </p:spPr>
        <p:txBody>
          <a:bodyPr wrap="none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&amp;</a:t>
            </a:r>
          </a:p>
        </p:txBody>
      </p:sp>
      <p:sp>
        <p:nvSpPr>
          <p:cNvPr id="1036" name="AutoShape 25"/>
          <p:cNvSpPr>
            <a:spLocks noChangeArrowheads="1"/>
          </p:cNvSpPr>
          <p:nvPr userDrawn="1"/>
        </p:nvSpPr>
        <p:spPr bwMode="gray">
          <a:xfrm>
            <a:off x="517525" y="647700"/>
            <a:ext cx="473075" cy="419100"/>
          </a:xfrm>
          <a:prstGeom prst="hexagon">
            <a:avLst>
              <a:gd name="adj" fmla="val 30002"/>
              <a:gd name="vf" fmla="val 115470"/>
            </a:avLst>
          </a:prstGeom>
          <a:solidFill>
            <a:srgbClr val="FF99FF"/>
          </a:solid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56796" dir="1593903" algn="ctr" rotWithShape="0">
              <a:srgbClr val="666633">
                <a:alpha val="50000"/>
              </a:srgbClr>
            </a:outerShdw>
          </a:effectLst>
        </p:spPr>
        <p:txBody>
          <a:bodyPr wrap="none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BB</a:t>
            </a:r>
            <a:endParaRPr lang="en-US" sz="1600" b="1" baseline="30000">
              <a:solidFill>
                <a:schemeClr val="bg1"/>
              </a:solidFill>
            </a:endParaRPr>
          </a:p>
        </p:txBody>
      </p:sp>
      <p:sp>
        <p:nvSpPr>
          <p:cNvPr id="1037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1143000" y="381000"/>
            <a:ext cx="67056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7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53DFE3AD-9B39-4CB9-A457-801AA727A52A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 b="1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Tahoma" pitchFamily="34" charset="0"/>
          <a:cs typeface="Tahoma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Tahoma" pitchFamily="34" charset="0"/>
          <a:cs typeface="Tahoma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ahoma" pitchFamily="34" charset="0"/>
          <a:cs typeface="Tahoma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ahoma" pitchFamily="34" charset="0"/>
          <a:cs typeface="Tahoma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slide" Target="slide4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slide" Target="slide4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endParaRPr lang="en-US" smtClean="0">
              <a:latin typeface="Arial" charset="0"/>
              <a:cs typeface="Arial" charset="0"/>
            </a:endParaRPr>
          </a:p>
          <a:p>
            <a:pPr algn="ctr" eaLnBrk="1" hangingPunct="1">
              <a:buFont typeface="Wingdings" pitchFamily="2" charset="2"/>
              <a:buNone/>
            </a:pPr>
            <a:endParaRPr lang="en-US" smtClean="0">
              <a:latin typeface="Arial" charset="0"/>
              <a:cs typeface="Arial" charset="0"/>
            </a:endParaRPr>
          </a:p>
          <a:p>
            <a:pPr algn="ctr" eaLnBrk="1" hangingPunct="1">
              <a:buFont typeface="Wingdings" pitchFamily="2" charset="2"/>
              <a:buNone/>
            </a:pPr>
            <a:r>
              <a:rPr lang="en-US" sz="3200" smtClean="0">
                <a:latin typeface="Arial" charset="0"/>
                <a:cs typeface="Arial" charset="0"/>
              </a:rPr>
              <a:t>Nhập môn Lập trình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sz="3200" smtClean="0">
                <a:latin typeface="Arial" charset="0"/>
                <a:cs typeface="Arial" charset="0"/>
              </a:rPr>
              <a:t>MẢNG 1 CHIỀU</a:t>
            </a:r>
          </a:p>
        </p:txBody>
      </p:sp>
      <p:sp>
        <p:nvSpPr>
          <p:cNvPr id="1536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smtClean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536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142212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Nội dung</a:t>
            </a:r>
          </a:p>
        </p:txBody>
      </p:sp>
      <p:sp>
        <p:nvSpPr>
          <p:cNvPr id="1638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grpSp>
        <p:nvGrpSpPr>
          <p:cNvPr id="16388" name="Group 46"/>
          <p:cNvGrpSpPr>
            <a:grpSpLocks/>
          </p:cNvGrpSpPr>
          <p:nvPr/>
        </p:nvGrpSpPr>
        <p:grpSpPr bwMode="auto">
          <a:xfrm>
            <a:off x="2133600" y="1905000"/>
            <a:ext cx="4724400" cy="685800"/>
            <a:chOff x="1296" y="1824"/>
            <a:chExt cx="2976" cy="432"/>
          </a:xfrm>
        </p:grpSpPr>
        <p:sp>
          <p:nvSpPr>
            <p:cNvPr id="6" name="AutoShape 47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7" name="AutoShape 48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6406" name="Text Box 49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b="1">
                  <a:solidFill>
                    <a:srgbClr val="000000"/>
                  </a:solidFill>
                </a:rPr>
                <a:t>Khái niệm</a:t>
              </a:r>
            </a:p>
          </p:txBody>
        </p:sp>
        <p:sp>
          <p:nvSpPr>
            <p:cNvPr id="16407" name="Text Box 50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240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6389" name="Group 51"/>
          <p:cNvGrpSpPr>
            <a:grpSpLocks/>
          </p:cNvGrpSpPr>
          <p:nvPr/>
        </p:nvGrpSpPr>
        <p:grpSpPr bwMode="auto">
          <a:xfrm>
            <a:off x="2133600" y="2743200"/>
            <a:ext cx="4724400" cy="685800"/>
            <a:chOff x="1296" y="1824"/>
            <a:chExt cx="2976" cy="432"/>
          </a:xfrm>
        </p:grpSpPr>
        <p:sp>
          <p:nvSpPr>
            <p:cNvPr id="11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gamma/>
                    <a:tint val="21176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2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6402" name="Text Box 54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b="1">
                  <a:solidFill>
                    <a:srgbClr val="000000"/>
                  </a:solidFill>
                </a:rPr>
                <a:t>Khai báo</a:t>
              </a:r>
            </a:p>
          </p:txBody>
        </p:sp>
        <p:sp>
          <p:nvSpPr>
            <p:cNvPr id="16403" name="Text Box 55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240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6390" name="Group 56"/>
          <p:cNvGrpSpPr>
            <a:grpSpLocks/>
          </p:cNvGrpSpPr>
          <p:nvPr/>
        </p:nvGrpSpPr>
        <p:grpSpPr bwMode="auto">
          <a:xfrm>
            <a:off x="2133600" y="3581400"/>
            <a:ext cx="4724400" cy="685800"/>
            <a:chOff x="1296" y="1824"/>
            <a:chExt cx="2976" cy="432"/>
          </a:xfrm>
        </p:grpSpPr>
        <p:sp>
          <p:nvSpPr>
            <p:cNvPr id="16" name="AutoShape 57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tx2">
                    <a:gamma/>
                    <a:tint val="21176"/>
                    <a:invGamma/>
                  </a:schemeClr>
                </a:gs>
                <a:gs pos="100000">
                  <a:schemeClr val="tx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7" name="AutoShape 58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6398" name="Text Box 59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b="1">
                  <a:solidFill>
                    <a:srgbClr val="000000"/>
                  </a:solidFill>
                </a:rPr>
                <a:t>Truy xuất dữ liệu kiểu mảng</a:t>
              </a:r>
            </a:p>
          </p:txBody>
        </p:sp>
        <p:sp>
          <p:nvSpPr>
            <p:cNvPr id="16399" name="Text Box 60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240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6391" name="Group 61"/>
          <p:cNvGrpSpPr>
            <a:grpSpLocks/>
          </p:cNvGrpSpPr>
          <p:nvPr/>
        </p:nvGrpSpPr>
        <p:grpSpPr bwMode="auto">
          <a:xfrm>
            <a:off x="2133600" y="4495800"/>
            <a:ext cx="4724400" cy="685800"/>
            <a:chOff x="1296" y="1824"/>
            <a:chExt cx="2976" cy="432"/>
          </a:xfrm>
        </p:grpSpPr>
        <p:sp>
          <p:nvSpPr>
            <p:cNvPr id="21" name="AutoShape 6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folHlink">
                    <a:gamma/>
                    <a:tint val="21176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2" name="AutoShape 6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fol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6394" name="Text Box 64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b="1">
                  <a:solidFill>
                    <a:srgbClr val="000000"/>
                  </a:solidFill>
                </a:rPr>
                <a:t>Một số bài toán trên mảng 1 chiều</a:t>
              </a:r>
            </a:p>
          </p:txBody>
        </p:sp>
        <p:sp>
          <p:nvSpPr>
            <p:cNvPr id="16395" name="Text Box 65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2400">
                  <a:solidFill>
                    <a:schemeClr val="bg1"/>
                  </a:solidFill>
                </a:rPr>
                <a:t>4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Đặt vấn </a:t>
            </a:r>
            <a:r>
              <a:rPr lang="vi-VN" smtClean="0"/>
              <a:t>đề</a:t>
            </a:r>
            <a:endParaRPr 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 lvl="1" eaLnBrk="1" hangingPunct="1">
              <a:defRPr/>
            </a:pPr>
            <a:r>
              <a:rPr lang="en-US" smtClean="0"/>
              <a:t>Ch</a:t>
            </a:r>
            <a:r>
              <a:rPr lang="vi-VN" smtClean="0"/>
              <a:t>ươ</a:t>
            </a:r>
            <a:r>
              <a:rPr lang="en-US" smtClean="0"/>
              <a:t>ng trình cần l</a:t>
            </a:r>
            <a:r>
              <a:rPr lang="vi-VN" smtClean="0"/>
              <a:t>ư</a:t>
            </a:r>
            <a:r>
              <a:rPr lang="en-US" smtClean="0"/>
              <a:t>u trữ </a:t>
            </a:r>
            <a:r>
              <a:rPr lang="en-US" smtClean="0">
                <a:solidFill>
                  <a:srgbClr val="FF0000"/>
                </a:solidFill>
              </a:rPr>
              <a:t>3</a:t>
            </a:r>
            <a:r>
              <a:rPr lang="en-US" smtClean="0"/>
              <a:t> số nguyên?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smtClean="0"/>
              <a:t>	=&gt; Khai báo </a:t>
            </a:r>
            <a:r>
              <a:rPr lang="en-US" smtClean="0">
                <a:solidFill>
                  <a:srgbClr val="FF0000"/>
                </a:solidFill>
              </a:rPr>
              <a:t>3</a:t>
            </a:r>
            <a:r>
              <a:rPr lang="en-US" smtClean="0"/>
              <a:t> biến </a:t>
            </a:r>
            <a:r>
              <a:rPr lang="en-US" smtClean="0">
                <a:solidFill>
                  <a:srgbClr val="FF0000"/>
                </a:solidFill>
              </a:rPr>
              <a:t>int a1, a2, a3;</a:t>
            </a:r>
          </a:p>
          <a:p>
            <a:pPr lvl="1" eaLnBrk="1" hangingPunct="1">
              <a:defRPr/>
            </a:pPr>
            <a:r>
              <a:rPr lang="en-US" smtClean="0"/>
              <a:t>Ch</a:t>
            </a:r>
            <a:r>
              <a:rPr lang="vi-VN" smtClean="0"/>
              <a:t>ươ</a:t>
            </a:r>
            <a:r>
              <a:rPr lang="en-US" smtClean="0"/>
              <a:t>ng trình cần l</a:t>
            </a:r>
            <a:r>
              <a:rPr lang="vi-VN" smtClean="0"/>
              <a:t>ư</a:t>
            </a:r>
            <a:r>
              <a:rPr lang="en-US" smtClean="0"/>
              <a:t>u trữ </a:t>
            </a:r>
            <a:r>
              <a:rPr lang="en-US" smtClean="0">
                <a:solidFill>
                  <a:srgbClr val="FF0000"/>
                </a:solidFill>
              </a:rPr>
              <a:t>100</a:t>
            </a:r>
            <a:r>
              <a:rPr lang="en-US" smtClean="0"/>
              <a:t> số nguyên?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smtClean="0"/>
              <a:t>	=&gt; Khai báo </a:t>
            </a:r>
            <a:r>
              <a:rPr lang="en-US" smtClean="0">
                <a:solidFill>
                  <a:srgbClr val="FF0000"/>
                </a:solidFill>
              </a:rPr>
              <a:t>100</a:t>
            </a:r>
            <a:r>
              <a:rPr lang="en-US" smtClean="0"/>
              <a:t> biến kiểu số nguyên!</a:t>
            </a:r>
          </a:p>
          <a:p>
            <a:pPr lvl="1" eaLnBrk="1" hangingPunct="1">
              <a:defRPr/>
            </a:pPr>
            <a:r>
              <a:rPr lang="en-US" smtClean="0"/>
              <a:t>Ng</a:t>
            </a:r>
            <a:r>
              <a:rPr lang="vi-VN" smtClean="0"/>
              <a:t>ườ</a:t>
            </a:r>
            <a:r>
              <a:rPr lang="en-US" smtClean="0"/>
              <a:t>i dùng muốn nhập </a:t>
            </a:r>
            <a:r>
              <a:rPr lang="en-US" smtClean="0">
                <a:solidFill>
                  <a:srgbClr val="FF0000"/>
                </a:solidFill>
              </a:rPr>
              <a:t>n</a:t>
            </a:r>
            <a:r>
              <a:rPr lang="en-US" smtClean="0"/>
              <a:t> số nguyên?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smtClean="0"/>
              <a:t>	=&gt; Không thực hiện </a:t>
            </a:r>
            <a:r>
              <a:rPr lang="vi-VN" smtClean="0"/>
              <a:t>đượ</a:t>
            </a:r>
            <a:r>
              <a:rPr lang="en-US" smtClean="0"/>
              <a:t>c!</a:t>
            </a:r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Giải pháp</a:t>
            </a:r>
          </a:p>
          <a:p>
            <a:pPr lvl="1" eaLnBrk="1" hangingPunct="1">
              <a:defRPr/>
            </a:pPr>
            <a:r>
              <a:rPr lang="en-US" smtClean="0"/>
              <a:t>Kiểu dữ liệu mới cho phép </a:t>
            </a:r>
            <a:r>
              <a:rPr lang="en-US" smtClean="0">
                <a:solidFill>
                  <a:srgbClr val="FF0000"/>
                </a:solidFill>
              </a:rPr>
              <a:t>l</a:t>
            </a:r>
            <a:r>
              <a:rPr lang="vi-VN" smtClean="0">
                <a:solidFill>
                  <a:srgbClr val="FF0000"/>
                </a:solidFill>
              </a:rPr>
              <a:t>ư</a:t>
            </a:r>
            <a:r>
              <a:rPr lang="en-US" smtClean="0">
                <a:solidFill>
                  <a:srgbClr val="FF0000"/>
                </a:solidFill>
              </a:rPr>
              <a:t>u trữ một dãy</a:t>
            </a:r>
            <a:r>
              <a:rPr lang="en-US" smtClean="0"/>
              <a:t> các số nguyên và </a:t>
            </a:r>
            <a:r>
              <a:rPr lang="en-US" smtClean="0">
                <a:solidFill>
                  <a:srgbClr val="FF0000"/>
                </a:solidFill>
              </a:rPr>
              <a:t>dễ dàng truy xuất</a:t>
            </a:r>
            <a:r>
              <a:rPr lang="en-US" smtClean="0"/>
              <a:t>.</a:t>
            </a:r>
            <a:endParaRPr lang="en-US"/>
          </a:p>
        </p:txBody>
      </p:sp>
      <p:sp>
        <p:nvSpPr>
          <p:cNvPr id="1741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Dữ liệu kiểu mảng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Khái niệm</a:t>
            </a:r>
          </a:p>
          <a:p>
            <a:pPr lvl="1" eaLnBrk="1" hangingPunct="1">
              <a:defRPr/>
            </a:pPr>
            <a:r>
              <a:rPr lang="en-US" smtClean="0"/>
              <a:t>Là một </a:t>
            </a:r>
            <a:r>
              <a:rPr lang="en-US" smtClean="0">
                <a:solidFill>
                  <a:srgbClr val="FF0000"/>
                </a:solidFill>
              </a:rPr>
              <a:t>kiểu dữ liệu có cấu trúc</a:t>
            </a:r>
            <a:r>
              <a:rPr lang="en-US" smtClean="0"/>
              <a:t> do người lập trình định nghĩa.</a:t>
            </a:r>
          </a:p>
          <a:p>
            <a:pPr lvl="1" eaLnBrk="1" hangingPunct="1">
              <a:defRPr/>
            </a:pPr>
            <a:r>
              <a:rPr lang="en-US" smtClean="0"/>
              <a:t>Biểu diễn một </a:t>
            </a:r>
            <a:r>
              <a:rPr lang="en-US" smtClean="0">
                <a:solidFill>
                  <a:srgbClr val="FF0000"/>
                </a:solidFill>
              </a:rPr>
              <a:t>dãy các biến có cùng kiểu</a:t>
            </a:r>
            <a:r>
              <a:rPr lang="en-US" smtClean="0"/>
              <a:t>. Ví dụ: dãy các số nguyên, dãy các ký tự…</a:t>
            </a:r>
          </a:p>
          <a:p>
            <a:pPr lvl="1" eaLnBrk="1" hangingPunct="1">
              <a:defRPr/>
            </a:pPr>
            <a:r>
              <a:rPr lang="en-US" smtClean="0"/>
              <a:t>Kích thước được </a:t>
            </a:r>
            <a:r>
              <a:rPr lang="en-US" smtClean="0">
                <a:solidFill>
                  <a:srgbClr val="FF0000"/>
                </a:solidFill>
              </a:rPr>
              <a:t>xác định ngay khi khai báo</a:t>
            </a:r>
            <a:r>
              <a:rPr lang="en-US" smtClean="0"/>
              <a:t> và </a:t>
            </a:r>
            <a:r>
              <a:rPr lang="en-US" smtClean="0">
                <a:solidFill>
                  <a:srgbClr val="FF0000"/>
                </a:solidFill>
              </a:rPr>
              <a:t>không bao giờ thay đổi</a:t>
            </a:r>
            <a:r>
              <a:rPr lang="en-US" smtClean="0"/>
              <a:t>.</a:t>
            </a:r>
          </a:p>
          <a:p>
            <a:pPr lvl="1" eaLnBrk="1" hangingPunct="1">
              <a:defRPr/>
            </a:pPr>
            <a:r>
              <a:rPr lang="en-US" smtClean="0"/>
              <a:t>NNLT C luôn chỉ định </a:t>
            </a:r>
            <a:r>
              <a:rPr lang="en-US" smtClean="0">
                <a:solidFill>
                  <a:srgbClr val="FF0000"/>
                </a:solidFill>
              </a:rPr>
              <a:t>một khối nhớ liên tục</a:t>
            </a:r>
            <a:r>
              <a:rPr lang="en-US" smtClean="0"/>
              <a:t> cho một biến kiểu mảng.</a:t>
            </a:r>
            <a:endParaRPr lang="en-US"/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001000" cy="563563"/>
          </a:xfrm>
        </p:spPr>
        <p:txBody>
          <a:bodyPr/>
          <a:lstStyle/>
          <a:p>
            <a:pPr eaLnBrk="1" hangingPunct="1"/>
            <a:r>
              <a:rPr lang="en-US" smtClean="0"/>
              <a:t>Khai báo biến mảng (t</a:t>
            </a:r>
            <a:r>
              <a:rPr lang="vi-VN" smtClean="0"/>
              <a:t>ườ</a:t>
            </a:r>
            <a:r>
              <a:rPr lang="en-US" smtClean="0"/>
              <a:t>ng minh)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686800" cy="4800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ườ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 minh</a:t>
            </a:r>
          </a:p>
          <a:p>
            <a:pPr eaLnBrk="1" hangingPunct="1">
              <a:defRPr/>
            </a:pPr>
            <a:endParaRPr lang="en-US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L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u ý</a:t>
            </a:r>
          </a:p>
          <a:p>
            <a:pPr lvl="1" eaLnBrk="1" hangingPunct="1">
              <a:defRPr/>
            </a:pPr>
            <a:r>
              <a:rPr lang="en-US" sz="2400" smtClean="0"/>
              <a:t>Phải </a:t>
            </a:r>
            <a:r>
              <a:rPr lang="en-US" sz="2400" smtClean="0">
                <a:solidFill>
                  <a:srgbClr val="FF0000"/>
                </a:solidFill>
              </a:rPr>
              <a:t>xác </a:t>
            </a:r>
            <a:r>
              <a:rPr lang="vi-VN" sz="2400" smtClean="0">
                <a:solidFill>
                  <a:srgbClr val="FF0000"/>
                </a:solidFill>
              </a:rPr>
              <a:t>đị</a:t>
            </a:r>
            <a:r>
              <a:rPr lang="en-US" sz="2400" smtClean="0">
                <a:solidFill>
                  <a:srgbClr val="FF0000"/>
                </a:solidFill>
              </a:rPr>
              <a:t>nh &lt;số phần tử&gt; cụ thể</a:t>
            </a:r>
            <a:r>
              <a:rPr lang="en-US" sz="2400" smtClean="0"/>
              <a:t> (</a:t>
            </a:r>
            <a:r>
              <a:rPr lang="en-US" sz="2400" smtClean="0">
                <a:solidFill>
                  <a:srgbClr val="FF0000"/>
                </a:solidFill>
              </a:rPr>
              <a:t>hằng</a:t>
            </a:r>
            <a:r>
              <a:rPr lang="en-US" sz="2400" smtClean="0"/>
              <a:t>) khi khai báo.</a:t>
            </a:r>
          </a:p>
          <a:p>
            <a:pPr lvl="1" eaLnBrk="1" hangingPunct="1">
              <a:defRPr/>
            </a:pPr>
            <a:r>
              <a:rPr lang="en-US" sz="2400" smtClean="0"/>
              <a:t>Một dãy liên tục có chỉ số từ </a:t>
            </a:r>
            <a:r>
              <a:rPr lang="en-US" sz="2400" smtClean="0">
                <a:solidFill>
                  <a:srgbClr val="FF0000"/>
                </a:solidFill>
              </a:rPr>
              <a:t>0</a:t>
            </a:r>
            <a:r>
              <a:rPr lang="en-US" sz="2400" smtClean="0"/>
              <a:t> </a:t>
            </a:r>
            <a:r>
              <a:rPr lang="vi-VN" sz="2400" smtClean="0"/>
              <a:t>đế</a:t>
            </a:r>
            <a:r>
              <a:rPr lang="en-US" sz="2400" smtClean="0"/>
              <a:t>n </a:t>
            </a:r>
            <a:r>
              <a:rPr lang="en-US" sz="2400" smtClean="0">
                <a:solidFill>
                  <a:srgbClr val="FF0000"/>
                </a:solidFill>
              </a:rPr>
              <a:t>&lt;tổng số phần tử&gt;-1</a:t>
            </a:r>
          </a:p>
        </p:txBody>
      </p:sp>
      <p:sp>
        <p:nvSpPr>
          <p:cNvPr id="1946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52400" cy="4191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133600"/>
            <a:ext cx="8305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&lt;kiểu c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ơ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sở&gt; &lt;tên biến mảng&gt;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&lt;số phần tử</a:t>
            </a:r>
            <a:r>
              <a:rPr lang="en-US" sz="2000" b="1" smtClean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0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000" b="1" smtClean="0">
                <a:latin typeface="Courier New" pitchFamily="49" charset="0"/>
                <a:cs typeface="Courier New" pitchFamily="49" charset="0"/>
              </a:rPr>
              <a:t>;</a:t>
            </a:r>
            <a:endParaRPr lang="en-US" sz="2000" b="1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001000" cy="563563"/>
          </a:xfrm>
        </p:spPr>
        <p:txBody>
          <a:bodyPr/>
          <a:lstStyle/>
          <a:p>
            <a:pPr eaLnBrk="1" hangingPunct="1"/>
            <a:r>
              <a:rPr lang="en-US" smtClean="0"/>
              <a:t>Khai báo biến mảng (t</a:t>
            </a:r>
            <a:r>
              <a:rPr lang="vi-VN" smtClean="0"/>
              <a:t>ườ</a:t>
            </a:r>
            <a:r>
              <a:rPr lang="en-US" smtClean="0"/>
              <a:t>ng minh)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686800" cy="4800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  <a:endParaRPr lang="en-US" sz="2400" smtClean="0"/>
          </a:p>
        </p:txBody>
      </p:sp>
      <p:sp>
        <p:nvSpPr>
          <p:cNvPr id="2048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52400" cy="53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133600"/>
            <a:ext cx="8305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Mang1Chieu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gray">
          <a:xfrm>
            <a:off x="2667000" y="3048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gray">
          <a:xfrm>
            <a:off x="3124200" y="3048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gray">
          <a:xfrm>
            <a:off x="3581400" y="3048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4038600" y="3048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3" name="AutoShape 6"/>
          <p:cNvSpPr>
            <a:spLocks noChangeArrowheads="1"/>
          </p:cNvSpPr>
          <p:nvPr/>
        </p:nvSpPr>
        <p:spPr bwMode="gray">
          <a:xfrm>
            <a:off x="4495800" y="3048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gray">
          <a:xfrm>
            <a:off x="5867400" y="3048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gray">
          <a:xfrm>
            <a:off x="6324600" y="3048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gray">
          <a:xfrm>
            <a:off x="6781800" y="3048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gray">
          <a:xfrm>
            <a:off x="4953000" y="3048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gray">
          <a:xfrm>
            <a:off x="5410200" y="3048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gray">
          <a:xfrm>
            <a:off x="2667000" y="2590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</a:t>
            </a:r>
            <a:endParaRPr lang="en-US" baseline="30000"/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gray">
          <a:xfrm>
            <a:off x="3124200" y="2590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</a:t>
            </a:r>
            <a:endParaRPr lang="en-US" baseline="30000"/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3581400" y="2590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</a:t>
            </a:r>
            <a:endParaRPr lang="en-US" baseline="30000"/>
          </a:p>
        </p:txBody>
      </p:sp>
      <p:sp>
        <p:nvSpPr>
          <p:cNvPr id="22" name="AutoShape 6"/>
          <p:cNvSpPr>
            <a:spLocks noChangeArrowheads="1"/>
          </p:cNvSpPr>
          <p:nvPr/>
        </p:nvSpPr>
        <p:spPr bwMode="gray">
          <a:xfrm>
            <a:off x="4038600" y="2590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3</a:t>
            </a:r>
            <a:endParaRPr lang="en-US" baseline="30000"/>
          </a:p>
        </p:txBody>
      </p:sp>
      <p:sp>
        <p:nvSpPr>
          <p:cNvPr id="23" name="AutoShape 6"/>
          <p:cNvSpPr>
            <a:spLocks noChangeArrowheads="1"/>
          </p:cNvSpPr>
          <p:nvPr/>
        </p:nvSpPr>
        <p:spPr bwMode="gray">
          <a:xfrm>
            <a:off x="4495800" y="2590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4</a:t>
            </a:r>
            <a:endParaRPr lang="en-US" baseline="30000"/>
          </a:p>
        </p:txBody>
      </p:sp>
      <p:sp>
        <p:nvSpPr>
          <p:cNvPr id="24" name="AutoShape 6"/>
          <p:cNvSpPr>
            <a:spLocks noChangeArrowheads="1"/>
          </p:cNvSpPr>
          <p:nvPr/>
        </p:nvSpPr>
        <p:spPr bwMode="gray">
          <a:xfrm>
            <a:off x="5867400" y="2590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7</a:t>
            </a:r>
            <a:endParaRPr lang="en-US" baseline="30000"/>
          </a:p>
        </p:txBody>
      </p:sp>
      <p:sp>
        <p:nvSpPr>
          <p:cNvPr id="25" name="AutoShape 6"/>
          <p:cNvSpPr>
            <a:spLocks noChangeArrowheads="1"/>
          </p:cNvSpPr>
          <p:nvPr/>
        </p:nvSpPr>
        <p:spPr bwMode="gray">
          <a:xfrm>
            <a:off x="6324600" y="2590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8</a:t>
            </a:r>
            <a:endParaRPr lang="en-US" baseline="30000"/>
          </a:p>
        </p:txBody>
      </p:sp>
      <p:sp>
        <p:nvSpPr>
          <p:cNvPr id="26" name="AutoShape 6"/>
          <p:cNvSpPr>
            <a:spLocks noChangeArrowheads="1"/>
          </p:cNvSpPr>
          <p:nvPr/>
        </p:nvSpPr>
        <p:spPr bwMode="gray">
          <a:xfrm>
            <a:off x="4953000" y="2590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5</a:t>
            </a:r>
            <a:endParaRPr lang="en-US" baseline="30000"/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gray">
          <a:xfrm>
            <a:off x="5410200" y="2590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6</a:t>
            </a:r>
            <a:endParaRPr lang="en-US" baseline="30000"/>
          </a:p>
        </p:txBody>
      </p:sp>
      <p:sp>
        <p:nvSpPr>
          <p:cNvPr id="28" name="AutoShape 6"/>
          <p:cNvSpPr>
            <a:spLocks noChangeArrowheads="1"/>
          </p:cNvSpPr>
          <p:nvPr/>
        </p:nvSpPr>
        <p:spPr bwMode="gray">
          <a:xfrm>
            <a:off x="6781800" y="2590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9</a:t>
            </a:r>
            <a:endParaRPr lang="en-US" baseline="30000"/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609600" y="3124200"/>
            <a:ext cx="1828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Mang1Chieu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001000" cy="563563"/>
          </a:xfrm>
        </p:spPr>
        <p:txBody>
          <a:bodyPr/>
          <a:lstStyle/>
          <a:p>
            <a:pPr eaLnBrk="1" hangingPunct="1"/>
            <a:r>
              <a:rPr lang="en-US" smtClean="0"/>
              <a:t>Khai báo biến mảng (kô t</a:t>
            </a:r>
            <a:r>
              <a:rPr lang="vi-VN" smtClean="0"/>
              <a:t>ườ</a:t>
            </a:r>
            <a:r>
              <a:rPr lang="en-US" smtClean="0"/>
              <a:t>ng minh)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Cú pháp</a:t>
            </a:r>
          </a:p>
          <a:p>
            <a:pPr lvl="1" eaLnBrk="1" hangingPunct="1">
              <a:defRPr/>
            </a:pPr>
            <a:r>
              <a:rPr lang="en-US" smtClean="0"/>
              <a:t>Không t</a:t>
            </a:r>
            <a:r>
              <a:rPr lang="vi-VN" smtClean="0"/>
              <a:t>ườ</a:t>
            </a:r>
            <a:r>
              <a:rPr lang="en-US" smtClean="0"/>
              <a:t>ng minh (thông qua khai báo kiểu)</a:t>
            </a:r>
          </a:p>
          <a:p>
            <a:pPr lvl="1"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  <a:endParaRPr lang="en-US" smtClean="0"/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590799"/>
            <a:ext cx="152400" cy="109186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667000"/>
            <a:ext cx="83058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&lt;kiểu c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ơ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sở&gt; &lt;tên kiểu mảng&gt;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&lt;số phần tử&gt;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&lt;tên kiểu mảng&gt; &lt;tên biến mảng&gt;;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724400"/>
            <a:ext cx="152400" cy="101566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838200" y="4724400"/>
            <a:ext cx="83058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typedef int Mang1Chieu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Mang1Chieu m1, m2, m3</a:t>
            </a:r>
            <a:r>
              <a:rPr lang="en-US" sz="2000" b="1" smtClean="0">
                <a:latin typeface="Courier New" pitchFamily="49" charset="0"/>
                <a:cs typeface="Courier New" pitchFamily="49" charset="0"/>
              </a:rPr>
              <a:t>;</a:t>
            </a:r>
            <a:endParaRPr lang="en-US" sz="2000" b="1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1" grpId="0" animBg="1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Số phần tử của mảng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382000" cy="4800600"/>
          </a:xfrm>
        </p:spPr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Không </a:t>
            </a:r>
            <a:r>
              <a:rPr lang="vi-VN" smtClean="0">
                <a:latin typeface="Arial" charset="0"/>
                <a:cs typeface="Arial" charset="0"/>
              </a:rPr>
              <a:t>đượ</a:t>
            </a:r>
            <a:r>
              <a:rPr lang="en-US" smtClean="0">
                <a:latin typeface="Arial" charset="0"/>
                <a:cs typeface="Arial" charset="0"/>
              </a:rPr>
              <a:t>c sử dụng biến để khai báo số phần tử của mảng</a:t>
            </a:r>
          </a:p>
          <a:p>
            <a:pPr eaLnBrk="1" hangingPunct="1"/>
            <a:endParaRPr 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Nên sử dụng chỉ thị tiền xử lý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#define</a:t>
            </a:r>
            <a:r>
              <a:rPr lang="en-US" smtClean="0">
                <a:latin typeface="Arial" charset="0"/>
                <a:cs typeface="Arial" charset="0"/>
              </a:rPr>
              <a:t> </a:t>
            </a:r>
            <a:r>
              <a:rPr lang="vi-VN" smtClean="0">
                <a:latin typeface="Arial" charset="0"/>
                <a:cs typeface="Arial" charset="0"/>
              </a:rPr>
              <a:t>để</a:t>
            </a:r>
            <a:r>
              <a:rPr lang="en-US" smtClean="0">
                <a:latin typeface="Arial" charset="0"/>
                <a:cs typeface="Arial" charset="0"/>
              </a:rPr>
              <a:t> </a:t>
            </a:r>
            <a:r>
              <a:rPr lang="vi-VN" smtClean="0">
                <a:latin typeface="Arial" charset="0"/>
                <a:cs typeface="Arial" charset="0"/>
              </a:rPr>
              <a:t>đị</a:t>
            </a:r>
            <a:r>
              <a:rPr lang="en-US" smtClean="0">
                <a:latin typeface="Arial" charset="0"/>
                <a:cs typeface="Arial" charset="0"/>
              </a:rPr>
              <a:t>nh nghĩa số phần tử mảng</a:t>
            </a:r>
          </a:p>
          <a:p>
            <a:pPr eaLnBrk="1" hangingPunct="1"/>
            <a:endParaRPr lang="en-US" smtClean="0">
              <a:latin typeface="Arial" charset="0"/>
              <a:cs typeface="Arial" charset="0"/>
            </a:endParaRPr>
          </a:p>
        </p:txBody>
      </p:sp>
      <p:sp>
        <p:nvSpPr>
          <p:cNvPr id="2253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533650"/>
            <a:ext cx="152400" cy="4762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571750"/>
            <a:ext cx="8305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n1 = 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int a[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14800"/>
            <a:ext cx="152400" cy="1371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4114800"/>
            <a:ext cx="83058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#define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n1 10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#define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n2 20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a[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];		// </a:t>
            </a:r>
            <a:r>
              <a:rPr lang="en-US" sz="2000" b="1">
                <a:latin typeface="Courier New" pitchFamily="49" charset="0"/>
                <a:cs typeface="Courier New" pitchFamily="49" charset="0"/>
                <a:sym typeface="Wingdings" pitchFamily="2" charset="2"/>
              </a:rPr>
              <a:t> 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int a[10];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b[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];	// </a:t>
            </a:r>
            <a:r>
              <a:rPr lang="en-US" sz="2000" b="1">
                <a:latin typeface="Courier New" pitchFamily="49" charset="0"/>
                <a:cs typeface="Courier New" pitchFamily="49" charset="0"/>
                <a:sym typeface="Wingdings" pitchFamily="2" charset="2"/>
              </a:rPr>
              <a:t> 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int b[10][20];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AutoShape 6"/>
          <p:cNvSpPr>
            <a:spLocks noChangeArrowheads="1"/>
          </p:cNvSpPr>
          <p:nvPr/>
        </p:nvSpPr>
        <p:spPr bwMode="gray">
          <a:xfrm>
            <a:off x="2667000" y="35814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gray">
          <a:xfrm>
            <a:off x="3581400" y="35814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28" name="AutoShape 6"/>
          <p:cNvSpPr>
            <a:spLocks noChangeArrowheads="1"/>
          </p:cNvSpPr>
          <p:nvPr/>
        </p:nvSpPr>
        <p:spPr bwMode="gray">
          <a:xfrm>
            <a:off x="4495800" y="35814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29" name="AutoShape 6"/>
          <p:cNvSpPr>
            <a:spLocks noChangeArrowheads="1"/>
          </p:cNvSpPr>
          <p:nvPr/>
        </p:nvSpPr>
        <p:spPr bwMode="gray">
          <a:xfrm>
            <a:off x="5410200" y="35814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23558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001000" cy="563563"/>
          </a:xfrm>
        </p:spPr>
        <p:txBody>
          <a:bodyPr/>
          <a:lstStyle/>
          <a:p>
            <a:pPr eaLnBrk="1" hangingPunct="1"/>
            <a:r>
              <a:rPr lang="en-US" smtClean="0"/>
              <a:t>Khởi tạo giá trị cho mảng lúc khai báo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Gồm các cách sau</a:t>
            </a:r>
          </a:p>
          <a:p>
            <a:pPr lvl="1" eaLnBrk="1" hangingPunct="1">
              <a:defRPr/>
            </a:pPr>
            <a:r>
              <a:rPr lang="en-US" smtClean="0"/>
              <a:t>Khởi tạo giá trị cho mọi phần tử của mảng</a:t>
            </a:r>
          </a:p>
          <a:p>
            <a:pPr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r>
              <a:rPr lang="en-US" smtClean="0"/>
              <a:t>Khởi tạo giá trị cho một số phần tử </a:t>
            </a:r>
            <a:r>
              <a:rPr lang="vi-VN" smtClean="0"/>
              <a:t>đầ</a:t>
            </a:r>
            <a:r>
              <a:rPr lang="en-US" smtClean="0"/>
              <a:t>u mảng</a:t>
            </a:r>
          </a:p>
        </p:txBody>
      </p:sp>
      <p:sp>
        <p:nvSpPr>
          <p:cNvPr id="2356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0600" y="2590800"/>
            <a:ext cx="152400" cy="53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143000" y="2667000"/>
            <a:ext cx="7315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a[4] = {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2912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1706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1506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1904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gray">
          <a:xfrm>
            <a:off x="2667000" y="35814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rgbClr val="FF0000"/>
                </a:solidFill>
              </a:rPr>
              <a:t>2912</a:t>
            </a:r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gray">
          <a:xfrm>
            <a:off x="3581400" y="35814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rgbClr val="FF0000"/>
                </a:solidFill>
              </a:rPr>
              <a:t>1706</a:t>
            </a:r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gray">
          <a:xfrm>
            <a:off x="4495800" y="35814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rgbClr val="FF0000"/>
                </a:solidFill>
              </a:rPr>
              <a:t>1506</a:t>
            </a:r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gray">
          <a:xfrm>
            <a:off x="5410200" y="35814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rgbClr val="FF0000"/>
                </a:solidFill>
              </a:rPr>
              <a:t>1904</a:t>
            </a:r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2667000" y="3124200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</a:t>
            </a:r>
            <a:endParaRPr lang="en-US" baseline="30000"/>
          </a:p>
        </p:txBody>
      </p:sp>
      <p:sp>
        <p:nvSpPr>
          <p:cNvPr id="22" name="AutoShape 6"/>
          <p:cNvSpPr>
            <a:spLocks noChangeArrowheads="1"/>
          </p:cNvSpPr>
          <p:nvPr/>
        </p:nvSpPr>
        <p:spPr bwMode="gray">
          <a:xfrm>
            <a:off x="3581400" y="3124200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</a:t>
            </a:r>
            <a:endParaRPr lang="en-US" baseline="30000"/>
          </a:p>
        </p:txBody>
      </p:sp>
      <p:sp>
        <p:nvSpPr>
          <p:cNvPr id="23" name="AutoShape 6"/>
          <p:cNvSpPr>
            <a:spLocks noChangeArrowheads="1"/>
          </p:cNvSpPr>
          <p:nvPr/>
        </p:nvSpPr>
        <p:spPr bwMode="gray">
          <a:xfrm>
            <a:off x="4495800" y="3124200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</a:t>
            </a:r>
            <a:endParaRPr lang="en-US" baseline="30000"/>
          </a:p>
        </p:txBody>
      </p:sp>
      <p:sp>
        <p:nvSpPr>
          <p:cNvPr id="24" name="AutoShape 6"/>
          <p:cNvSpPr>
            <a:spLocks noChangeArrowheads="1"/>
          </p:cNvSpPr>
          <p:nvPr/>
        </p:nvSpPr>
        <p:spPr bwMode="gray">
          <a:xfrm>
            <a:off x="5410200" y="3124200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3</a:t>
            </a:r>
            <a:endParaRPr lang="en-US" baseline="30000"/>
          </a:p>
        </p:txBody>
      </p:sp>
      <p:sp>
        <p:nvSpPr>
          <p:cNvPr id="25" name="AutoShape 6"/>
          <p:cNvSpPr>
            <a:spLocks noChangeArrowheads="1"/>
          </p:cNvSpPr>
          <p:nvPr/>
        </p:nvSpPr>
        <p:spPr bwMode="gray">
          <a:xfrm>
            <a:off x="1752600" y="3581400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accent2"/>
                </a:solidFill>
              </a:rPr>
              <a:t>a</a:t>
            </a:r>
            <a:endParaRPr lang="en-US" baseline="30000">
              <a:solidFill>
                <a:schemeClr val="accent2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90600" y="4648200"/>
            <a:ext cx="152400" cy="53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1143000" y="4724400"/>
            <a:ext cx="7315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a[4] = {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2912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1706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32" name="AutoShape 6"/>
          <p:cNvSpPr>
            <a:spLocks noChangeArrowheads="1"/>
          </p:cNvSpPr>
          <p:nvPr/>
        </p:nvSpPr>
        <p:spPr bwMode="gray">
          <a:xfrm>
            <a:off x="2819400" y="57150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33" name="AutoShape 6"/>
          <p:cNvSpPr>
            <a:spLocks noChangeArrowheads="1"/>
          </p:cNvSpPr>
          <p:nvPr/>
        </p:nvSpPr>
        <p:spPr bwMode="gray">
          <a:xfrm>
            <a:off x="3733800" y="57150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34" name="AutoShape 6"/>
          <p:cNvSpPr>
            <a:spLocks noChangeArrowheads="1"/>
          </p:cNvSpPr>
          <p:nvPr/>
        </p:nvSpPr>
        <p:spPr bwMode="gray">
          <a:xfrm>
            <a:off x="4648200" y="57150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35" name="AutoShape 6"/>
          <p:cNvSpPr>
            <a:spLocks noChangeArrowheads="1"/>
          </p:cNvSpPr>
          <p:nvPr/>
        </p:nvSpPr>
        <p:spPr bwMode="gray">
          <a:xfrm>
            <a:off x="5562600" y="57150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36" name="AutoShape 6"/>
          <p:cNvSpPr>
            <a:spLocks noChangeArrowheads="1"/>
          </p:cNvSpPr>
          <p:nvPr/>
        </p:nvSpPr>
        <p:spPr bwMode="gray">
          <a:xfrm>
            <a:off x="2819400" y="57150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rgbClr val="FF0000"/>
                </a:solidFill>
              </a:rPr>
              <a:t>2912</a:t>
            </a:r>
          </a:p>
        </p:txBody>
      </p:sp>
      <p:sp>
        <p:nvSpPr>
          <p:cNvPr id="37" name="AutoShape 6"/>
          <p:cNvSpPr>
            <a:spLocks noChangeArrowheads="1"/>
          </p:cNvSpPr>
          <p:nvPr/>
        </p:nvSpPr>
        <p:spPr bwMode="gray">
          <a:xfrm>
            <a:off x="3733800" y="57150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rgbClr val="FF0000"/>
                </a:solidFill>
              </a:rPr>
              <a:t>1706</a:t>
            </a:r>
          </a:p>
        </p:txBody>
      </p:sp>
      <p:sp>
        <p:nvSpPr>
          <p:cNvPr id="38" name="AutoShape 6"/>
          <p:cNvSpPr>
            <a:spLocks noChangeArrowheads="1"/>
          </p:cNvSpPr>
          <p:nvPr/>
        </p:nvSpPr>
        <p:spPr bwMode="gray">
          <a:xfrm>
            <a:off x="4648200" y="57150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/>
              <a:t>0</a:t>
            </a:r>
          </a:p>
        </p:txBody>
      </p:sp>
      <p:sp>
        <p:nvSpPr>
          <p:cNvPr id="39" name="AutoShape 6"/>
          <p:cNvSpPr>
            <a:spLocks noChangeArrowheads="1"/>
          </p:cNvSpPr>
          <p:nvPr/>
        </p:nvSpPr>
        <p:spPr bwMode="gray">
          <a:xfrm>
            <a:off x="5562600" y="57150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/>
              <a:t>0</a:t>
            </a:r>
          </a:p>
        </p:txBody>
      </p:sp>
      <p:sp>
        <p:nvSpPr>
          <p:cNvPr id="40" name="AutoShape 6"/>
          <p:cNvSpPr>
            <a:spLocks noChangeArrowheads="1"/>
          </p:cNvSpPr>
          <p:nvPr/>
        </p:nvSpPr>
        <p:spPr bwMode="gray">
          <a:xfrm>
            <a:off x="2819400" y="5257800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</a:t>
            </a:r>
            <a:endParaRPr lang="en-US" baseline="30000"/>
          </a:p>
        </p:txBody>
      </p:sp>
      <p:sp>
        <p:nvSpPr>
          <p:cNvPr id="41" name="AutoShape 6"/>
          <p:cNvSpPr>
            <a:spLocks noChangeArrowheads="1"/>
          </p:cNvSpPr>
          <p:nvPr/>
        </p:nvSpPr>
        <p:spPr bwMode="gray">
          <a:xfrm>
            <a:off x="3733800" y="5257800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</a:t>
            </a:r>
            <a:endParaRPr lang="en-US" baseline="30000"/>
          </a:p>
        </p:txBody>
      </p:sp>
      <p:sp>
        <p:nvSpPr>
          <p:cNvPr id="42" name="AutoShape 6"/>
          <p:cNvSpPr>
            <a:spLocks noChangeArrowheads="1"/>
          </p:cNvSpPr>
          <p:nvPr/>
        </p:nvSpPr>
        <p:spPr bwMode="gray">
          <a:xfrm>
            <a:off x="4648200" y="5257800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</a:t>
            </a:r>
            <a:endParaRPr lang="en-US" baseline="30000"/>
          </a:p>
        </p:txBody>
      </p:sp>
      <p:sp>
        <p:nvSpPr>
          <p:cNvPr id="43" name="AutoShape 6"/>
          <p:cNvSpPr>
            <a:spLocks noChangeArrowheads="1"/>
          </p:cNvSpPr>
          <p:nvPr/>
        </p:nvSpPr>
        <p:spPr bwMode="gray">
          <a:xfrm>
            <a:off x="5562600" y="5257800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3</a:t>
            </a:r>
            <a:endParaRPr lang="en-US" baseline="30000"/>
          </a:p>
        </p:txBody>
      </p:sp>
      <p:sp>
        <p:nvSpPr>
          <p:cNvPr id="44" name="AutoShape 6"/>
          <p:cNvSpPr>
            <a:spLocks noChangeArrowheads="1"/>
          </p:cNvSpPr>
          <p:nvPr/>
        </p:nvSpPr>
        <p:spPr bwMode="gray">
          <a:xfrm>
            <a:off x="1905000" y="5715000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accent2"/>
                </a:solidFill>
              </a:rPr>
              <a:t>a</a:t>
            </a:r>
            <a:endParaRPr lang="en-US" baseline="3000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5" grpId="0" animBg="1"/>
      <p:bldP spid="6" grpId="0"/>
      <p:bldP spid="14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0" grpId="0" animBg="1"/>
      <p:bldP spid="31" grpId="0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AutoShape 6"/>
          <p:cNvSpPr>
            <a:spLocks noChangeArrowheads="1"/>
          </p:cNvSpPr>
          <p:nvPr/>
        </p:nvSpPr>
        <p:spPr bwMode="gray">
          <a:xfrm>
            <a:off x="2667000" y="35814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gray">
          <a:xfrm>
            <a:off x="3581400" y="35814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28" name="AutoShape 6"/>
          <p:cNvSpPr>
            <a:spLocks noChangeArrowheads="1"/>
          </p:cNvSpPr>
          <p:nvPr/>
        </p:nvSpPr>
        <p:spPr bwMode="gray">
          <a:xfrm>
            <a:off x="4495800" y="35814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29" name="AutoShape 6"/>
          <p:cNvSpPr>
            <a:spLocks noChangeArrowheads="1"/>
          </p:cNvSpPr>
          <p:nvPr/>
        </p:nvSpPr>
        <p:spPr bwMode="gray">
          <a:xfrm>
            <a:off x="5410200" y="35814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000"/>
          </a:p>
        </p:txBody>
      </p:sp>
      <p:sp>
        <p:nvSpPr>
          <p:cNvPr id="2458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001000" cy="563563"/>
          </a:xfrm>
        </p:spPr>
        <p:txBody>
          <a:bodyPr/>
          <a:lstStyle/>
          <a:p>
            <a:pPr eaLnBrk="1" hangingPunct="1"/>
            <a:r>
              <a:rPr lang="en-US" smtClean="0"/>
              <a:t>Khởi tạo giá trị cho mảng lúc khai báo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Gồm các cách sau</a:t>
            </a:r>
          </a:p>
          <a:p>
            <a:pPr lvl="1" eaLnBrk="1" hangingPunct="1">
              <a:defRPr/>
            </a:pPr>
            <a:r>
              <a:rPr lang="en-US" smtClean="0"/>
              <a:t>Khởi tạo giá trị </a:t>
            </a:r>
            <a:r>
              <a:rPr lang="en-US" smtClean="0">
                <a:solidFill>
                  <a:srgbClr val="FF0000"/>
                </a:solidFill>
              </a:rPr>
              <a:t>0</a:t>
            </a:r>
            <a:r>
              <a:rPr lang="en-US" smtClean="0"/>
              <a:t> cho mọi phần tử của mảng</a:t>
            </a:r>
          </a:p>
          <a:p>
            <a:pPr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r>
              <a:rPr lang="en-US" smtClean="0"/>
              <a:t>Tự </a:t>
            </a:r>
            <a:r>
              <a:rPr lang="vi-VN" smtClean="0"/>
              <a:t>độ</a:t>
            </a:r>
            <a:r>
              <a:rPr lang="en-US" smtClean="0"/>
              <a:t>ng xác </a:t>
            </a:r>
            <a:r>
              <a:rPr lang="vi-VN" smtClean="0"/>
              <a:t>đị</a:t>
            </a:r>
            <a:r>
              <a:rPr lang="en-US" smtClean="0"/>
              <a:t>nh số l</a:t>
            </a:r>
            <a:r>
              <a:rPr lang="vi-VN" smtClean="0"/>
              <a:t>ượ</a:t>
            </a:r>
            <a:r>
              <a:rPr lang="en-US" smtClean="0"/>
              <a:t>ng phần tử</a:t>
            </a:r>
          </a:p>
        </p:txBody>
      </p:sp>
      <p:sp>
        <p:nvSpPr>
          <p:cNvPr id="2458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0600" y="2590800"/>
            <a:ext cx="152400" cy="53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143000" y="2667000"/>
            <a:ext cx="7315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a[4] = {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gray">
          <a:xfrm>
            <a:off x="2667000" y="35814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gray">
          <a:xfrm>
            <a:off x="3581400" y="35814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/>
              <a:t>0</a:t>
            </a:r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gray">
          <a:xfrm>
            <a:off x="4495800" y="35814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/>
              <a:t>0</a:t>
            </a:r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gray">
          <a:xfrm>
            <a:off x="5410200" y="35814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/>
              <a:t>0</a:t>
            </a:r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2667000" y="3124200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</a:t>
            </a:r>
            <a:endParaRPr lang="en-US" baseline="30000"/>
          </a:p>
        </p:txBody>
      </p:sp>
      <p:sp>
        <p:nvSpPr>
          <p:cNvPr id="22" name="AutoShape 6"/>
          <p:cNvSpPr>
            <a:spLocks noChangeArrowheads="1"/>
          </p:cNvSpPr>
          <p:nvPr/>
        </p:nvSpPr>
        <p:spPr bwMode="gray">
          <a:xfrm>
            <a:off x="3581400" y="3124200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</a:t>
            </a:r>
            <a:endParaRPr lang="en-US" baseline="30000"/>
          </a:p>
        </p:txBody>
      </p:sp>
      <p:sp>
        <p:nvSpPr>
          <p:cNvPr id="23" name="AutoShape 6"/>
          <p:cNvSpPr>
            <a:spLocks noChangeArrowheads="1"/>
          </p:cNvSpPr>
          <p:nvPr/>
        </p:nvSpPr>
        <p:spPr bwMode="gray">
          <a:xfrm>
            <a:off x="4495800" y="3124200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</a:t>
            </a:r>
            <a:endParaRPr lang="en-US" baseline="30000"/>
          </a:p>
        </p:txBody>
      </p:sp>
      <p:sp>
        <p:nvSpPr>
          <p:cNvPr id="24" name="AutoShape 6"/>
          <p:cNvSpPr>
            <a:spLocks noChangeArrowheads="1"/>
          </p:cNvSpPr>
          <p:nvPr/>
        </p:nvSpPr>
        <p:spPr bwMode="gray">
          <a:xfrm>
            <a:off x="5410200" y="3124200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3</a:t>
            </a:r>
            <a:endParaRPr lang="en-US" baseline="30000"/>
          </a:p>
        </p:txBody>
      </p:sp>
      <p:sp>
        <p:nvSpPr>
          <p:cNvPr id="25" name="AutoShape 6"/>
          <p:cNvSpPr>
            <a:spLocks noChangeArrowheads="1"/>
          </p:cNvSpPr>
          <p:nvPr/>
        </p:nvSpPr>
        <p:spPr bwMode="gray">
          <a:xfrm>
            <a:off x="1752600" y="3581400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accent2"/>
                </a:solidFill>
              </a:rPr>
              <a:t>a</a:t>
            </a:r>
            <a:endParaRPr lang="en-US" baseline="30000">
              <a:solidFill>
                <a:schemeClr val="accent2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90600" y="4648200"/>
            <a:ext cx="152400" cy="53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1143000" y="4724400"/>
            <a:ext cx="7315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a[] = {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2912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1706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1506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1904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36" name="AutoShape 6"/>
          <p:cNvSpPr>
            <a:spLocks noChangeArrowheads="1"/>
          </p:cNvSpPr>
          <p:nvPr/>
        </p:nvSpPr>
        <p:spPr bwMode="gray">
          <a:xfrm>
            <a:off x="2819400" y="57150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rgbClr val="FF0000"/>
                </a:solidFill>
              </a:rPr>
              <a:t>2912</a:t>
            </a:r>
          </a:p>
        </p:txBody>
      </p:sp>
      <p:sp>
        <p:nvSpPr>
          <p:cNvPr id="37" name="AutoShape 6"/>
          <p:cNvSpPr>
            <a:spLocks noChangeArrowheads="1"/>
          </p:cNvSpPr>
          <p:nvPr/>
        </p:nvSpPr>
        <p:spPr bwMode="gray">
          <a:xfrm>
            <a:off x="3733800" y="57150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rgbClr val="FF0000"/>
                </a:solidFill>
              </a:rPr>
              <a:t>1706</a:t>
            </a:r>
          </a:p>
        </p:txBody>
      </p:sp>
      <p:sp>
        <p:nvSpPr>
          <p:cNvPr id="38" name="AutoShape 6"/>
          <p:cNvSpPr>
            <a:spLocks noChangeArrowheads="1"/>
          </p:cNvSpPr>
          <p:nvPr/>
        </p:nvSpPr>
        <p:spPr bwMode="gray">
          <a:xfrm>
            <a:off x="4648200" y="57150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rgbClr val="FF0000"/>
                </a:solidFill>
              </a:rPr>
              <a:t>1506</a:t>
            </a:r>
          </a:p>
        </p:txBody>
      </p:sp>
      <p:sp>
        <p:nvSpPr>
          <p:cNvPr id="39" name="AutoShape 6"/>
          <p:cNvSpPr>
            <a:spLocks noChangeArrowheads="1"/>
          </p:cNvSpPr>
          <p:nvPr/>
        </p:nvSpPr>
        <p:spPr bwMode="gray">
          <a:xfrm>
            <a:off x="5562600" y="5715000"/>
            <a:ext cx="9144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000">
                <a:solidFill>
                  <a:srgbClr val="FF0000"/>
                </a:solidFill>
              </a:rPr>
              <a:t>1904</a:t>
            </a:r>
          </a:p>
        </p:txBody>
      </p:sp>
      <p:sp>
        <p:nvSpPr>
          <p:cNvPr id="40" name="AutoShape 6"/>
          <p:cNvSpPr>
            <a:spLocks noChangeArrowheads="1"/>
          </p:cNvSpPr>
          <p:nvPr/>
        </p:nvSpPr>
        <p:spPr bwMode="gray">
          <a:xfrm>
            <a:off x="2819400" y="5257800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</a:t>
            </a:r>
            <a:endParaRPr lang="en-US" baseline="30000"/>
          </a:p>
        </p:txBody>
      </p:sp>
      <p:sp>
        <p:nvSpPr>
          <p:cNvPr id="41" name="AutoShape 6"/>
          <p:cNvSpPr>
            <a:spLocks noChangeArrowheads="1"/>
          </p:cNvSpPr>
          <p:nvPr/>
        </p:nvSpPr>
        <p:spPr bwMode="gray">
          <a:xfrm>
            <a:off x="3733800" y="5257800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</a:t>
            </a:r>
            <a:endParaRPr lang="en-US" baseline="30000"/>
          </a:p>
        </p:txBody>
      </p:sp>
      <p:sp>
        <p:nvSpPr>
          <p:cNvPr id="42" name="AutoShape 6"/>
          <p:cNvSpPr>
            <a:spLocks noChangeArrowheads="1"/>
          </p:cNvSpPr>
          <p:nvPr/>
        </p:nvSpPr>
        <p:spPr bwMode="gray">
          <a:xfrm>
            <a:off x="4648200" y="5257800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</a:t>
            </a:r>
            <a:endParaRPr lang="en-US" baseline="30000"/>
          </a:p>
        </p:txBody>
      </p:sp>
      <p:sp>
        <p:nvSpPr>
          <p:cNvPr id="43" name="AutoShape 6"/>
          <p:cNvSpPr>
            <a:spLocks noChangeArrowheads="1"/>
          </p:cNvSpPr>
          <p:nvPr/>
        </p:nvSpPr>
        <p:spPr bwMode="gray">
          <a:xfrm>
            <a:off x="5562600" y="5257800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3</a:t>
            </a:r>
            <a:endParaRPr lang="en-US" baseline="30000"/>
          </a:p>
        </p:txBody>
      </p:sp>
      <p:sp>
        <p:nvSpPr>
          <p:cNvPr id="44" name="AutoShape 6"/>
          <p:cNvSpPr>
            <a:spLocks noChangeArrowheads="1"/>
          </p:cNvSpPr>
          <p:nvPr/>
        </p:nvSpPr>
        <p:spPr bwMode="gray">
          <a:xfrm>
            <a:off x="1905000" y="5715000"/>
            <a:ext cx="9144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accent2"/>
                </a:solidFill>
              </a:rPr>
              <a:t>a</a:t>
            </a:r>
            <a:endParaRPr lang="en-US" baseline="3000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5" grpId="0" animBg="1"/>
      <p:bldP spid="6" grpId="0"/>
      <p:bldP spid="14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0" grpId="0" animBg="1"/>
      <p:bldP spid="31" grpId="0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Truy xuất </a:t>
            </a:r>
            <a:r>
              <a:rPr lang="vi-VN" smtClean="0"/>
              <a:t>đế</a:t>
            </a:r>
            <a:r>
              <a:rPr lang="en-US" smtClean="0"/>
              <a:t>n một phần tử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Thông qua chỉ số</a:t>
            </a:r>
          </a:p>
          <a:p>
            <a:pPr lvl="1"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 lvl="1" eaLnBrk="1" hangingPunct="1">
              <a:defRPr/>
            </a:pPr>
            <a:r>
              <a:rPr lang="en-US" smtClean="0"/>
              <a:t>Cho mảng nh</a:t>
            </a:r>
            <a:r>
              <a:rPr lang="vi-VN" smtClean="0"/>
              <a:t>ư</a:t>
            </a:r>
            <a:r>
              <a:rPr lang="en-US" smtClean="0"/>
              <a:t> sau</a:t>
            </a:r>
          </a:p>
          <a:p>
            <a:pPr lvl="1"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r>
              <a:rPr lang="en-US" smtClean="0"/>
              <a:t>Các truy xuất</a:t>
            </a:r>
          </a:p>
          <a:p>
            <a:pPr lvl="2"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Hợp lệ</a:t>
            </a:r>
            <a:r>
              <a:rPr lang="en-US" smtClean="0"/>
              <a:t>: a[0], a[1], a[2], a[3]</a:t>
            </a:r>
          </a:p>
          <a:p>
            <a:pPr lvl="2" eaLnBrk="1" hangingPunct="1">
              <a:defRPr/>
            </a:pPr>
            <a:r>
              <a:rPr lang="en-US" smtClean="0">
                <a:solidFill>
                  <a:srgbClr val="FF0000"/>
                </a:solidFill>
              </a:rPr>
              <a:t>Không hợp lệ</a:t>
            </a:r>
            <a:r>
              <a:rPr lang="en-US" smtClean="0"/>
              <a:t>: a[-1], a[4], a[5], …</a:t>
            </a:r>
          </a:p>
          <a:p>
            <a:pPr lvl="2" eaLnBrk="1" hangingPunct="1">
              <a:buFontTx/>
              <a:buNone/>
              <a:defRPr/>
            </a:pPr>
            <a:r>
              <a:rPr lang="en-US" smtClean="0"/>
              <a:t>	=&gt; Cho </a:t>
            </a:r>
            <a:r>
              <a:rPr lang="en-US" smtClean="0"/>
              <a:t>kết quả </a:t>
            </a:r>
            <a:r>
              <a:rPr lang="en-US" smtClean="0"/>
              <a:t>th</a:t>
            </a:r>
            <a:r>
              <a:rPr lang="vi-VN" smtClean="0"/>
              <a:t>ườ</a:t>
            </a:r>
            <a:r>
              <a:rPr lang="en-US" smtClean="0"/>
              <a:t>ng không nh</a:t>
            </a:r>
            <a:r>
              <a:rPr lang="vi-VN" smtClean="0"/>
              <a:t>ư</a:t>
            </a:r>
            <a:r>
              <a:rPr lang="en-US" smtClean="0"/>
              <a:t> mong muốn!</a:t>
            </a:r>
            <a:endParaRPr lang="en-US"/>
          </a:p>
        </p:txBody>
      </p:sp>
      <p:sp>
        <p:nvSpPr>
          <p:cNvPr id="2560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81200"/>
            <a:ext cx="152400" cy="53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057400"/>
            <a:ext cx="7315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&lt;tên biến mảng</a:t>
            </a:r>
            <a:r>
              <a:rPr lang="en-US" sz="2000" b="1" smtClean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0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 smtClean="0">
                <a:latin typeface="Courier New" pitchFamily="49" charset="0"/>
                <a:cs typeface="Courier New" pitchFamily="49" charset="0"/>
              </a:rPr>
              <a:t>&lt;giá trị chỉ số&gt;</a:t>
            </a:r>
            <a:r>
              <a:rPr lang="en-US" sz="20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  <a:endParaRPr lang="en-US" sz="2000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3657600"/>
            <a:ext cx="152400" cy="457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3733800"/>
            <a:ext cx="7315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a[4];</a:t>
            </a: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gray">
          <a:xfrm>
            <a:off x="4800600" y="3657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gray">
          <a:xfrm>
            <a:off x="5257800" y="3657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gray">
          <a:xfrm>
            <a:off x="5715000" y="3657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6172200" y="36576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13" name="AutoShape 6"/>
          <p:cNvSpPr>
            <a:spLocks noChangeArrowheads="1"/>
          </p:cNvSpPr>
          <p:nvPr/>
        </p:nvSpPr>
        <p:spPr bwMode="gray">
          <a:xfrm>
            <a:off x="4800600" y="32004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0</a:t>
            </a:r>
            <a:endParaRPr lang="en-US" baseline="30000"/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gray">
          <a:xfrm>
            <a:off x="5257800" y="32004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1</a:t>
            </a:r>
            <a:endParaRPr lang="en-US" baseline="30000"/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gray">
          <a:xfrm>
            <a:off x="5715000" y="32004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2</a:t>
            </a:r>
            <a:endParaRPr lang="en-US" baseline="30000"/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gray">
          <a:xfrm>
            <a:off x="6172200" y="32004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/>
              <a:t>3</a:t>
            </a:r>
            <a:endParaRPr lang="en-US" baseline="30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Gán dữ liệu kiểu mảng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rgbClr val="FF0000"/>
                </a:solidFill>
              </a:rPr>
              <a:t>Không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đượ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 sử dụng phép gán thông th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ườ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 mà phải gán trực tiếp giữa các phần tử t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ươ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 ứng</a:t>
            </a:r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62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971800"/>
            <a:ext cx="152400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8200" y="2971800"/>
            <a:ext cx="7315200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&lt;biến mảng </a:t>
            </a:r>
            <a:r>
              <a:rPr lang="vi-VN" sz="2000" b="1" strike="sngStrike">
                <a:latin typeface="Courier New" pitchFamily="49" charset="0"/>
                <a:cs typeface="Courier New" pitchFamily="49" charset="0"/>
              </a:rPr>
              <a:t>đí</a:t>
            </a: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ch&gt; = &lt;biến mảng nguồn&gt;;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//sai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&lt;biến mảng 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đí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ch&gt;[&lt;chỉ số thứ i&gt;] =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&lt;giá trị&gt;;</a:t>
            </a:r>
            <a:endParaRPr lang="en-US" sz="2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4495800"/>
            <a:ext cx="152400" cy="1905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4495800"/>
            <a:ext cx="73152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#define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MAX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3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typedef int MangSo[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MAX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MangSo a = {1, 2, 3}, b;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b = a;	// Sai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for (int i = 0; i &lt; 3; i++) b[i] = a[i];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4572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15875" y="5791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6096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Một số lỗi th</a:t>
            </a:r>
            <a:r>
              <a:rPr lang="vi-VN" smtClean="0"/>
              <a:t>ườ</a:t>
            </a:r>
            <a:r>
              <a:rPr lang="en-US" smtClean="0"/>
              <a:t>ng gặp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40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Khai báo không chỉ rõ số l</a:t>
            </a:r>
            <a:r>
              <a:rPr lang="vi-VN" sz="240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ượ</a:t>
            </a:r>
            <a:r>
              <a:rPr lang="en-US" sz="240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 phần tử</a:t>
            </a:r>
          </a:p>
          <a:p>
            <a:pPr lvl="1" eaLnBrk="1" hangingPunct="1">
              <a:defRPr/>
            </a:pPr>
            <a:r>
              <a:rPr lang="en-US" sz="2400" smtClean="0"/>
              <a:t>int a</a:t>
            </a:r>
            <a:r>
              <a:rPr lang="en-US" sz="2400" smtClean="0">
                <a:solidFill>
                  <a:srgbClr val="FF0000"/>
                </a:solidFill>
              </a:rPr>
              <a:t>[]</a:t>
            </a:r>
            <a:r>
              <a:rPr lang="en-US" sz="2400" smtClean="0"/>
              <a:t>; =&gt; int a[100];</a:t>
            </a:r>
          </a:p>
          <a:p>
            <a:pPr eaLnBrk="1" hangingPunct="1">
              <a:defRPr/>
            </a:pPr>
            <a:r>
              <a:rPr lang="en-US" sz="240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Số l</a:t>
            </a:r>
            <a:r>
              <a:rPr lang="vi-VN" sz="240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ượ</a:t>
            </a:r>
            <a:r>
              <a:rPr lang="en-US" sz="240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 phần tử liên quan </a:t>
            </a:r>
            <a:r>
              <a:rPr lang="vi-VN" sz="240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đế</a:t>
            </a:r>
            <a:r>
              <a:rPr lang="en-US" sz="240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 biến</a:t>
            </a:r>
          </a:p>
          <a:p>
            <a:pPr lvl="1" eaLnBrk="1" hangingPunct="1">
              <a:defRPr/>
            </a:pPr>
            <a:r>
              <a:rPr lang="en-US" sz="2400" smtClean="0"/>
              <a:t>int n1 = 10; int a[</a:t>
            </a:r>
            <a:r>
              <a:rPr lang="en-US" sz="2400" smtClean="0">
                <a:solidFill>
                  <a:srgbClr val="FF0000"/>
                </a:solidFill>
              </a:rPr>
              <a:t>n1</a:t>
            </a:r>
            <a:r>
              <a:rPr lang="en-US" sz="2400" smtClean="0"/>
              <a:t>]; =&gt; int a[10];</a:t>
            </a:r>
          </a:p>
          <a:p>
            <a:pPr eaLnBrk="1" hangingPunct="1">
              <a:defRPr/>
            </a:pPr>
            <a:r>
              <a:rPr lang="en-US" sz="240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Khởi tạo cách biệt với khai báo</a:t>
            </a:r>
          </a:p>
          <a:p>
            <a:pPr lvl="1" eaLnBrk="1" hangingPunct="1">
              <a:defRPr/>
            </a:pPr>
            <a:r>
              <a:rPr lang="en-US" sz="2400" smtClean="0"/>
              <a:t>int a[4]; a = {2912, 1706, 1506, 1904};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sz="2400" smtClean="0"/>
              <a:t>	=&gt; int a[4] = {2912, 1706, 1506, 1904};</a:t>
            </a:r>
          </a:p>
          <a:p>
            <a:pPr eaLnBrk="1" hangingPunct="1">
              <a:defRPr/>
            </a:pPr>
            <a:r>
              <a:rPr lang="en-US" sz="240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Chỉ số mảng không hợp lệ</a:t>
            </a:r>
          </a:p>
          <a:p>
            <a:pPr lvl="1" eaLnBrk="1" hangingPunct="1">
              <a:defRPr/>
            </a:pPr>
            <a:r>
              <a:rPr lang="en-US" sz="2400" smtClean="0"/>
              <a:t>int a[4];</a:t>
            </a:r>
          </a:p>
          <a:p>
            <a:pPr lvl="1" eaLnBrk="1" hangingPunct="1">
              <a:defRPr/>
            </a:pPr>
            <a:r>
              <a:rPr lang="en-US" sz="2400" smtClean="0"/>
              <a:t>a[</a:t>
            </a:r>
            <a:r>
              <a:rPr lang="en-US" sz="2400" smtClean="0">
                <a:solidFill>
                  <a:srgbClr val="FF0000"/>
                </a:solidFill>
              </a:rPr>
              <a:t>-1</a:t>
            </a:r>
            <a:r>
              <a:rPr lang="en-US" sz="2400" smtClean="0"/>
              <a:t>] = 1; a[</a:t>
            </a:r>
            <a:r>
              <a:rPr lang="en-US" sz="2400" smtClean="0">
                <a:solidFill>
                  <a:srgbClr val="FF0000"/>
                </a:solidFill>
              </a:rPr>
              <a:t>10</a:t>
            </a:r>
            <a:r>
              <a:rPr lang="en-US" sz="2400" smtClean="0"/>
              <a:t>] = 0;</a:t>
            </a:r>
          </a:p>
        </p:txBody>
      </p:sp>
      <p:sp>
        <p:nvSpPr>
          <p:cNvPr id="2765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Truyền mảng cho hàm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686800" cy="4800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Truyền mảng cho hàm</a:t>
            </a:r>
          </a:p>
          <a:p>
            <a:pPr lvl="1" eaLnBrk="1" hangingPunct="1">
              <a:defRPr/>
            </a:pPr>
            <a:r>
              <a:rPr lang="en-US" smtClean="0"/>
              <a:t>Tham số kiểu mảng trong khai báo hàm </a:t>
            </a:r>
            <a:r>
              <a:rPr lang="en-US" smtClean="0">
                <a:solidFill>
                  <a:srgbClr val="FF0000"/>
                </a:solidFill>
              </a:rPr>
              <a:t>giống nh</a:t>
            </a:r>
            <a:r>
              <a:rPr lang="vi-VN" smtClean="0">
                <a:solidFill>
                  <a:srgbClr val="FF0000"/>
                </a:solidFill>
              </a:rPr>
              <a:t>ư</a:t>
            </a:r>
            <a:r>
              <a:rPr lang="en-US" smtClean="0">
                <a:solidFill>
                  <a:srgbClr val="FF0000"/>
                </a:solidFill>
              </a:rPr>
              <a:t> khai báo biến</a:t>
            </a:r>
            <a:r>
              <a:rPr lang="en-US" smtClean="0"/>
              <a:t> mảng</a:t>
            </a:r>
          </a:p>
          <a:p>
            <a:pPr lvl="1"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r>
              <a:rPr lang="en-US" smtClean="0"/>
              <a:t>Tham số kiểu mảng truyền cho hàm chính là </a:t>
            </a:r>
            <a:r>
              <a:rPr lang="vi-VN" smtClean="0">
                <a:solidFill>
                  <a:srgbClr val="FF0000"/>
                </a:solidFill>
              </a:rPr>
              <a:t>đị</a:t>
            </a:r>
            <a:r>
              <a:rPr lang="en-US" smtClean="0">
                <a:solidFill>
                  <a:srgbClr val="FF0000"/>
                </a:solidFill>
              </a:rPr>
              <a:t>a chỉ của phần tử </a:t>
            </a:r>
            <a:r>
              <a:rPr lang="vi-VN" smtClean="0">
                <a:solidFill>
                  <a:srgbClr val="FF0000"/>
                </a:solidFill>
              </a:rPr>
              <a:t>đầ</a:t>
            </a:r>
            <a:r>
              <a:rPr lang="en-US" smtClean="0">
                <a:solidFill>
                  <a:srgbClr val="FF0000"/>
                </a:solidFill>
              </a:rPr>
              <a:t>u tiên của mảng</a:t>
            </a:r>
          </a:p>
          <a:p>
            <a:pPr lvl="2" eaLnBrk="1" hangingPunct="1">
              <a:defRPr/>
            </a:pPr>
            <a:r>
              <a:rPr lang="en-US" smtClean="0"/>
              <a:t>Có thể </a:t>
            </a:r>
            <a:r>
              <a:rPr lang="en-US" smtClean="0">
                <a:solidFill>
                  <a:srgbClr val="FF0000"/>
                </a:solidFill>
              </a:rPr>
              <a:t>bỏ số l</a:t>
            </a:r>
            <a:r>
              <a:rPr lang="vi-VN" smtClean="0">
                <a:solidFill>
                  <a:srgbClr val="FF0000"/>
                </a:solidFill>
              </a:rPr>
              <a:t>ượ</a:t>
            </a:r>
            <a:r>
              <a:rPr lang="en-US" smtClean="0">
                <a:solidFill>
                  <a:srgbClr val="FF0000"/>
                </a:solidFill>
              </a:rPr>
              <a:t>ng phần tử</a:t>
            </a:r>
            <a:r>
              <a:rPr lang="en-US" smtClean="0"/>
              <a:t> hoặc </a:t>
            </a:r>
            <a:r>
              <a:rPr lang="en-US" smtClean="0">
                <a:solidFill>
                  <a:srgbClr val="FF0000"/>
                </a:solidFill>
              </a:rPr>
              <a:t>sử dụng con trỏ</a:t>
            </a:r>
            <a:r>
              <a:rPr lang="en-US" smtClean="0"/>
              <a:t>.</a:t>
            </a:r>
          </a:p>
          <a:p>
            <a:pPr lvl="2" eaLnBrk="1" hangingPunct="1">
              <a:defRPr/>
            </a:pPr>
            <a:r>
              <a:rPr lang="en-US" smtClean="0"/>
              <a:t>Mảng </a:t>
            </a:r>
            <a:r>
              <a:rPr lang="en-US" smtClean="0">
                <a:solidFill>
                  <a:srgbClr val="FF0000"/>
                </a:solidFill>
              </a:rPr>
              <a:t>có thể thay </a:t>
            </a:r>
            <a:r>
              <a:rPr lang="vi-VN" smtClean="0">
                <a:solidFill>
                  <a:srgbClr val="FF0000"/>
                </a:solidFill>
              </a:rPr>
              <a:t>đổ</a:t>
            </a:r>
            <a:r>
              <a:rPr lang="en-US" smtClean="0">
                <a:solidFill>
                  <a:srgbClr val="FF0000"/>
                </a:solidFill>
              </a:rPr>
              <a:t>i nội dung</a:t>
            </a:r>
            <a:r>
              <a:rPr lang="en-US" smtClean="0"/>
              <a:t> sau khi thực hiện hàm.</a:t>
            </a:r>
          </a:p>
        </p:txBody>
      </p:sp>
      <p:sp>
        <p:nvSpPr>
          <p:cNvPr id="2867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971800"/>
            <a:ext cx="152400" cy="53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3048000"/>
            <a:ext cx="8305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SapXepTang(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a[100]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334000"/>
            <a:ext cx="152400" cy="762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5410200"/>
            <a:ext cx="8305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SapXepTang(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a[]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SapXepTang(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*a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Truyền mảng cho hàm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686800" cy="4800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Truyền mảng cho hàm</a:t>
            </a:r>
          </a:p>
          <a:p>
            <a:pPr lvl="1" eaLnBrk="1" hangingPunct="1">
              <a:defRPr/>
            </a:pPr>
            <a:r>
              <a:rPr lang="en-US" smtClean="0"/>
              <a:t>Số l</a:t>
            </a:r>
            <a:r>
              <a:rPr lang="vi-VN" smtClean="0"/>
              <a:t>ượ</a:t>
            </a:r>
            <a:r>
              <a:rPr lang="en-US" smtClean="0"/>
              <a:t>ng phần tử thực sự truyền qua biến khác</a:t>
            </a:r>
          </a:p>
          <a:p>
            <a:pPr lvl="1"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Lời gọi hàm</a:t>
            </a:r>
          </a:p>
        </p:txBody>
      </p:sp>
      <p:sp>
        <p:nvSpPr>
          <p:cNvPr id="2970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90800"/>
            <a:ext cx="152400" cy="990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38200" y="2565400"/>
            <a:ext cx="83058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SapXepTang(int a[100],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SapXepTang(int a[],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SapXepTang(int *a,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191000"/>
            <a:ext cx="152400" cy="2438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838200" y="4165600"/>
            <a:ext cx="83058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NhapMang(int a[], int &amp;n);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XuatMang(int a[], int 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a[100], n;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NhapMang(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XuatMang(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5791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6096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Một số bài toán c</a:t>
            </a:r>
            <a:r>
              <a:rPr lang="vi-VN" smtClean="0"/>
              <a:t>ơ</a:t>
            </a:r>
            <a:r>
              <a:rPr lang="en-US" smtClean="0"/>
              <a:t> bản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Viết hàm thực hiện từng yêu cầu sau</a:t>
            </a:r>
          </a:p>
          <a:p>
            <a:pPr lvl="1" eaLnBrk="1" hangingPunct="1">
              <a:defRPr/>
            </a:pPr>
            <a:r>
              <a:rPr lang="en-US" smtClean="0"/>
              <a:t>Nhập mảng</a:t>
            </a:r>
          </a:p>
          <a:p>
            <a:pPr lvl="1" eaLnBrk="1" hangingPunct="1">
              <a:defRPr/>
            </a:pPr>
            <a:r>
              <a:rPr lang="en-US" smtClean="0"/>
              <a:t>Xuất mảng</a:t>
            </a:r>
          </a:p>
          <a:p>
            <a:pPr lvl="1" eaLnBrk="1" hangingPunct="1">
              <a:defRPr/>
            </a:pPr>
            <a:r>
              <a:rPr lang="en-US" smtClean="0"/>
              <a:t>Tìm kiếm một phần tử trong mảng</a:t>
            </a:r>
          </a:p>
          <a:p>
            <a:pPr lvl="1" eaLnBrk="1" hangingPunct="1">
              <a:defRPr/>
            </a:pPr>
            <a:r>
              <a:rPr lang="en-US" smtClean="0"/>
              <a:t>Kiểm tra tính chất của mảng</a:t>
            </a:r>
          </a:p>
          <a:p>
            <a:pPr lvl="1" eaLnBrk="1" hangingPunct="1">
              <a:defRPr/>
            </a:pPr>
            <a:r>
              <a:rPr lang="en-US" smtClean="0"/>
              <a:t>Tách mảng / Gộp mảng</a:t>
            </a:r>
          </a:p>
          <a:p>
            <a:pPr lvl="1" eaLnBrk="1" hangingPunct="1">
              <a:defRPr/>
            </a:pPr>
            <a:r>
              <a:rPr lang="en-US" smtClean="0"/>
              <a:t>Tìm giá trị nhỏ nhất/lớn nhất của mảng</a:t>
            </a:r>
          </a:p>
          <a:p>
            <a:pPr lvl="1" eaLnBrk="1" hangingPunct="1">
              <a:defRPr/>
            </a:pPr>
            <a:r>
              <a:rPr lang="en-US" smtClean="0"/>
              <a:t>Sắp xếp mảng giảm dần/t</a:t>
            </a:r>
            <a:r>
              <a:rPr lang="vi-VN" smtClean="0"/>
              <a:t>ă</a:t>
            </a:r>
            <a:r>
              <a:rPr lang="en-US" smtClean="0"/>
              <a:t>ng dần</a:t>
            </a:r>
          </a:p>
          <a:p>
            <a:pPr lvl="1" eaLnBrk="1" hangingPunct="1">
              <a:defRPr/>
            </a:pPr>
            <a:r>
              <a:rPr lang="en-US" smtClean="0"/>
              <a:t>Thêm/Xóa/Sửa một phần tử vào mảng</a:t>
            </a:r>
          </a:p>
        </p:txBody>
      </p:sp>
      <p:sp>
        <p:nvSpPr>
          <p:cNvPr id="3072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Một số quy </a:t>
            </a:r>
            <a:r>
              <a:rPr lang="vi-VN" smtClean="0"/>
              <a:t>ướ</a:t>
            </a:r>
            <a:r>
              <a:rPr lang="en-US" smtClean="0"/>
              <a:t>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Số l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ượ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 phần tử</a:t>
            </a:r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Các hàm</a:t>
            </a:r>
          </a:p>
          <a:p>
            <a:pPr lvl="1" eaLnBrk="1" hangingPunct="1">
              <a:defRPr/>
            </a:pPr>
            <a:r>
              <a:rPr lang="en-US" smtClean="0"/>
              <a:t>Hàm </a:t>
            </a:r>
            <a:r>
              <a:rPr lang="en-US" smtClean="0">
                <a:solidFill>
                  <a:srgbClr val="FF0000"/>
                </a:solidFill>
              </a:rPr>
              <a:t>void HoanVi(int &amp;x, int &amp;y)</a:t>
            </a:r>
            <a:r>
              <a:rPr lang="en-US" smtClean="0"/>
              <a:t>: hoán vị giá trị của hai số nguyên.</a:t>
            </a:r>
          </a:p>
          <a:p>
            <a:pPr lvl="1" eaLnBrk="1" hangingPunct="1">
              <a:defRPr/>
            </a:pPr>
            <a:r>
              <a:rPr lang="en-US" smtClean="0"/>
              <a:t>Hàm </a:t>
            </a:r>
            <a:r>
              <a:rPr lang="en-US" smtClean="0">
                <a:solidFill>
                  <a:srgbClr val="FF0000"/>
                </a:solidFill>
              </a:rPr>
              <a:t>int LaSNT(int n)</a:t>
            </a:r>
            <a:r>
              <a:rPr lang="en-US" smtClean="0"/>
              <a:t>: kiểm tra một số có phải là số nguyên tố. Trả về 1 nếu n là số nguyên tố, ng</a:t>
            </a:r>
            <a:r>
              <a:rPr lang="vi-VN" smtClean="0"/>
              <a:t>ượ</a:t>
            </a:r>
            <a:r>
              <a:rPr lang="en-US" smtClean="0"/>
              <a:t>c lại trả về 0.</a:t>
            </a:r>
          </a:p>
        </p:txBody>
      </p:sp>
      <p:sp>
        <p:nvSpPr>
          <p:cNvPr id="3174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52400" cy="381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057400"/>
            <a:ext cx="7315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#define MAX 100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Thủ tục HoanVi &amp; Hàm LaSNT</a:t>
            </a:r>
          </a:p>
        </p:txBody>
      </p:sp>
      <p:sp>
        <p:nvSpPr>
          <p:cNvPr id="3277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4953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38200" y="1524000"/>
            <a:ext cx="7010400" cy="501675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HoanVi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&amp;x, int &amp;y)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int tam = x; x = y; y = tam;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LaSNT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n)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int i, dem = 0;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for (i = 1; i &lt;= n; i++)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if (n%i == 0)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	dem++;</a:t>
            </a:r>
          </a:p>
          <a:p>
            <a:pPr>
              <a:defRPr/>
            </a:pPr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if (dem == 2)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return 1;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return 0;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15875" y="1600200"/>
            <a:ext cx="9128125" cy="12192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3124200"/>
            <a:ext cx="9128125" cy="3352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Nhập mảng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Yêu cầu</a:t>
            </a:r>
          </a:p>
          <a:p>
            <a:pPr lvl="1" eaLnBrk="1" hangingPunct="1">
              <a:defRPr/>
            </a:pPr>
            <a:r>
              <a:rPr lang="en-US" sz="2400" smtClean="0"/>
              <a:t>Cho phép nhập mảng </a:t>
            </a:r>
            <a:r>
              <a:rPr lang="en-US" sz="2400" smtClean="0">
                <a:solidFill>
                  <a:srgbClr val="FF0000"/>
                </a:solidFill>
              </a:rPr>
              <a:t>a</a:t>
            </a:r>
            <a:r>
              <a:rPr lang="en-US" sz="2400" smtClean="0"/>
              <a:t>, số l</a:t>
            </a:r>
            <a:r>
              <a:rPr lang="vi-VN" sz="2400" smtClean="0"/>
              <a:t>ượ</a:t>
            </a:r>
            <a:r>
              <a:rPr lang="en-US" sz="2400" smtClean="0"/>
              <a:t>ng phần tử </a:t>
            </a:r>
            <a:r>
              <a:rPr lang="en-US" sz="2400" smtClean="0">
                <a:solidFill>
                  <a:srgbClr val="FF0000"/>
                </a:solidFill>
              </a:rPr>
              <a:t>n</a:t>
            </a:r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Ý t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ưở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</a:t>
            </a:r>
          </a:p>
          <a:p>
            <a:pPr lvl="1" eaLnBrk="1" hangingPunct="1">
              <a:defRPr/>
            </a:pPr>
            <a:r>
              <a:rPr lang="en-US" sz="2400" smtClean="0"/>
              <a:t>Cho tr</a:t>
            </a:r>
            <a:r>
              <a:rPr lang="vi-VN" sz="2400" smtClean="0"/>
              <a:t>ướ</a:t>
            </a:r>
            <a:r>
              <a:rPr lang="en-US" sz="2400" smtClean="0"/>
              <a:t>c một mảng có số l</a:t>
            </a:r>
            <a:r>
              <a:rPr lang="vi-VN" sz="2400" smtClean="0"/>
              <a:t>ượ</a:t>
            </a:r>
            <a:r>
              <a:rPr lang="en-US" sz="2400" smtClean="0"/>
              <a:t>ng phần tử là </a:t>
            </a:r>
            <a:r>
              <a:rPr lang="en-US" sz="2400" smtClean="0">
                <a:solidFill>
                  <a:srgbClr val="FF0000"/>
                </a:solidFill>
              </a:rPr>
              <a:t>MAX</a:t>
            </a:r>
            <a:r>
              <a:rPr lang="en-US" sz="2400" smtClean="0"/>
              <a:t>.</a:t>
            </a:r>
          </a:p>
          <a:p>
            <a:pPr lvl="1" eaLnBrk="1" hangingPunct="1">
              <a:defRPr/>
            </a:pPr>
            <a:r>
              <a:rPr lang="en-US" sz="2400" smtClean="0"/>
              <a:t>Nhập </a:t>
            </a:r>
            <a:r>
              <a:rPr lang="en-US" sz="2400" smtClean="0">
                <a:solidFill>
                  <a:srgbClr val="FF0000"/>
                </a:solidFill>
              </a:rPr>
              <a:t>số l</a:t>
            </a:r>
            <a:r>
              <a:rPr lang="vi-VN" sz="2400" smtClean="0">
                <a:solidFill>
                  <a:srgbClr val="FF0000"/>
                </a:solidFill>
              </a:rPr>
              <a:t>ượ</a:t>
            </a:r>
            <a:r>
              <a:rPr lang="en-US" sz="2400" smtClean="0">
                <a:solidFill>
                  <a:srgbClr val="FF0000"/>
                </a:solidFill>
              </a:rPr>
              <a:t>ng phần tử thực sự n</a:t>
            </a:r>
            <a:r>
              <a:rPr lang="en-US" sz="2400" smtClean="0"/>
              <a:t> của mảng.</a:t>
            </a:r>
          </a:p>
          <a:p>
            <a:pPr lvl="1" eaLnBrk="1" hangingPunct="1">
              <a:defRPr/>
            </a:pPr>
            <a:r>
              <a:rPr lang="en-US" sz="2400" smtClean="0"/>
              <a:t>Nhập từng phần tử cho mảng từ chỉ số </a:t>
            </a:r>
            <a:r>
              <a:rPr lang="en-US" sz="2400" smtClean="0">
                <a:solidFill>
                  <a:srgbClr val="FF0000"/>
                </a:solidFill>
              </a:rPr>
              <a:t>0</a:t>
            </a:r>
            <a:r>
              <a:rPr lang="en-US" sz="2400" smtClean="0"/>
              <a:t> </a:t>
            </a:r>
            <a:r>
              <a:rPr lang="vi-VN" sz="2400" smtClean="0"/>
              <a:t>đế</a:t>
            </a:r>
            <a:r>
              <a:rPr lang="en-US" sz="2400" smtClean="0"/>
              <a:t>n </a:t>
            </a:r>
            <a:r>
              <a:rPr lang="en-US" sz="2400" smtClean="0">
                <a:solidFill>
                  <a:srgbClr val="FF0000"/>
                </a:solidFill>
              </a:rPr>
              <a:t>n – 1</a:t>
            </a:r>
            <a:r>
              <a:rPr lang="en-US" sz="2400" smtClean="0"/>
              <a:t>.</a:t>
            </a:r>
            <a:endParaRPr lang="en-US"/>
          </a:p>
        </p:txBody>
      </p:sp>
      <p:sp>
        <p:nvSpPr>
          <p:cNvPr id="3379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gray">
          <a:xfrm>
            <a:off x="1021080" y="5105400"/>
            <a:ext cx="4160520" cy="1295400"/>
          </a:xfrm>
          <a:prstGeom prst="roundRect">
            <a:avLst>
              <a:gd name="adj" fmla="val 7935"/>
            </a:avLst>
          </a:prstGeom>
          <a:ln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4419600" y="5516563"/>
            <a:ext cx="731838" cy="731837"/>
            <a:chOff x="2016" y="1920"/>
            <a:chExt cx="1680" cy="1680"/>
          </a:xfrm>
        </p:grpSpPr>
        <p:sp>
          <p:nvSpPr>
            <p:cNvPr id="33838" name="Oval 22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A776F0"/>
                </a:gs>
                <a:gs pos="100000">
                  <a:srgbClr val="6A4B9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9" name="Freeform 23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228 w 1321"/>
                <a:gd name="T1" fmla="*/ 283 h 712"/>
                <a:gd name="T2" fmla="*/ 1244 w 1321"/>
                <a:gd name="T3" fmla="*/ 313 h 712"/>
                <a:gd name="T4" fmla="*/ 1247 w 1321"/>
                <a:gd name="T5" fmla="*/ 339 h 712"/>
                <a:gd name="T6" fmla="*/ 1242 w 1321"/>
                <a:gd name="T7" fmla="*/ 364 h 712"/>
                <a:gd name="T8" fmla="*/ 1225 w 1321"/>
                <a:gd name="T9" fmla="*/ 388 h 712"/>
                <a:gd name="T10" fmla="*/ 1201 w 1321"/>
                <a:gd name="T11" fmla="*/ 409 h 712"/>
                <a:gd name="T12" fmla="*/ 1170 w 1321"/>
                <a:gd name="T13" fmla="*/ 427 h 712"/>
                <a:gd name="T14" fmla="*/ 1129 w 1321"/>
                <a:gd name="T15" fmla="*/ 443 h 712"/>
                <a:gd name="T16" fmla="*/ 1083 w 1321"/>
                <a:gd name="T17" fmla="*/ 459 h 712"/>
                <a:gd name="T18" fmla="*/ 1031 w 1321"/>
                <a:gd name="T19" fmla="*/ 471 h 712"/>
                <a:gd name="T20" fmla="*/ 973 w 1321"/>
                <a:gd name="T21" fmla="*/ 482 h 712"/>
                <a:gd name="T22" fmla="*/ 913 w 1321"/>
                <a:gd name="T23" fmla="*/ 490 h 712"/>
                <a:gd name="T24" fmla="*/ 846 w 1321"/>
                <a:gd name="T25" fmla="*/ 497 h 712"/>
                <a:gd name="T26" fmla="*/ 778 w 1321"/>
                <a:gd name="T27" fmla="*/ 501 h 712"/>
                <a:gd name="T28" fmla="*/ 751 w 1321"/>
                <a:gd name="T29" fmla="*/ 503 h 712"/>
                <a:gd name="T30" fmla="*/ 449 w 1321"/>
                <a:gd name="T31" fmla="*/ 503 h 712"/>
                <a:gd name="T32" fmla="*/ 445 w 1321"/>
                <a:gd name="T33" fmla="*/ 503 h 712"/>
                <a:gd name="T34" fmla="*/ 386 w 1321"/>
                <a:gd name="T35" fmla="*/ 500 h 712"/>
                <a:gd name="T36" fmla="*/ 329 w 1321"/>
                <a:gd name="T37" fmla="*/ 497 h 712"/>
                <a:gd name="T38" fmla="*/ 275 w 1321"/>
                <a:gd name="T39" fmla="*/ 492 h 712"/>
                <a:gd name="T40" fmla="*/ 223 w 1321"/>
                <a:gd name="T41" fmla="*/ 487 h 712"/>
                <a:gd name="T42" fmla="*/ 176 w 1321"/>
                <a:gd name="T43" fmla="*/ 478 h 712"/>
                <a:gd name="T44" fmla="*/ 132 w 1321"/>
                <a:gd name="T45" fmla="*/ 467 h 712"/>
                <a:gd name="T46" fmla="*/ 96 w 1321"/>
                <a:gd name="T47" fmla="*/ 458 h 712"/>
                <a:gd name="T48" fmla="*/ 64 w 1321"/>
                <a:gd name="T49" fmla="*/ 445 h 712"/>
                <a:gd name="T50" fmla="*/ 36 w 1321"/>
                <a:gd name="T51" fmla="*/ 429 h 712"/>
                <a:gd name="T52" fmla="*/ 18 w 1321"/>
                <a:gd name="T53" fmla="*/ 411 h 712"/>
                <a:gd name="T54" fmla="*/ 6 w 1321"/>
                <a:gd name="T55" fmla="*/ 391 h 712"/>
                <a:gd name="T56" fmla="*/ 0 w 1321"/>
                <a:gd name="T57" fmla="*/ 370 h 712"/>
                <a:gd name="T58" fmla="*/ 0 w 1321"/>
                <a:gd name="T59" fmla="*/ 367 h 712"/>
                <a:gd name="T60" fmla="*/ 4 w 1321"/>
                <a:gd name="T61" fmla="*/ 344 h 712"/>
                <a:gd name="T62" fmla="*/ 16 w 1321"/>
                <a:gd name="T63" fmla="*/ 315 h 712"/>
                <a:gd name="T64" fmla="*/ 48 w 1321"/>
                <a:gd name="T65" fmla="*/ 261 h 712"/>
                <a:gd name="T66" fmla="*/ 88 w 1321"/>
                <a:gd name="T67" fmla="*/ 211 h 712"/>
                <a:gd name="T68" fmla="*/ 138 w 1321"/>
                <a:gd name="T69" fmla="*/ 166 h 712"/>
                <a:gd name="T70" fmla="*/ 192 w 1321"/>
                <a:gd name="T71" fmla="*/ 125 h 712"/>
                <a:gd name="T72" fmla="*/ 255 w 1321"/>
                <a:gd name="T73" fmla="*/ 88 h 712"/>
                <a:gd name="T74" fmla="*/ 323 w 1321"/>
                <a:gd name="T75" fmla="*/ 58 h 712"/>
                <a:gd name="T76" fmla="*/ 391 w 1321"/>
                <a:gd name="T77" fmla="*/ 33 h 712"/>
                <a:gd name="T78" fmla="*/ 470 w 1321"/>
                <a:gd name="T79" fmla="*/ 15 h 712"/>
                <a:gd name="T80" fmla="*/ 548 w 1321"/>
                <a:gd name="T81" fmla="*/ 4 h 712"/>
                <a:gd name="T82" fmla="*/ 630 w 1321"/>
                <a:gd name="T83" fmla="*/ 0 h 712"/>
                <a:gd name="T84" fmla="*/ 630 w 1321"/>
                <a:gd name="T85" fmla="*/ 0 h 712"/>
                <a:gd name="T86" fmla="*/ 717 w 1321"/>
                <a:gd name="T87" fmla="*/ 4 h 712"/>
                <a:gd name="T88" fmla="*/ 800 w 1321"/>
                <a:gd name="T89" fmla="*/ 16 h 712"/>
                <a:gd name="T90" fmla="*/ 880 w 1321"/>
                <a:gd name="T91" fmla="*/ 37 h 712"/>
                <a:gd name="T92" fmla="*/ 954 w 1321"/>
                <a:gd name="T93" fmla="*/ 63 h 712"/>
                <a:gd name="T94" fmla="*/ 1022 w 1321"/>
                <a:gd name="T95" fmla="*/ 97 h 712"/>
                <a:gd name="T96" fmla="*/ 1085 w 1321"/>
                <a:gd name="T97" fmla="*/ 137 h 712"/>
                <a:gd name="T98" fmla="*/ 1141 w 1321"/>
                <a:gd name="T99" fmla="*/ 181 h 712"/>
                <a:gd name="T100" fmla="*/ 1188 w 1321"/>
                <a:gd name="T101" fmla="*/ 229 h 712"/>
                <a:gd name="T102" fmla="*/ 1228 w 1321"/>
                <a:gd name="T103" fmla="*/ 283 h 712"/>
                <a:gd name="T104" fmla="*/ 1228 w 1321"/>
                <a:gd name="T105" fmla="*/ 283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21"/>
                <a:gd name="T160" fmla="*/ 0 h 712"/>
                <a:gd name="T161" fmla="*/ 1321 w 1321"/>
                <a:gd name="T162" fmla="*/ 712 h 71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A776F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 Box 24"/>
          <p:cNvSpPr txBox="1">
            <a:spLocks noChangeArrowheads="1"/>
          </p:cNvSpPr>
          <p:nvPr/>
        </p:nvSpPr>
        <p:spPr bwMode="gray">
          <a:xfrm>
            <a:off x="4495800" y="5135563"/>
            <a:ext cx="609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rPr>
              <a:t>4</a:t>
            </a:r>
            <a:endParaRPr lang="en-US" sz="2000" b="1" baseline="-250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10" name="Group 11"/>
          <p:cNvGrpSpPr>
            <a:grpSpLocks/>
          </p:cNvGrpSpPr>
          <p:nvPr/>
        </p:nvGrpSpPr>
        <p:grpSpPr bwMode="auto">
          <a:xfrm>
            <a:off x="4419600" y="5516563"/>
            <a:ext cx="731838" cy="731837"/>
            <a:chOff x="2016" y="1920"/>
            <a:chExt cx="1680" cy="1680"/>
          </a:xfrm>
        </p:grpSpPr>
        <p:sp>
          <p:nvSpPr>
            <p:cNvPr id="33836" name="Oval 12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33CC33"/>
                </a:gs>
                <a:gs pos="100000">
                  <a:srgbClr val="0C320C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7" name="Freeform 13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228 w 1321"/>
                <a:gd name="T1" fmla="*/ 283 h 712"/>
                <a:gd name="T2" fmla="*/ 1244 w 1321"/>
                <a:gd name="T3" fmla="*/ 313 h 712"/>
                <a:gd name="T4" fmla="*/ 1247 w 1321"/>
                <a:gd name="T5" fmla="*/ 339 h 712"/>
                <a:gd name="T6" fmla="*/ 1242 w 1321"/>
                <a:gd name="T7" fmla="*/ 364 h 712"/>
                <a:gd name="T8" fmla="*/ 1225 w 1321"/>
                <a:gd name="T9" fmla="*/ 388 h 712"/>
                <a:gd name="T10" fmla="*/ 1201 w 1321"/>
                <a:gd name="T11" fmla="*/ 409 h 712"/>
                <a:gd name="T12" fmla="*/ 1170 w 1321"/>
                <a:gd name="T13" fmla="*/ 427 h 712"/>
                <a:gd name="T14" fmla="*/ 1129 w 1321"/>
                <a:gd name="T15" fmla="*/ 443 h 712"/>
                <a:gd name="T16" fmla="*/ 1083 w 1321"/>
                <a:gd name="T17" fmla="*/ 459 h 712"/>
                <a:gd name="T18" fmla="*/ 1031 w 1321"/>
                <a:gd name="T19" fmla="*/ 471 h 712"/>
                <a:gd name="T20" fmla="*/ 973 w 1321"/>
                <a:gd name="T21" fmla="*/ 482 h 712"/>
                <a:gd name="T22" fmla="*/ 913 w 1321"/>
                <a:gd name="T23" fmla="*/ 490 h 712"/>
                <a:gd name="T24" fmla="*/ 846 w 1321"/>
                <a:gd name="T25" fmla="*/ 497 h 712"/>
                <a:gd name="T26" fmla="*/ 778 w 1321"/>
                <a:gd name="T27" fmla="*/ 501 h 712"/>
                <a:gd name="T28" fmla="*/ 751 w 1321"/>
                <a:gd name="T29" fmla="*/ 503 h 712"/>
                <a:gd name="T30" fmla="*/ 449 w 1321"/>
                <a:gd name="T31" fmla="*/ 503 h 712"/>
                <a:gd name="T32" fmla="*/ 445 w 1321"/>
                <a:gd name="T33" fmla="*/ 503 h 712"/>
                <a:gd name="T34" fmla="*/ 386 w 1321"/>
                <a:gd name="T35" fmla="*/ 500 h 712"/>
                <a:gd name="T36" fmla="*/ 329 w 1321"/>
                <a:gd name="T37" fmla="*/ 497 h 712"/>
                <a:gd name="T38" fmla="*/ 275 w 1321"/>
                <a:gd name="T39" fmla="*/ 492 h 712"/>
                <a:gd name="T40" fmla="*/ 223 w 1321"/>
                <a:gd name="T41" fmla="*/ 487 h 712"/>
                <a:gd name="T42" fmla="*/ 176 w 1321"/>
                <a:gd name="T43" fmla="*/ 478 h 712"/>
                <a:gd name="T44" fmla="*/ 132 w 1321"/>
                <a:gd name="T45" fmla="*/ 467 h 712"/>
                <a:gd name="T46" fmla="*/ 96 w 1321"/>
                <a:gd name="T47" fmla="*/ 458 h 712"/>
                <a:gd name="T48" fmla="*/ 64 w 1321"/>
                <a:gd name="T49" fmla="*/ 445 h 712"/>
                <a:gd name="T50" fmla="*/ 36 w 1321"/>
                <a:gd name="T51" fmla="*/ 429 h 712"/>
                <a:gd name="T52" fmla="*/ 18 w 1321"/>
                <a:gd name="T53" fmla="*/ 411 h 712"/>
                <a:gd name="T54" fmla="*/ 6 w 1321"/>
                <a:gd name="T55" fmla="*/ 391 h 712"/>
                <a:gd name="T56" fmla="*/ 0 w 1321"/>
                <a:gd name="T57" fmla="*/ 370 h 712"/>
                <a:gd name="T58" fmla="*/ 0 w 1321"/>
                <a:gd name="T59" fmla="*/ 367 h 712"/>
                <a:gd name="T60" fmla="*/ 4 w 1321"/>
                <a:gd name="T61" fmla="*/ 344 h 712"/>
                <a:gd name="T62" fmla="*/ 16 w 1321"/>
                <a:gd name="T63" fmla="*/ 315 h 712"/>
                <a:gd name="T64" fmla="*/ 48 w 1321"/>
                <a:gd name="T65" fmla="*/ 261 h 712"/>
                <a:gd name="T66" fmla="*/ 88 w 1321"/>
                <a:gd name="T67" fmla="*/ 211 h 712"/>
                <a:gd name="T68" fmla="*/ 138 w 1321"/>
                <a:gd name="T69" fmla="*/ 166 h 712"/>
                <a:gd name="T70" fmla="*/ 192 w 1321"/>
                <a:gd name="T71" fmla="*/ 125 h 712"/>
                <a:gd name="T72" fmla="*/ 255 w 1321"/>
                <a:gd name="T73" fmla="*/ 88 h 712"/>
                <a:gd name="T74" fmla="*/ 323 w 1321"/>
                <a:gd name="T75" fmla="*/ 58 h 712"/>
                <a:gd name="T76" fmla="*/ 391 w 1321"/>
                <a:gd name="T77" fmla="*/ 33 h 712"/>
                <a:gd name="T78" fmla="*/ 470 w 1321"/>
                <a:gd name="T79" fmla="*/ 15 h 712"/>
                <a:gd name="T80" fmla="*/ 548 w 1321"/>
                <a:gd name="T81" fmla="*/ 4 h 712"/>
                <a:gd name="T82" fmla="*/ 630 w 1321"/>
                <a:gd name="T83" fmla="*/ 0 h 712"/>
                <a:gd name="T84" fmla="*/ 630 w 1321"/>
                <a:gd name="T85" fmla="*/ 0 h 712"/>
                <a:gd name="T86" fmla="*/ 717 w 1321"/>
                <a:gd name="T87" fmla="*/ 4 h 712"/>
                <a:gd name="T88" fmla="*/ 800 w 1321"/>
                <a:gd name="T89" fmla="*/ 16 h 712"/>
                <a:gd name="T90" fmla="*/ 880 w 1321"/>
                <a:gd name="T91" fmla="*/ 37 h 712"/>
                <a:gd name="T92" fmla="*/ 954 w 1321"/>
                <a:gd name="T93" fmla="*/ 63 h 712"/>
                <a:gd name="T94" fmla="*/ 1022 w 1321"/>
                <a:gd name="T95" fmla="*/ 97 h 712"/>
                <a:gd name="T96" fmla="*/ 1085 w 1321"/>
                <a:gd name="T97" fmla="*/ 137 h 712"/>
                <a:gd name="T98" fmla="*/ 1141 w 1321"/>
                <a:gd name="T99" fmla="*/ 181 h 712"/>
                <a:gd name="T100" fmla="*/ 1188 w 1321"/>
                <a:gd name="T101" fmla="*/ 229 h 712"/>
                <a:gd name="T102" fmla="*/ 1228 w 1321"/>
                <a:gd name="T103" fmla="*/ 283 h 712"/>
                <a:gd name="T104" fmla="*/ 1228 w 1321"/>
                <a:gd name="T105" fmla="*/ 283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21"/>
                <a:gd name="T160" fmla="*/ 0 h 712"/>
                <a:gd name="T161" fmla="*/ 1321 w 1321"/>
                <a:gd name="T162" fmla="*/ 712 h 71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33CC33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21"/>
          <p:cNvGrpSpPr>
            <a:grpSpLocks/>
          </p:cNvGrpSpPr>
          <p:nvPr/>
        </p:nvGrpSpPr>
        <p:grpSpPr bwMode="auto">
          <a:xfrm>
            <a:off x="1066800" y="5516563"/>
            <a:ext cx="731838" cy="731837"/>
            <a:chOff x="2016" y="1920"/>
            <a:chExt cx="1680" cy="1680"/>
          </a:xfrm>
        </p:grpSpPr>
        <p:sp>
          <p:nvSpPr>
            <p:cNvPr id="33834" name="Oval 22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A776F0"/>
                </a:gs>
                <a:gs pos="100000">
                  <a:srgbClr val="6A4B9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5" name="Freeform 23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228 w 1321"/>
                <a:gd name="T1" fmla="*/ 283 h 712"/>
                <a:gd name="T2" fmla="*/ 1244 w 1321"/>
                <a:gd name="T3" fmla="*/ 313 h 712"/>
                <a:gd name="T4" fmla="*/ 1247 w 1321"/>
                <a:gd name="T5" fmla="*/ 339 h 712"/>
                <a:gd name="T6" fmla="*/ 1242 w 1321"/>
                <a:gd name="T7" fmla="*/ 364 h 712"/>
                <a:gd name="T8" fmla="*/ 1225 w 1321"/>
                <a:gd name="T9" fmla="*/ 388 h 712"/>
                <a:gd name="T10" fmla="*/ 1201 w 1321"/>
                <a:gd name="T11" fmla="*/ 409 h 712"/>
                <a:gd name="T12" fmla="*/ 1170 w 1321"/>
                <a:gd name="T13" fmla="*/ 427 h 712"/>
                <a:gd name="T14" fmla="*/ 1129 w 1321"/>
                <a:gd name="T15" fmla="*/ 443 h 712"/>
                <a:gd name="T16" fmla="*/ 1083 w 1321"/>
                <a:gd name="T17" fmla="*/ 459 h 712"/>
                <a:gd name="T18" fmla="*/ 1031 w 1321"/>
                <a:gd name="T19" fmla="*/ 471 h 712"/>
                <a:gd name="T20" fmla="*/ 973 w 1321"/>
                <a:gd name="T21" fmla="*/ 482 h 712"/>
                <a:gd name="T22" fmla="*/ 913 w 1321"/>
                <a:gd name="T23" fmla="*/ 490 h 712"/>
                <a:gd name="T24" fmla="*/ 846 w 1321"/>
                <a:gd name="T25" fmla="*/ 497 h 712"/>
                <a:gd name="T26" fmla="*/ 778 w 1321"/>
                <a:gd name="T27" fmla="*/ 501 h 712"/>
                <a:gd name="T28" fmla="*/ 751 w 1321"/>
                <a:gd name="T29" fmla="*/ 503 h 712"/>
                <a:gd name="T30" fmla="*/ 449 w 1321"/>
                <a:gd name="T31" fmla="*/ 503 h 712"/>
                <a:gd name="T32" fmla="*/ 445 w 1321"/>
                <a:gd name="T33" fmla="*/ 503 h 712"/>
                <a:gd name="T34" fmla="*/ 386 w 1321"/>
                <a:gd name="T35" fmla="*/ 500 h 712"/>
                <a:gd name="T36" fmla="*/ 329 w 1321"/>
                <a:gd name="T37" fmla="*/ 497 h 712"/>
                <a:gd name="T38" fmla="*/ 275 w 1321"/>
                <a:gd name="T39" fmla="*/ 492 h 712"/>
                <a:gd name="T40" fmla="*/ 223 w 1321"/>
                <a:gd name="T41" fmla="*/ 487 h 712"/>
                <a:gd name="T42" fmla="*/ 176 w 1321"/>
                <a:gd name="T43" fmla="*/ 478 h 712"/>
                <a:gd name="T44" fmla="*/ 132 w 1321"/>
                <a:gd name="T45" fmla="*/ 467 h 712"/>
                <a:gd name="T46" fmla="*/ 96 w 1321"/>
                <a:gd name="T47" fmla="*/ 458 h 712"/>
                <a:gd name="T48" fmla="*/ 64 w 1321"/>
                <a:gd name="T49" fmla="*/ 445 h 712"/>
                <a:gd name="T50" fmla="*/ 36 w 1321"/>
                <a:gd name="T51" fmla="*/ 429 h 712"/>
                <a:gd name="T52" fmla="*/ 18 w 1321"/>
                <a:gd name="T53" fmla="*/ 411 h 712"/>
                <a:gd name="T54" fmla="*/ 6 w 1321"/>
                <a:gd name="T55" fmla="*/ 391 h 712"/>
                <a:gd name="T56" fmla="*/ 0 w 1321"/>
                <a:gd name="T57" fmla="*/ 370 h 712"/>
                <a:gd name="T58" fmla="*/ 0 w 1321"/>
                <a:gd name="T59" fmla="*/ 367 h 712"/>
                <a:gd name="T60" fmla="*/ 4 w 1321"/>
                <a:gd name="T61" fmla="*/ 344 h 712"/>
                <a:gd name="T62" fmla="*/ 16 w 1321"/>
                <a:gd name="T63" fmla="*/ 315 h 712"/>
                <a:gd name="T64" fmla="*/ 48 w 1321"/>
                <a:gd name="T65" fmla="*/ 261 h 712"/>
                <a:gd name="T66" fmla="*/ 88 w 1321"/>
                <a:gd name="T67" fmla="*/ 211 h 712"/>
                <a:gd name="T68" fmla="*/ 138 w 1321"/>
                <a:gd name="T69" fmla="*/ 166 h 712"/>
                <a:gd name="T70" fmla="*/ 192 w 1321"/>
                <a:gd name="T71" fmla="*/ 125 h 712"/>
                <a:gd name="T72" fmla="*/ 255 w 1321"/>
                <a:gd name="T73" fmla="*/ 88 h 712"/>
                <a:gd name="T74" fmla="*/ 323 w 1321"/>
                <a:gd name="T75" fmla="*/ 58 h 712"/>
                <a:gd name="T76" fmla="*/ 391 w 1321"/>
                <a:gd name="T77" fmla="*/ 33 h 712"/>
                <a:gd name="T78" fmla="*/ 470 w 1321"/>
                <a:gd name="T79" fmla="*/ 15 h 712"/>
                <a:gd name="T80" fmla="*/ 548 w 1321"/>
                <a:gd name="T81" fmla="*/ 4 h 712"/>
                <a:gd name="T82" fmla="*/ 630 w 1321"/>
                <a:gd name="T83" fmla="*/ 0 h 712"/>
                <a:gd name="T84" fmla="*/ 630 w 1321"/>
                <a:gd name="T85" fmla="*/ 0 h 712"/>
                <a:gd name="T86" fmla="*/ 717 w 1321"/>
                <a:gd name="T87" fmla="*/ 4 h 712"/>
                <a:gd name="T88" fmla="*/ 800 w 1321"/>
                <a:gd name="T89" fmla="*/ 16 h 712"/>
                <a:gd name="T90" fmla="*/ 880 w 1321"/>
                <a:gd name="T91" fmla="*/ 37 h 712"/>
                <a:gd name="T92" fmla="*/ 954 w 1321"/>
                <a:gd name="T93" fmla="*/ 63 h 712"/>
                <a:gd name="T94" fmla="*/ 1022 w 1321"/>
                <a:gd name="T95" fmla="*/ 97 h 712"/>
                <a:gd name="T96" fmla="*/ 1085 w 1321"/>
                <a:gd name="T97" fmla="*/ 137 h 712"/>
                <a:gd name="T98" fmla="*/ 1141 w 1321"/>
                <a:gd name="T99" fmla="*/ 181 h 712"/>
                <a:gd name="T100" fmla="*/ 1188 w 1321"/>
                <a:gd name="T101" fmla="*/ 229 h 712"/>
                <a:gd name="T102" fmla="*/ 1228 w 1321"/>
                <a:gd name="T103" fmla="*/ 283 h 712"/>
                <a:gd name="T104" fmla="*/ 1228 w 1321"/>
                <a:gd name="T105" fmla="*/ 283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21"/>
                <a:gd name="T160" fmla="*/ 0 h 712"/>
                <a:gd name="T161" fmla="*/ 1321 w 1321"/>
                <a:gd name="T162" fmla="*/ 712 h 71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A776F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 Box 24"/>
          <p:cNvSpPr txBox="1">
            <a:spLocks noChangeArrowheads="1"/>
          </p:cNvSpPr>
          <p:nvPr/>
        </p:nvSpPr>
        <p:spPr bwMode="gray">
          <a:xfrm>
            <a:off x="1143000" y="5135563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0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17" name="Group 21"/>
          <p:cNvGrpSpPr>
            <a:grpSpLocks/>
          </p:cNvGrpSpPr>
          <p:nvPr/>
        </p:nvGrpSpPr>
        <p:grpSpPr bwMode="auto">
          <a:xfrm>
            <a:off x="1905000" y="5516563"/>
            <a:ext cx="731838" cy="731837"/>
            <a:chOff x="2016" y="1920"/>
            <a:chExt cx="1680" cy="1680"/>
          </a:xfrm>
        </p:grpSpPr>
        <p:sp>
          <p:nvSpPr>
            <p:cNvPr id="33832" name="Oval 22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A776F0"/>
                </a:gs>
                <a:gs pos="100000">
                  <a:srgbClr val="6A4B9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3" name="Freeform 23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228 w 1321"/>
                <a:gd name="T1" fmla="*/ 283 h 712"/>
                <a:gd name="T2" fmla="*/ 1244 w 1321"/>
                <a:gd name="T3" fmla="*/ 313 h 712"/>
                <a:gd name="T4" fmla="*/ 1247 w 1321"/>
                <a:gd name="T5" fmla="*/ 339 h 712"/>
                <a:gd name="T6" fmla="*/ 1242 w 1321"/>
                <a:gd name="T7" fmla="*/ 364 h 712"/>
                <a:gd name="T8" fmla="*/ 1225 w 1321"/>
                <a:gd name="T9" fmla="*/ 388 h 712"/>
                <a:gd name="T10" fmla="*/ 1201 w 1321"/>
                <a:gd name="T11" fmla="*/ 409 h 712"/>
                <a:gd name="T12" fmla="*/ 1170 w 1321"/>
                <a:gd name="T13" fmla="*/ 427 h 712"/>
                <a:gd name="T14" fmla="*/ 1129 w 1321"/>
                <a:gd name="T15" fmla="*/ 443 h 712"/>
                <a:gd name="T16" fmla="*/ 1083 w 1321"/>
                <a:gd name="T17" fmla="*/ 459 h 712"/>
                <a:gd name="T18" fmla="*/ 1031 w 1321"/>
                <a:gd name="T19" fmla="*/ 471 h 712"/>
                <a:gd name="T20" fmla="*/ 973 w 1321"/>
                <a:gd name="T21" fmla="*/ 482 h 712"/>
                <a:gd name="T22" fmla="*/ 913 w 1321"/>
                <a:gd name="T23" fmla="*/ 490 h 712"/>
                <a:gd name="T24" fmla="*/ 846 w 1321"/>
                <a:gd name="T25" fmla="*/ 497 h 712"/>
                <a:gd name="T26" fmla="*/ 778 w 1321"/>
                <a:gd name="T27" fmla="*/ 501 h 712"/>
                <a:gd name="T28" fmla="*/ 751 w 1321"/>
                <a:gd name="T29" fmla="*/ 503 h 712"/>
                <a:gd name="T30" fmla="*/ 449 w 1321"/>
                <a:gd name="T31" fmla="*/ 503 h 712"/>
                <a:gd name="T32" fmla="*/ 445 w 1321"/>
                <a:gd name="T33" fmla="*/ 503 h 712"/>
                <a:gd name="T34" fmla="*/ 386 w 1321"/>
                <a:gd name="T35" fmla="*/ 500 h 712"/>
                <a:gd name="T36" fmla="*/ 329 w 1321"/>
                <a:gd name="T37" fmla="*/ 497 h 712"/>
                <a:gd name="T38" fmla="*/ 275 w 1321"/>
                <a:gd name="T39" fmla="*/ 492 h 712"/>
                <a:gd name="T40" fmla="*/ 223 w 1321"/>
                <a:gd name="T41" fmla="*/ 487 h 712"/>
                <a:gd name="T42" fmla="*/ 176 w 1321"/>
                <a:gd name="T43" fmla="*/ 478 h 712"/>
                <a:gd name="T44" fmla="*/ 132 w 1321"/>
                <a:gd name="T45" fmla="*/ 467 h 712"/>
                <a:gd name="T46" fmla="*/ 96 w 1321"/>
                <a:gd name="T47" fmla="*/ 458 h 712"/>
                <a:gd name="T48" fmla="*/ 64 w 1321"/>
                <a:gd name="T49" fmla="*/ 445 h 712"/>
                <a:gd name="T50" fmla="*/ 36 w 1321"/>
                <a:gd name="T51" fmla="*/ 429 h 712"/>
                <a:gd name="T52" fmla="*/ 18 w 1321"/>
                <a:gd name="T53" fmla="*/ 411 h 712"/>
                <a:gd name="T54" fmla="*/ 6 w 1321"/>
                <a:gd name="T55" fmla="*/ 391 h 712"/>
                <a:gd name="T56" fmla="*/ 0 w 1321"/>
                <a:gd name="T57" fmla="*/ 370 h 712"/>
                <a:gd name="T58" fmla="*/ 0 w 1321"/>
                <a:gd name="T59" fmla="*/ 367 h 712"/>
                <a:gd name="T60" fmla="*/ 4 w 1321"/>
                <a:gd name="T61" fmla="*/ 344 h 712"/>
                <a:gd name="T62" fmla="*/ 16 w 1321"/>
                <a:gd name="T63" fmla="*/ 315 h 712"/>
                <a:gd name="T64" fmla="*/ 48 w 1321"/>
                <a:gd name="T65" fmla="*/ 261 h 712"/>
                <a:gd name="T66" fmla="*/ 88 w 1321"/>
                <a:gd name="T67" fmla="*/ 211 h 712"/>
                <a:gd name="T68" fmla="*/ 138 w 1321"/>
                <a:gd name="T69" fmla="*/ 166 h 712"/>
                <a:gd name="T70" fmla="*/ 192 w 1321"/>
                <a:gd name="T71" fmla="*/ 125 h 712"/>
                <a:gd name="T72" fmla="*/ 255 w 1321"/>
                <a:gd name="T73" fmla="*/ 88 h 712"/>
                <a:gd name="T74" fmla="*/ 323 w 1321"/>
                <a:gd name="T75" fmla="*/ 58 h 712"/>
                <a:gd name="T76" fmla="*/ 391 w 1321"/>
                <a:gd name="T77" fmla="*/ 33 h 712"/>
                <a:gd name="T78" fmla="*/ 470 w 1321"/>
                <a:gd name="T79" fmla="*/ 15 h 712"/>
                <a:gd name="T80" fmla="*/ 548 w 1321"/>
                <a:gd name="T81" fmla="*/ 4 h 712"/>
                <a:gd name="T82" fmla="*/ 630 w 1321"/>
                <a:gd name="T83" fmla="*/ 0 h 712"/>
                <a:gd name="T84" fmla="*/ 630 w 1321"/>
                <a:gd name="T85" fmla="*/ 0 h 712"/>
                <a:gd name="T86" fmla="*/ 717 w 1321"/>
                <a:gd name="T87" fmla="*/ 4 h 712"/>
                <a:gd name="T88" fmla="*/ 800 w 1321"/>
                <a:gd name="T89" fmla="*/ 16 h 712"/>
                <a:gd name="T90" fmla="*/ 880 w 1321"/>
                <a:gd name="T91" fmla="*/ 37 h 712"/>
                <a:gd name="T92" fmla="*/ 954 w 1321"/>
                <a:gd name="T93" fmla="*/ 63 h 712"/>
                <a:gd name="T94" fmla="*/ 1022 w 1321"/>
                <a:gd name="T95" fmla="*/ 97 h 712"/>
                <a:gd name="T96" fmla="*/ 1085 w 1321"/>
                <a:gd name="T97" fmla="*/ 137 h 712"/>
                <a:gd name="T98" fmla="*/ 1141 w 1321"/>
                <a:gd name="T99" fmla="*/ 181 h 712"/>
                <a:gd name="T100" fmla="*/ 1188 w 1321"/>
                <a:gd name="T101" fmla="*/ 229 h 712"/>
                <a:gd name="T102" fmla="*/ 1228 w 1321"/>
                <a:gd name="T103" fmla="*/ 283 h 712"/>
                <a:gd name="T104" fmla="*/ 1228 w 1321"/>
                <a:gd name="T105" fmla="*/ 283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21"/>
                <a:gd name="T160" fmla="*/ 0 h 712"/>
                <a:gd name="T161" fmla="*/ 1321 w 1321"/>
                <a:gd name="T162" fmla="*/ 712 h 71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A776F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 Box 24"/>
          <p:cNvSpPr txBox="1">
            <a:spLocks noChangeArrowheads="1"/>
          </p:cNvSpPr>
          <p:nvPr/>
        </p:nvSpPr>
        <p:spPr bwMode="gray">
          <a:xfrm>
            <a:off x="1981200" y="5135563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1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21" name="Group 21"/>
          <p:cNvGrpSpPr>
            <a:grpSpLocks/>
          </p:cNvGrpSpPr>
          <p:nvPr/>
        </p:nvGrpSpPr>
        <p:grpSpPr bwMode="auto">
          <a:xfrm>
            <a:off x="2743200" y="5516563"/>
            <a:ext cx="731838" cy="731837"/>
            <a:chOff x="2016" y="1920"/>
            <a:chExt cx="1680" cy="1680"/>
          </a:xfrm>
        </p:grpSpPr>
        <p:sp>
          <p:nvSpPr>
            <p:cNvPr id="33830" name="Oval 22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A776F0"/>
                </a:gs>
                <a:gs pos="100000">
                  <a:srgbClr val="6A4B9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1" name="Freeform 23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228 w 1321"/>
                <a:gd name="T1" fmla="*/ 283 h 712"/>
                <a:gd name="T2" fmla="*/ 1244 w 1321"/>
                <a:gd name="T3" fmla="*/ 313 h 712"/>
                <a:gd name="T4" fmla="*/ 1247 w 1321"/>
                <a:gd name="T5" fmla="*/ 339 h 712"/>
                <a:gd name="T6" fmla="*/ 1242 w 1321"/>
                <a:gd name="T7" fmla="*/ 364 h 712"/>
                <a:gd name="T8" fmla="*/ 1225 w 1321"/>
                <a:gd name="T9" fmla="*/ 388 h 712"/>
                <a:gd name="T10" fmla="*/ 1201 w 1321"/>
                <a:gd name="T11" fmla="*/ 409 h 712"/>
                <a:gd name="T12" fmla="*/ 1170 w 1321"/>
                <a:gd name="T13" fmla="*/ 427 h 712"/>
                <a:gd name="T14" fmla="*/ 1129 w 1321"/>
                <a:gd name="T15" fmla="*/ 443 h 712"/>
                <a:gd name="T16" fmla="*/ 1083 w 1321"/>
                <a:gd name="T17" fmla="*/ 459 h 712"/>
                <a:gd name="T18" fmla="*/ 1031 w 1321"/>
                <a:gd name="T19" fmla="*/ 471 h 712"/>
                <a:gd name="T20" fmla="*/ 973 w 1321"/>
                <a:gd name="T21" fmla="*/ 482 h 712"/>
                <a:gd name="T22" fmla="*/ 913 w 1321"/>
                <a:gd name="T23" fmla="*/ 490 h 712"/>
                <a:gd name="T24" fmla="*/ 846 w 1321"/>
                <a:gd name="T25" fmla="*/ 497 h 712"/>
                <a:gd name="T26" fmla="*/ 778 w 1321"/>
                <a:gd name="T27" fmla="*/ 501 h 712"/>
                <a:gd name="T28" fmla="*/ 751 w 1321"/>
                <a:gd name="T29" fmla="*/ 503 h 712"/>
                <a:gd name="T30" fmla="*/ 449 w 1321"/>
                <a:gd name="T31" fmla="*/ 503 h 712"/>
                <a:gd name="T32" fmla="*/ 445 w 1321"/>
                <a:gd name="T33" fmla="*/ 503 h 712"/>
                <a:gd name="T34" fmla="*/ 386 w 1321"/>
                <a:gd name="T35" fmla="*/ 500 h 712"/>
                <a:gd name="T36" fmla="*/ 329 w 1321"/>
                <a:gd name="T37" fmla="*/ 497 h 712"/>
                <a:gd name="T38" fmla="*/ 275 w 1321"/>
                <a:gd name="T39" fmla="*/ 492 h 712"/>
                <a:gd name="T40" fmla="*/ 223 w 1321"/>
                <a:gd name="T41" fmla="*/ 487 h 712"/>
                <a:gd name="T42" fmla="*/ 176 w 1321"/>
                <a:gd name="T43" fmla="*/ 478 h 712"/>
                <a:gd name="T44" fmla="*/ 132 w 1321"/>
                <a:gd name="T45" fmla="*/ 467 h 712"/>
                <a:gd name="T46" fmla="*/ 96 w 1321"/>
                <a:gd name="T47" fmla="*/ 458 h 712"/>
                <a:gd name="T48" fmla="*/ 64 w 1321"/>
                <a:gd name="T49" fmla="*/ 445 h 712"/>
                <a:gd name="T50" fmla="*/ 36 w 1321"/>
                <a:gd name="T51" fmla="*/ 429 h 712"/>
                <a:gd name="T52" fmla="*/ 18 w 1321"/>
                <a:gd name="T53" fmla="*/ 411 h 712"/>
                <a:gd name="T54" fmla="*/ 6 w 1321"/>
                <a:gd name="T55" fmla="*/ 391 h 712"/>
                <a:gd name="T56" fmla="*/ 0 w 1321"/>
                <a:gd name="T57" fmla="*/ 370 h 712"/>
                <a:gd name="T58" fmla="*/ 0 w 1321"/>
                <a:gd name="T59" fmla="*/ 367 h 712"/>
                <a:gd name="T60" fmla="*/ 4 w 1321"/>
                <a:gd name="T61" fmla="*/ 344 h 712"/>
                <a:gd name="T62" fmla="*/ 16 w 1321"/>
                <a:gd name="T63" fmla="*/ 315 h 712"/>
                <a:gd name="T64" fmla="*/ 48 w 1321"/>
                <a:gd name="T65" fmla="*/ 261 h 712"/>
                <a:gd name="T66" fmla="*/ 88 w 1321"/>
                <a:gd name="T67" fmla="*/ 211 h 712"/>
                <a:gd name="T68" fmla="*/ 138 w 1321"/>
                <a:gd name="T69" fmla="*/ 166 h 712"/>
                <a:gd name="T70" fmla="*/ 192 w 1321"/>
                <a:gd name="T71" fmla="*/ 125 h 712"/>
                <a:gd name="T72" fmla="*/ 255 w 1321"/>
                <a:gd name="T73" fmla="*/ 88 h 712"/>
                <a:gd name="T74" fmla="*/ 323 w 1321"/>
                <a:gd name="T75" fmla="*/ 58 h 712"/>
                <a:gd name="T76" fmla="*/ 391 w 1321"/>
                <a:gd name="T77" fmla="*/ 33 h 712"/>
                <a:gd name="T78" fmla="*/ 470 w 1321"/>
                <a:gd name="T79" fmla="*/ 15 h 712"/>
                <a:gd name="T80" fmla="*/ 548 w 1321"/>
                <a:gd name="T81" fmla="*/ 4 h 712"/>
                <a:gd name="T82" fmla="*/ 630 w 1321"/>
                <a:gd name="T83" fmla="*/ 0 h 712"/>
                <a:gd name="T84" fmla="*/ 630 w 1321"/>
                <a:gd name="T85" fmla="*/ 0 h 712"/>
                <a:gd name="T86" fmla="*/ 717 w 1321"/>
                <a:gd name="T87" fmla="*/ 4 h 712"/>
                <a:gd name="T88" fmla="*/ 800 w 1321"/>
                <a:gd name="T89" fmla="*/ 16 h 712"/>
                <a:gd name="T90" fmla="*/ 880 w 1321"/>
                <a:gd name="T91" fmla="*/ 37 h 712"/>
                <a:gd name="T92" fmla="*/ 954 w 1321"/>
                <a:gd name="T93" fmla="*/ 63 h 712"/>
                <a:gd name="T94" fmla="*/ 1022 w 1321"/>
                <a:gd name="T95" fmla="*/ 97 h 712"/>
                <a:gd name="T96" fmla="*/ 1085 w 1321"/>
                <a:gd name="T97" fmla="*/ 137 h 712"/>
                <a:gd name="T98" fmla="*/ 1141 w 1321"/>
                <a:gd name="T99" fmla="*/ 181 h 712"/>
                <a:gd name="T100" fmla="*/ 1188 w 1321"/>
                <a:gd name="T101" fmla="*/ 229 h 712"/>
                <a:gd name="T102" fmla="*/ 1228 w 1321"/>
                <a:gd name="T103" fmla="*/ 283 h 712"/>
                <a:gd name="T104" fmla="*/ 1228 w 1321"/>
                <a:gd name="T105" fmla="*/ 283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21"/>
                <a:gd name="T160" fmla="*/ 0 h 712"/>
                <a:gd name="T161" fmla="*/ 1321 w 1321"/>
                <a:gd name="T162" fmla="*/ 712 h 71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A776F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 Box 24"/>
          <p:cNvSpPr txBox="1">
            <a:spLocks noChangeArrowheads="1"/>
          </p:cNvSpPr>
          <p:nvPr/>
        </p:nvSpPr>
        <p:spPr bwMode="gray">
          <a:xfrm>
            <a:off x="2819400" y="5135563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2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25" name="Group 21"/>
          <p:cNvGrpSpPr>
            <a:grpSpLocks/>
          </p:cNvGrpSpPr>
          <p:nvPr/>
        </p:nvGrpSpPr>
        <p:grpSpPr bwMode="auto">
          <a:xfrm>
            <a:off x="3581400" y="5516563"/>
            <a:ext cx="731838" cy="731837"/>
            <a:chOff x="2016" y="1920"/>
            <a:chExt cx="1680" cy="1680"/>
          </a:xfrm>
        </p:grpSpPr>
        <p:sp>
          <p:nvSpPr>
            <p:cNvPr id="33828" name="Oval 22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A776F0"/>
                </a:gs>
                <a:gs pos="100000">
                  <a:srgbClr val="6A4B9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9" name="Freeform 23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228 w 1321"/>
                <a:gd name="T1" fmla="*/ 283 h 712"/>
                <a:gd name="T2" fmla="*/ 1244 w 1321"/>
                <a:gd name="T3" fmla="*/ 313 h 712"/>
                <a:gd name="T4" fmla="*/ 1247 w 1321"/>
                <a:gd name="T5" fmla="*/ 339 h 712"/>
                <a:gd name="T6" fmla="*/ 1242 w 1321"/>
                <a:gd name="T7" fmla="*/ 364 h 712"/>
                <a:gd name="T8" fmla="*/ 1225 w 1321"/>
                <a:gd name="T9" fmla="*/ 388 h 712"/>
                <a:gd name="T10" fmla="*/ 1201 w 1321"/>
                <a:gd name="T11" fmla="*/ 409 h 712"/>
                <a:gd name="T12" fmla="*/ 1170 w 1321"/>
                <a:gd name="T13" fmla="*/ 427 h 712"/>
                <a:gd name="T14" fmla="*/ 1129 w 1321"/>
                <a:gd name="T15" fmla="*/ 443 h 712"/>
                <a:gd name="T16" fmla="*/ 1083 w 1321"/>
                <a:gd name="T17" fmla="*/ 459 h 712"/>
                <a:gd name="T18" fmla="*/ 1031 w 1321"/>
                <a:gd name="T19" fmla="*/ 471 h 712"/>
                <a:gd name="T20" fmla="*/ 973 w 1321"/>
                <a:gd name="T21" fmla="*/ 482 h 712"/>
                <a:gd name="T22" fmla="*/ 913 w 1321"/>
                <a:gd name="T23" fmla="*/ 490 h 712"/>
                <a:gd name="T24" fmla="*/ 846 w 1321"/>
                <a:gd name="T25" fmla="*/ 497 h 712"/>
                <a:gd name="T26" fmla="*/ 778 w 1321"/>
                <a:gd name="T27" fmla="*/ 501 h 712"/>
                <a:gd name="T28" fmla="*/ 751 w 1321"/>
                <a:gd name="T29" fmla="*/ 503 h 712"/>
                <a:gd name="T30" fmla="*/ 449 w 1321"/>
                <a:gd name="T31" fmla="*/ 503 h 712"/>
                <a:gd name="T32" fmla="*/ 445 w 1321"/>
                <a:gd name="T33" fmla="*/ 503 h 712"/>
                <a:gd name="T34" fmla="*/ 386 w 1321"/>
                <a:gd name="T35" fmla="*/ 500 h 712"/>
                <a:gd name="T36" fmla="*/ 329 w 1321"/>
                <a:gd name="T37" fmla="*/ 497 h 712"/>
                <a:gd name="T38" fmla="*/ 275 w 1321"/>
                <a:gd name="T39" fmla="*/ 492 h 712"/>
                <a:gd name="T40" fmla="*/ 223 w 1321"/>
                <a:gd name="T41" fmla="*/ 487 h 712"/>
                <a:gd name="T42" fmla="*/ 176 w 1321"/>
                <a:gd name="T43" fmla="*/ 478 h 712"/>
                <a:gd name="T44" fmla="*/ 132 w 1321"/>
                <a:gd name="T45" fmla="*/ 467 h 712"/>
                <a:gd name="T46" fmla="*/ 96 w 1321"/>
                <a:gd name="T47" fmla="*/ 458 h 712"/>
                <a:gd name="T48" fmla="*/ 64 w 1321"/>
                <a:gd name="T49" fmla="*/ 445 h 712"/>
                <a:gd name="T50" fmla="*/ 36 w 1321"/>
                <a:gd name="T51" fmla="*/ 429 h 712"/>
                <a:gd name="T52" fmla="*/ 18 w 1321"/>
                <a:gd name="T53" fmla="*/ 411 h 712"/>
                <a:gd name="T54" fmla="*/ 6 w 1321"/>
                <a:gd name="T55" fmla="*/ 391 h 712"/>
                <a:gd name="T56" fmla="*/ 0 w 1321"/>
                <a:gd name="T57" fmla="*/ 370 h 712"/>
                <a:gd name="T58" fmla="*/ 0 w 1321"/>
                <a:gd name="T59" fmla="*/ 367 h 712"/>
                <a:gd name="T60" fmla="*/ 4 w 1321"/>
                <a:gd name="T61" fmla="*/ 344 h 712"/>
                <a:gd name="T62" fmla="*/ 16 w 1321"/>
                <a:gd name="T63" fmla="*/ 315 h 712"/>
                <a:gd name="T64" fmla="*/ 48 w 1321"/>
                <a:gd name="T65" fmla="*/ 261 h 712"/>
                <a:gd name="T66" fmla="*/ 88 w 1321"/>
                <a:gd name="T67" fmla="*/ 211 h 712"/>
                <a:gd name="T68" fmla="*/ 138 w 1321"/>
                <a:gd name="T69" fmla="*/ 166 h 712"/>
                <a:gd name="T70" fmla="*/ 192 w 1321"/>
                <a:gd name="T71" fmla="*/ 125 h 712"/>
                <a:gd name="T72" fmla="*/ 255 w 1321"/>
                <a:gd name="T73" fmla="*/ 88 h 712"/>
                <a:gd name="T74" fmla="*/ 323 w 1321"/>
                <a:gd name="T75" fmla="*/ 58 h 712"/>
                <a:gd name="T76" fmla="*/ 391 w 1321"/>
                <a:gd name="T77" fmla="*/ 33 h 712"/>
                <a:gd name="T78" fmla="*/ 470 w 1321"/>
                <a:gd name="T79" fmla="*/ 15 h 712"/>
                <a:gd name="T80" fmla="*/ 548 w 1321"/>
                <a:gd name="T81" fmla="*/ 4 h 712"/>
                <a:gd name="T82" fmla="*/ 630 w 1321"/>
                <a:gd name="T83" fmla="*/ 0 h 712"/>
                <a:gd name="T84" fmla="*/ 630 w 1321"/>
                <a:gd name="T85" fmla="*/ 0 h 712"/>
                <a:gd name="T86" fmla="*/ 717 w 1321"/>
                <a:gd name="T87" fmla="*/ 4 h 712"/>
                <a:gd name="T88" fmla="*/ 800 w 1321"/>
                <a:gd name="T89" fmla="*/ 16 h 712"/>
                <a:gd name="T90" fmla="*/ 880 w 1321"/>
                <a:gd name="T91" fmla="*/ 37 h 712"/>
                <a:gd name="T92" fmla="*/ 954 w 1321"/>
                <a:gd name="T93" fmla="*/ 63 h 712"/>
                <a:gd name="T94" fmla="*/ 1022 w 1321"/>
                <a:gd name="T95" fmla="*/ 97 h 712"/>
                <a:gd name="T96" fmla="*/ 1085 w 1321"/>
                <a:gd name="T97" fmla="*/ 137 h 712"/>
                <a:gd name="T98" fmla="*/ 1141 w 1321"/>
                <a:gd name="T99" fmla="*/ 181 h 712"/>
                <a:gd name="T100" fmla="*/ 1188 w 1321"/>
                <a:gd name="T101" fmla="*/ 229 h 712"/>
                <a:gd name="T102" fmla="*/ 1228 w 1321"/>
                <a:gd name="T103" fmla="*/ 283 h 712"/>
                <a:gd name="T104" fmla="*/ 1228 w 1321"/>
                <a:gd name="T105" fmla="*/ 283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21"/>
                <a:gd name="T160" fmla="*/ 0 h 712"/>
                <a:gd name="T161" fmla="*/ 1321 w 1321"/>
                <a:gd name="T162" fmla="*/ 712 h 71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A776F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Text Box 24"/>
          <p:cNvSpPr txBox="1">
            <a:spLocks noChangeArrowheads="1"/>
          </p:cNvSpPr>
          <p:nvPr/>
        </p:nvSpPr>
        <p:spPr bwMode="gray">
          <a:xfrm>
            <a:off x="3657600" y="5135563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3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29" name="Group 21"/>
          <p:cNvGrpSpPr>
            <a:grpSpLocks/>
          </p:cNvGrpSpPr>
          <p:nvPr/>
        </p:nvGrpSpPr>
        <p:grpSpPr bwMode="auto">
          <a:xfrm>
            <a:off x="6934200" y="5516563"/>
            <a:ext cx="731838" cy="731837"/>
            <a:chOff x="2016" y="1920"/>
            <a:chExt cx="1680" cy="1680"/>
          </a:xfrm>
        </p:grpSpPr>
        <p:sp>
          <p:nvSpPr>
            <p:cNvPr id="33826" name="Oval 22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A776F0"/>
                </a:gs>
                <a:gs pos="100000">
                  <a:srgbClr val="6A4B9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7" name="Freeform 23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228 w 1321"/>
                <a:gd name="T1" fmla="*/ 283 h 712"/>
                <a:gd name="T2" fmla="*/ 1244 w 1321"/>
                <a:gd name="T3" fmla="*/ 313 h 712"/>
                <a:gd name="T4" fmla="*/ 1247 w 1321"/>
                <a:gd name="T5" fmla="*/ 339 h 712"/>
                <a:gd name="T6" fmla="*/ 1242 w 1321"/>
                <a:gd name="T7" fmla="*/ 364 h 712"/>
                <a:gd name="T8" fmla="*/ 1225 w 1321"/>
                <a:gd name="T9" fmla="*/ 388 h 712"/>
                <a:gd name="T10" fmla="*/ 1201 w 1321"/>
                <a:gd name="T11" fmla="*/ 409 h 712"/>
                <a:gd name="T12" fmla="*/ 1170 w 1321"/>
                <a:gd name="T13" fmla="*/ 427 h 712"/>
                <a:gd name="T14" fmla="*/ 1129 w 1321"/>
                <a:gd name="T15" fmla="*/ 443 h 712"/>
                <a:gd name="T16" fmla="*/ 1083 w 1321"/>
                <a:gd name="T17" fmla="*/ 459 h 712"/>
                <a:gd name="T18" fmla="*/ 1031 w 1321"/>
                <a:gd name="T19" fmla="*/ 471 h 712"/>
                <a:gd name="T20" fmla="*/ 973 w 1321"/>
                <a:gd name="T21" fmla="*/ 482 h 712"/>
                <a:gd name="T22" fmla="*/ 913 w 1321"/>
                <a:gd name="T23" fmla="*/ 490 h 712"/>
                <a:gd name="T24" fmla="*/ 846 w 1321"/>
                <a:gd name="T25" fmla="*/ 497 h 712"/>
                <a:gd name="T26" fmla="*/ 778 w 1321"/>
                <a:gd name="T27" fmla="*/ 501 h 712"/>
                <a:gd name="T28" fmla="*/ 751 w 1321"/>
                <a:gd name="T29" fmla="*/ 503 h 712"/>
                <a:gd name="T30" fmla="*/ 449 w 1321"/>
                <a:gd name="T31" fmla="*/ 503 h 712"/>
                <a:gd name="T32" fmla="*/ 445 w 1321"/>
                <a:gd name="T33" fmla="*/ 503 h 712"/>
                <a:gd name="T34" fmla="*/ 386 w 1321"/>
                <a:gd name="T35" fmla="*/ 500 h 712"/>
                <a:gd name="T36" fmla="*/ 329 w 1321"/>
                <a:gd name="T37" fmla="*/ 497 h 712"/>
                <a:gd name="T38" fmla="*/ 275 w 1321"/>
                <a:gd name="T39" fmla="*/ 492 h 712"/>
                <a:gd name="T40" fmla="*/ 223 w 1321"/>
                <a:gd name="T41" fmla="*/ 487 h 712"/>
                <a:gd name="T42" fmla="*/ 176 w 1321"/>
                <a:gd name="T43" fmla="*/ 478 h 712"/>
                <a:gd name="T44" fmla="*/ 132 w 1321"/>
                <a:gd name="T45" fmla="*/ 467 h 712"/>
                <a:gd name="T46" fmla="*/ 96 w 1321"/>
                <a:gd name="T47" fmla="*/ 458 h 712"/>
                <a:gd name="T48" fmla="*/ 64 w 1321"/>
                <a:gd name="T49" fmla="*/ 445 h 712"/>
                <a:gd name="T50" fmla="*/ 36 w 1321"/>
                <a:gd name="T51" fmla="*/ 429 h 712"/>
                <a:gd name="T52" fmla="*/ 18 w 1321"/>
                <a:gd name="T53" fmla="*/ 411 h 712"/>
                <a:gd name="T54" fmla="*/ 6 w 1321"/>
                <a:gd name="T55" fmla="*/ 391 h 712"/>
                <a:gd name="T56" fmla="*/ 0 w 1321"/>
                <a:gd name="T57" fmla="*/ 370 h 712"/>
                <a:gd name="T58" fmla="*/ 0 w 1321"/>
                <a:gd name="T59" fmla="*/ 367 h 712"/>
                <a:gd name="T60" fmla="*/ 4 w 1321"/>
                <a:gd name="T61" fmla="*/ 344 h 712"/>
                <a:gd name="T62" fmla="*/ 16 w 1321"/>
                <a:gd name="T63" fmla="*/ 315 h 712"/>
                <a:gd name="T64" fmla="*/ 48 w 1321"/>
                <a:gd name="T65" fmla="*/ 261 h 712"/>
                <a:gd name="T66" fmla="*/ 88 w 1321"/>
                <a:gd name="T67" fmla="*/ 211 h 712"/>
                <a:gd name="T68" fmla="*/ 138 w 1321"/>
                <a:gd name="T69" fmla="*/ 166 h 712"/>
                <a:gd name="T70" fmla="*/ 192 w 1321"/>
                <a:gd name="T71" fmla="*/ 125 h 712"/>
                <a:gd name="T72" fmla="*/ 255 w 1321"/>
                <a:gd name="T73" fmla="*/ 88 h 712"/>
                <a:gd name="T74" fmla="*/ 323 w 1321"/>
                <a:gd name="T75" fmla="*/ 58 h 712"/>
                <a:gd name="T76" fmla="*/ 391 w 1321"/>
                <a:gd name="T77" fmla="*/ 33 h 712"/>
                <a:gd name="T78" fmla="*/ 470 w 1321"/>
                <a:gd name="T79" fmla="*/ 15 h 712"/>
                <a:gd name="T80" fmla="*/ 548 w 1321"/>
                <a:gd name="T81" fmla="*/ 4 h 712"/>
                <a:gd name="T82" fmla="*/ 630 w 1321"/>
                <a:gd name="T83" fmla="*/ 0 h 712"/>
                <a:gd name="T84" fmla="*/ 630 w 1321"/>
                <a:gd name="T85" fmla="*/ 0 h 712"/>
                <a:gd name="T86" fmla="*/ 717 w 1321"/>
                <a:gd name="T87" fmla="*/ 4 h 712"/>
                <a:gd name="T88" fmla="*/ 800 w 1321"/>
                <a:gd name="T89" fmla="*/ 16 h 712"/>
                <a:gd name="T90" fmla="*/ 880 w 1321"/>
                <a:gd name="T91" fmla="*/ 37 h 712"/>
                <a:gd name="T92" fmla="*/ 954 w 1321"/>
                <a:gd name="T93" fmla="*/ 63 h 712"/>
                <a:gd name="T94" fmla="*/ 1022 w 1321"/>
                <a:gd name="T95" fmla="*/ 97 h 712"/>
                <a:gd name="T96" fmla="*/ 1085 w 1321"/>
                <a:gd name="T97" fmla="*/ 137 h 712"/>
                <a:gd name="T98" fmla="*/ 1141 w 1321"/>
                <a:gd name="T99" fmla="*/ 181 h 712"/>
                <a:gd name="T100" fmla="*/ 1188 w 1321"/>
                <a:gd name="T101" fmla="*/ 229 h 712"/>
                <a:gd name="T102" fmla="*/ 1228 w 1321"/>
                <a:gd name="T103" fmla="*/ 283 h 712"/>
                <a:gd name="T104" fmla="*/ 1228 w 1321"/>
                <a:gd name="T105" fmla="*/ 283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21"/>
                <a:gd name="T160" fmla="*/ 0 h 712"/>
                <a:gd name="T161" fmla="*/ 1321 w 1321"/>
                <a:gd name="T162" fmla="*/ 712 h 71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A776F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Text Box 24"/>
          <p:cNvSpPr txBox="1">
            <a:spLocks noChangeArrowheads="1"/>
          </p:cNvSpPr>
          <p:nvPr/>
        </p:nvSpPr>
        <p:spPr bwMode="gray">
          <a:xfrm>
            <a:off x="6705600" y="5135563"/>
            <a:ext cx="1219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MAX - 1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33" name="Text Box 24"/>
          <p:cNvSpPr txBox="1">
            <a:spLocks noChangeArrowheads="1"/>
          </p:cNvSpPr>
          <p:nvPr/>
        </p:nvSpPr>
        <p:spPr bwMode="gray">
          <a:xfrm>
            <a:off x="4343400" y="5162550"/>
            <a:ext cx="914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n - 1 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34" name="Text Box 24"/>
          <p:cNvSpPr txBox="1">
            <a:spLocks noChangeArrowheads="1"/>
          </p:cNvSpPr>
          <p:nvPr/>
        </p:nvSpPr>
        <p:spPr bwMode="gray">
          <a:xfrm>
            <a:off x="6172200" y="5668963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35" name="Text Box 24"/>
          <p:cNvSpPr txBox="1">
            <a:spLocks noChangeArrowheads="1"/>
          </p:cNvSpPr>
          <p:nvPr/>
        </p:nvSpPr>
        <p:spPr bwMode="gray">
          <a:xfrm>
            <a:off x="3657600" y="5680075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36" name="Group 11"/>
          <p:cNvGrpSpPr>
            <a:grpSpLocks/>
          </p:cNvGrpSpPr>
          <p:nvPr/>
        </p:nvGrpSpPr>
        <p:grpSpPr bwMode="auto">
          <a:xfrm>
            <a:off x="1905000" y="5516563"/>
            <a:ext cx="731838" cy="731837"/>
            <a:chOff x="2016" y="1920"/>
            <a:chExt cx="1680" cy="1680"/>
          </a:xfrm>
        </p:grpSpPr>
        <p:sp>
          <p:nvSpPr>
            <p:cNvPr id="33824" name="Oval 12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33CC33"/>
                </a:gs>
                <a:gs pos="100000">
                  <a:srgbClr val="0C320C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5" name="Freeform 13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228 w 1321"/>
                <a:gd name="T1" fmla="*/ 283 h 712"/>
                <a:gd name="T2" fmla="*/ 1244 w 1321"/>
                <a:gd name="T3" fmla="*/ 313 h 712"/>
                <a:gd name="T4" fmla="*/ 1247 w 1321"/>
                <a:gd name="T5" fmla="*/ 339 h 712"/>
                <a:gd name="T6" fmla="*/ 1242 w 1321"/>
                <a:gd name="T7" fmla="*/ 364 h 712"/>
                <a:gd name="T8" fmla="*/ 1225 w 1321"/>
                <a:gd name="T9" fmla="*/ 388 h 712"/>
                <a:gd name="T10" fmla="*/ 1201 w 1321"/>
                <a:gd name="T11" fmla="*/ 409 h 712"/>
                <a:gd name="T12" fmla="*/ 1170 w 1321"/>
                <a:gd name="T13" fmla="*/ 427 h 712"/>
                <a:gd name="T14" fmla="*/ 1129 w 1321"/>
                <a:gd name="T15" fmla="*/ 443 h 712"/>
                <a:gd name="T16" fmla="*/ 1083 w 1321"/>
                <a:gd name="T17" fmla="*/ 459 h 712"/>
                <a:gd name="T18" fmla="*/ 1031 w 1321"/>
                <a:gd name="T19" fmla="*/ 471 h 712"/>
                <a:gd name="T20" fmla="*/ 973 w 1321"/>
                <a:gd name="T21" fmla="*/ 482 h 712"/>
                <a:gd name="T22" fmla="*/ 913 w 1321"/>
                <a:gd name="T23" fmla="*/ 490 h 712"/>
                <a:gd name="T24" fmla="*/ 846 w 1321"/>
                <a:gd name="T25" fmla="*/ 497 h 712"/>
                <a:gd name="T26" fmla="*/ 778 w 1321"/>
                <a:gd name="T27" fmla="*/ 501 h 712"/>
                <a:gd name="T28" fmla="*/ 751 w 1321"/>
                <a:gd name="T29" fmla="*/ 503 h 712"/>
                <a:gd name="T30" fmla="*/ 449 w 1321"/>
                <a:gd name="T31" fmla="*/ 503 h 712"/>
                <a:gd name="T32" fmla="*/ 445 w 1321"/>
                <a:gd name="T33" fmla="*/ 503 h 712"/>
                <a:gd name="T34" fmla="*/ 386 w 1321"/>
                <a:gd name="T35" fmla="*/ 500 h 712"/>
                <a:gd name="T36" fmla="*/ 329 w 1321"/>
                <a:gd name="T37" fmla="*/ 497 h 712"/>
                <a:gd name="T38" fmla="*/ 275 w 1321"/>
                <a:gd name="T39" fmla="*/ 492 h 712"/>
                <a:gd name="T40" fmla="*/ 223 w 1321"/>
                <a:gd name="T41" fmla="*/ 487 h 712"/>
                <a:gd name="T42" fmla="*/ 176 w 1321"/>
                <a:gd name="T43" fmla="*/ 478 h 712"/>
                <a:gd name="T44" fmla="*/ 132 w 1321"/>
                <a:gd name="T45" fmla="*/ 467 h 712"/>
                <a:gd name="T46" fmla="*/ 96 w 1321"/>
                <a:gd name="T47" fmla="*/ 458 h 712"/>
                <a:gd name="T48" fmla="*/ 64 w 1321"/>
                <a:gd name="T49" fmla="*/ 445 h 712"/>
                <a:gd name="T50" fmla="*/ 36 w 1321"/>
                <a:gd name="T51" fmla="*/ 429 h 712"/>
                <a:gd name="T52" fmla="*/ 18 w 1321"/>
                <a:gd name="T53" fmla="*/ 411 h 712"/>
                <a:gd name="T54" fmla="*/ 6 w 1321"/>
                <a:gd name="T55" fmla="*/ 391 h 712"/>
                <a:gd name="T56" fmla="*/ 0 w 1321"/>
                <a:gd name="T57" fmla="*/ 370 h 712"/>
                <a:gd name="T58" fmla="*/ 0 w 1321"/>
                <a:gd name="T59" fmla="*/ 367 h 712"/>
                <a:gd name="T60" fmla="*/ 4 w 1321"/>
                <a:gd name="T61" fmla="*/ 344 h 712"/>
                <a:gd name="T62" fmla="*/ 16 w 1321"/>
                <a:gd name="T63" fmla="*/ 315 h 712"/>
                <a:gd name="T64" fmla="*/ 48 w 1321"/>
                <a:gd name="T65" fmla="*/ 261 h 712"/>
                <a:gd name="T66" fmla="*/ 88 w 1321"/>
                <a:gd name="T67" fmla="*/ 211 h 712"/>
                <a:gd name="T68" fmla="*/ 138 w 1321"/>
                <a:gd name="T69" fmla="*/ 166 h 712"/>
                <a:gd name="T70" fmla="*/ 192 w 1321"/>
                <a:gd name="T71" fmla="*/ 125 h 712"/>
                <a:gd name="T72" fmla="*/ 255 w 1321"/>
                <a:gd name="T73" fmla="*/ 88 h 712"/>
                <a:gd name="T74" fmla="*/ 323 w 1321"/>
                <a:gd name="T75" fmla="*/ 58 h 712"/>
                <a:gd name="T76" fmla="*/ 391 w 1321"/>
                <a:gd name="T77" fmla="*/ 33 h 712"/>
                <a:gd name="T78" fmla="*/ 470 w 1321"/>
                <a:gd name="T79" fmla="*/ 15 h 712"/>
                <a:gd name="T80" fmla="*/ 548 w 1321"/>
                <a:gd name="T81" fmla="*/ 4 h 712"/>
                <a:gd name="T82" fmla="*/ 630 w 1321"/>
                <a:gd name="T83" fmla="*/ 0 h 712"/>
                <a:gd name="T84" fmla="*/ 630 w 1321"/>
                <a:gd name="T85" fmla="*/ 0 h 712"/>
                <a:gd name="T86" fmla="*/ 717 w 1321"/>
                <a:gd name="T87" fmla="*/ 4 h 712"/>
                <a:gd name="T88" fmla="*/ 800 w 1321"/>
                <a:gd name="T89" fmla="*/ 16 h 712"/>
                <a:gd name="T90" fmla="*/ 880 w 1321"/>
                <a:gd name="T91" fmla="*/ 37 h 712"/>
                <a:gd name="T92" fmla="*/ 954 w 1321"/>
                <a:gd name="T93" fmla="*/ 63 h 712"/>
                <a:gd name="T94" fmla="*/ 1022 w 1321"/>
                <a:gd name="T95" fmla="*/ 97 h 712"/>
                <a:gd name="T96" fmla="*/ 1085 w 1321"/>
                <a:gd name="T97" fmla="*/ 137 h 712"/>
                <a:gd name="T98" fmla="*/ 1141 w 1321"/>
                <a:gd name="T99" fmla="*/ 181 h 712"/>
                <a:gd name="T100" fmla="*/ 1188 w 1321"/>
                <a:gd name="T101" fmla="*/ 229 h 712"/>
                <a:gd name="T102" fmla="*/ 1228 w 1321"/>
                <a:gd name="T103" fmla="*/ 283 h 712"/>
                <a:gd name="T104" fmla="*/ 1228 w 1321"/>
                <a:gd name="T105" fmla="*/ 283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21"/>
                <a:gd name="T160" fmla="*/ 0 h 712"/>
                <a:gd name="T161" fmla="*/ 1321 w 1321"/>
                <a:gd name="T162" fmla="*/ 712 h 71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33CC33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11"/>
          <p:cNvGrpSpPr>
            <a:grpSpLocks/>
          </p:cNvGrpSpPr>
          <p:nvPr/>
        </p:nvGrpSpPr>
        <p:grpSpPr bwMode="auto">
          <a:xfrm>
            <a:off x="1066800" y="5516563"/>
            <a:ext cx="731838" cy="731837"/>
            <a:chOff x="2016" y="1920"/>
            <a:chExt cx="1680" cy="1680"/>
          </a:xfrm>
        </p:grpSpPr>
        <p:sp>
          <p:nvSpPr>
            <p:cNvPr id="33822" name="Oval 12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33CC33"/>
                </a:gs>
                <a:gs pos="100000">
                  <a:srgbClr val="0C320C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3" name="Freeform 13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228 w 1321"/>
                <a:gd name="T1" fmla="*/ 283 h 712"/>
                <a:gd name="T2" fmla="*/ 1244 w 1321"/>
                <a:gd name="T3" fmla="*/ 313 h 712"/>
                <a:gd name="T4" fmla="*/ 1247 w 1321"/>
                <a:gd name="T5" fmla="*/ 339 h 712"/>
                <a:gd name="T6" fmla="*/ 1242 w 1321"/>
                <a:gd name="T7" fmla="*/ 364 h 712"/>
                <a:gd name="T8" fmla="*/ 1225 w 1321"/>
                <a:gd name="T9" fmla="*/ 388 h 712"/>
                <a:gd name="T10" fmla="*/ 1201 w 1321"/>
                <a:gd name="T11" fmla="*/ 409 h 712"/>
                <a:gd name="T12" fmla="*/ 1170 w 1321"/>
                <a:gd name="T13" fmla="*/ 427 h 712"/>
                <a:gd name="T14" fmla="*/ 1129 w 1321"/>
                <a:gd name="T15" fmla="*/ 443 h 712"/>
                <a:gd name="T16" fmla="*/ 1083 w 1321"/>
                <a:gd name="T17" fmla="*/ 459 h 712"/>
                <a:gd name="T18" fmla="*/ 1031 w 1321"/>
                <a:gd name="T19" fmla="*/ 471 h 712"/>
                <a:gd name="T20" fmla="*/ 973 w 1321"/>
                <a:gd name="T21" fmla="*/ 482 h 712"/>
                <a:gd name="T22" fmla="*/ 913 w 1321"/>
                <a:gd name="T23" fmla="*/ 490 h 712"/>
                <a:gd name="T24" fmla="*/ 846 w 1321"/>
                <a:gd name="T25" fmla="*/ 497 h 712"/>
                <a:gd name="T26" fmla="*/ 778 w 1321"/>
                <a:gd name="T27" fmla="*/ 501 h 712"/>
                <a:gd name="T28" fmla="*/ 751 w 1321"/>
                <a:gd name="T29" fmla="*/ 503 h 712"/>
                <a:gd name="T30" fmla="*/ 449 w 1321"/>
                <a:gd name="T31" fmla="*/ 503 h 712"/>
                <a:gd name="T32" fmla="*/ 445 w 1321"/>
                <a:gd name="T33" fmla="*/ 503 h 712"/>
                <a:gd name="T34" fmla="*/ 386 w 1321"/>
                <a:gd name="T35" fmla="*/ 500 h 712"/>
                <a:gd name="T36" fmla="*/ 329 w 1321"/>
                <a:gd name="T37" fmla="*/ 497 h 712"/>
                <a:gd name="T38" fmla="*/ 275 w 1321"/>
                <a:gd name="T39" fmla="*/ 492 h 712"/>
                <a:gd name="T40" fmla="*/ 223 w 1321"/>
                <a:gd name="T41" fmla="*/ 487 h 712"/>
                <a:gd name="T42" fmla="*/ 176 w 1321"/>
                <a:gd name="T43" fmla="*/ 478 h 712"/>
                <a:gd name="T44" fmla="*/ 132 w 1321"/>
                <a:gd name="T45" fmla="*/ 467 h 712"/>
                <a:gd name="T46" fmla="*/ 96 w 1321"/>
                <a:gd name="T47" fmla="*/ 458 h 712"/>
                <a:gd name="T48" fmla="*/ 64 w 1321"/>
                <a:gd name="T49" fmla="*/ 445 h 712"/>
                <a:gd name="T50" fmla="*/ 36 w 1321"/>
                <a:gd name="T51" fmla="*/ 429 h 712"/>
                <a:gd name="T52" fmla="*/ 18 w 1321"/>
                <a:gd name="T53" fmla="*/ 411 h 712"/>
                <a:gd name="T54" fmla="*/ 6 w 1321"/>
                <a:gd name="T55" fmla="*/ 391 h 712"/>
                <a:gd name="T56" fmla="*/ 0 w 1321"/>
                <a:gd name="T57" fmla="*/ 370 h 712"/>
                <a:gd name="T58" fmla="*/ 0 w 1321"/>
                <a:gd name="T59" fmla="*/ 367 h 712"/>
                <a:gd name="T60" fmla="*/ 4 w 1321"/>
                <a:gd name="T61" fmla="*/ 344 h 712"/>
                <a:gd name="T62" fmla="*/ 16 w 1321"/>
                <a:gd name="T63" fmla="*/ 315 h 712"/>
                <a:gd name="T64" fmla="*/ 48 w 1321"/>
                <a:gd name="T65" fmla="*/ 261 h 712"/>
                <a:gd name="T66" fmla="*/ 88 w 1321"/>
                <a:gd name="T67" fmla="*/ 211 h 712"/>
                <a:gd name="T68" fmla="*/ 138 w 1321"/>
                <a:gd name="T69" fmla="*/ 166 h 712"/>
                <a:gd name="T70" fmla="*/ 192 w 1321"/>
                <a:gd name="T71" fmla="*/ 125 h 712"/>
                <a:gd name="T72" fmla="*/ 255 w 1321"/>
                <a:gd name="T73" fmla="*/ 88 h 712"/>
                <a:gd name="T74" fmla="*/ 323 w 1321"/>
                <a:gd name="T75" fmla="*/ 58 h 712"/>
                <a:gd name="T76" fmla="*/ 391 w 1321"/>
                <a:gd name="T77" fmla="*/ 33 h 712"/>
                <a:gd name="T78" fmla="*/ 470 w 1321"/>
                <a:gd name="T79" fmla="*/ 15 h 712"/>
                <a:gd name="T80" fmla="*/ 548 w 1321"/>
                <a:gd name="T81" fmla="*/ 4 h 712"/>
                <a:gd name="T82" fmla="*/ 630 w 1321"/>
                <a:gd name="T83" fmla="*/ 0 h 712"/>
                <a:gd name="T84" fmla="*/ 630 w 1321"/>
                <a:gd name="T85" fmla="*/ 0 h 712"/>
                <a:gd name="T86" fmla="*/ 717 w 1321"/>
                <a:gd name="T87" fmla="*/ 4 h 712"/>
                <a:gd name="T88" fmla="*/ 800 w 1321"/>
                <a:gd name="T89" fmla="*/ 16 h 712"/>
                <a:gd name="T90" fmla="*/ 880 w 1321"/>
                <a:gd name="T91" fmla="*/ 37 h 712"/>
                <a:gd name="T92" fmla="*/ 954 w 1321"/>
                <a:gd name="T93" fmla="*/ 63 h 712"/>
                <a:gd name="T94" fmla="*/ 1022 w 1321"/>
                <a:gd name="T95" fmla="*/ 97 h 712"/>
                <a:gd name="T96" fmla="*/ 1085 w 1321"/>
                <a:gd name="T97" fmla="*/ 137 h 712"/>
                <a:gd name="T98" fmla="*/ 1141 w 1321"/>
                <a:gd name="T99" fmla="*/ 181 h 712"/>
                <a:gd name="T100" fmla="*/ 1188 w 1321"/>
                <a:gd name="T101" fmla="*/ 229 h 712"/>
                <a:gd name="T102" fmla="*/ 1228 w 1321"/>
                <a:gd name="T103" fmla="*/ 283 h 712"/>
                <a:gd name="T104" fmla="*/ 1228 w 1321"/>
                <a:gd name="T105" fmla="*/ 283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21"/>
                <a:gd name="T160" fmla="*/ 0 h 712"/>
                <a:gd name="T161" fmla="*/ 1321 w 1321"/>
                <a:gd name="T162" fmla="*/ 712 h 71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33CC33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11"/>
          <p:cNvGrpSpPr>
            <a:grpSpLocks/>
          </p:cNvGrpSpPr>
          <p:nvPr/>
        </p:nvGrpSpPr>
        <p:grpSpPr bwMode="auto">
          <a:xfrm>
            <a:off x="2743200" y="5516563"/>
            <a:ext cx="731838" cy="731837"/>
            <a:chOff x="2016" y="1920"/>
            <a:chExt cx="1680" cy="1680"/>
          </a:xfrm>
        </p:grpSpPr>
        <p:sp>
          <p:nvSpPr>
            <p:cNvPr id="33820" name="Oval 12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33CC33"/>
                </a:gs>
                <a:gs pos="100000">
                  <a:srgbClr val="0C320C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1" name="Freeform 13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228 w 1321"/>
                <a:gd name="T1" fmla="*/ 283 h 712"/>
                <a:gd name="T2" fmla="*/ 1244 w 1321"/>
                <a:gd name="T3" fmla="*/ 313 h 712"/>
                <a:gd name="T4" fmla="*/ 1247 w 1321"/>
                <a:gd name="T5" fmla="*/ 339 h 712"/>
                <a:gd name="T6" fmla="*/ 1242 w 1321"/>
                <a:gd name="T7" fmla="*/ 364 h 712"/>
                <a:gd name="T8" fmla="*/ 1225 w 1321"/>
                <a:gd name="T9" fmla="*/ 388 h 712"/>
                <a:gd name="T10" fmla="*/ 1201 w 1321"/>
                <a:gd name="T11" fmla="*/ 409 h 712"/>
                <a:gd name="T12" fmla="*/ 1170 w 1321"/>
                <a:gd name="T13" fmla="*/ 427 h 712"/>
                <a:gd name="T14" fmla="*/ 1129 w 1321"/>
                <a:gd name="T15" fmla="*/ 443 h 712"/>
                <a:gd name="T16" fmla="*/ 1083 w 1321"/>
                <a:gd name="T17" fmla="*/ 459 h 712"/>
                <a:gd name="T18" fmla="*/ 1031 w 1321"/>
                <a:gd name="T19" fmla="*/ 471 h 712"/>
                <a:gd name="T20" fmla="*/ 973 w 1321"/>
                <a:gd name="T21" fmla="*/ 482 h 712"/>
                <a:gd name="T22" fmla="*/ 913 w 1321"/>
                <a:gd name="T23" fmla="*/ 490 h 712"/>
                <a:gd name="T24" fmla="*/ 846 w 1321"/>
                <a:gd name="T25" fmla="*/ 497 h 712"/>
                <a:gd name="T26" fmla="*/ 778 w 1321"/>
                <a:gd name="T27" fmla="*/ 501 h 712"/>
                <a:gd name="T28" fmla="*/ 751 w 1321"/>
                <a:gd name="T29" fmla="*/ 503 h 712"/>
                <a:gd name="T30" fmla="*/ 449 w 1321"/>
                <a:gd name="T31" fmla="*/ 503 h 712"/>
                <a:gd name="T32" fmla="*/ 445 w 1321"/>
                <a:gd name="T33" fmla="*/ 503 h 712"/>
                <a:gd name="T34" fmla="*/ 386 w 1321"/>
                <a:gd name="T35" fmla="*/ 500 h 712"/>
                <a:gd name="T36" fmla="*/ 329 w 1321"/>
                <a:gd name="T37" fmla="*/ 497 h 712"/>
                <a:gd name="T38" fmla="*/ 275 w 1321"/>
                <a:gd name="T39" fmla="*/ 492 h 712"/>
                <a:gd name="T40" fmla="*/ 223 w 1321"/>
                <a:gd name="T41" fmla="*/ 487 h 712"/>
                <a:gd name="T42" fmla="*/ 176 w 1321"/>
                <a:gd name="T43" fmla="*/ 478 h 712"/>
                <a:gd name="T44" fmla="*/ 132 w 1321"/>
                <a:gd name="T45" fmla="*/ 467 h 712"/>
                <a:gd name="T46" fmla="*/ 96 w 1321"/>
                <a:gd name="T47" fmla="*/ 458 h 712"/>
                <a:gd name="T48" fmla="*/ 64 w 1321"/>
                <a:gd name="T49" fmla="*/ 445 h 712"/>
                <a:gd name="T50" fmla="*/ 36 w 1321"/>
                <a:gd name="T51" fmla="*/ 429 h 712"/>
                <a:gd name="T52" fmla="*/ 18 w 1321"/>
                <a:gd name="T53" fmla="*/ 411 h 712"/>
                <a:gd name="T54" fmla="*/ 6 w 1321"/>
                <a:gd name="T55" fmla="*/ 391 h 712"/>
                <a:gd name="T56" fmla="*/ 0 w 1321"/>
                <a:gd name="T57" fmla="*/ 370 h 712"/>
                <a:gd name="T58" fmla="*/ 0 w 1321"/>
                <a:gd name="T59" fmla="*/ 367 h 712"/>
                <a:gd name="T60" fmla="*/ 4 w 1321"/>
                <a:gd name="T61" fmla="*/ 344 h 712"/>
                <a:gd name="T62" fmla="*/ 16 w 1321"/>
                <a:gd name="T63" fmla="*/ 315 h 712"/>
                <a:gd name="T64" fmla="*/ 48 w 1321"/>
                <a:gd name="T65" fmla="*/ 261 h 712"/>
                <a:gd name="T66" fmla="*/ 88 w 1321"/>
                <a:gd name="T67" fmla="*/ 211 h 712"/>
                <a:gd name="T68" fmla="*/ 138 w 1321"/>
                <a:gd name="T69" fmla="*/ 166 h 712"/>
                <a:gd name="T70" fmla="*/ 192 w 1321"/>
                <a:gd name="T71" fmla="*/ 125 h 712"/>
                <a:gd name="T72" fmla="*/ 255 w 1321"/>
                <a:gd name="T73" fmla="*/ 88 h 712"/>
                <a:gd name="T74" fmla="*/ 323 w 1321"/>
                <a:gd name="T75" fmla="*/ 58 h 712"/>
                <a:gd name="T76" fmla="*/ 391 w 1321"/>
                <a:gd name="T77" fmla="*/ 33 h 712"/>
                <a:gd name="T78" fmla="*/ 470 w 1321"/>
                <a:gd name="T79" fmla="*/ 15 h 712"/>
                <a:gd name="T80" fmla="*/ 548 w 1321"/>
                <a:gd name="T81" fmla="*/ 4 h 712"/>
                <a:gd name="T82" fmla="*/ 630 w 1321"/>
                <a:gd name="T83" fmla="*/ 0 h 712"/>
                <a:gd name="T84" fmla="*/ 630 w 1321"/>
                <a:gd name="T85" fmla="*/ 0 h 712"/>
                <a:gd name="T86" fmla="*/ 717 w 1321"/>
                <a:gd name="T87" fmla="*/ 4 h 712"/>
                <a:gd name="T88" fmla="*/ 800 w 1321"/>
                <a:gd name="T89" fmla="*/ 16 h 712"/>
                <a:gd name="T90" fmla="*/ 880 w 1321"/>
                <a:gd name="T91" fmla="*/ 37 h 712"/>
                <a:gd name="T92" fmla="*/ 954 w 1321"/>
                <a:gd name="T93" fmla="*/ 63 h 712"/>
                <a:gd name="T94" fmla="*/ 1022 w 1321"/>
                <a:gd name="T95" fmla="*/ 97 h 712"/>
                <a:gd name="T96" fmla="*/ 1085 w 1321"/>
                <a:gd name="T97" fmla="*/ 137 h 712"/>
                <a:gd name="T98" fmla="*/ 1141 w 1321"/>
                <a:gd name="T99" fmla="*/ 181 h 712"/>
                <a:gd name="T100" fmla="*/ 1188 w 1321"/>
                <a:gd name="T101" fmla="*/ 229 h 712"/>
                <a:gd name="T102" fmla="*/ 1228 w 1321"/>
                <a:gd name="T103" fmla="*/ 283 h 712"/>
                <a:gd name="T104" fmla="*/ 1228 w 1321"/>
                <a:gd name="T105" fmla="*/ 283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21"/>
                <a:gd name="T160" fmla="*/ 0 h 712"/>
                <a:gd name="T161" fmla="*/ 1321 w 1321"/>
                <a:gd name="T162" fmla="*/ 712 h 71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33CC33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" name="Text Box 24"/>
          <p:cNvSpPr txBox="1">
            <a:spLocks noChangeArrowheads="1"/>
          </p:cNvSpPr>
          <p:nvPr/>
        </p:nvSpPr>
        <p:spPr bwMode="gray">
          <a:xfrm>
            <a:off x="5334000" y="5664200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" dur="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6" grpId="0"/>
      <p:bldP spid="20" grpId="0"/>
      <p:bldP spid="24" grpId="0"/>
      <p:bldP spid="28" grpId="0"/>
      <p:bldP spid="28" grpId="1"/>
      <p:bldP spid="32" grpId="0"/>
      <p:bldP spid="33" grpId="0"/>
      <p:bldP spid="34" grpId="0"/>
      <p:bldP spid="35" grpId="0"/>
      <p:bldP spid="35" grpId="1"/>
      <p:bldP spid="4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Hàm Nhập Mảng</a:t>
            </a:r>
          </a:p>
        </p:txBody>
      </p:sp>
      <p:sp>
        <p:nvSpPr>
          <p:cNvPr id="34819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3429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4821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NhapMang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a[], int &amp;n)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so luong phan tu n: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scanf(“%d”, &amp;n);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&lt;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i++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printf(“Nhap phan tu thu %d: ”,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scanf(“%d”,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a[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22098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3124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4038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Xuất mảng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Yêu cầu</a:t>
            </a:r>
          </a:p>
          <a:p>
            <a:pPr lvl="1" eaLnBrk="1" hangingPunct="1">
              <a:defRPr/>
            </a:pPr>
            <a:r>
              <a:rPr lang="en-US" sz="2400" smtClean="0"/>
              <a:t>Cho tr</a:t>
            </a:r>
            <a:r>
              <a:rPr lang="vi-VN" sz="2400" smtClean="0"/>
              <a:t>ướ</a:t>
            </a:r>
            <a:r>
              <a:rPr lang="en-US" sz="2400" smtClean="0"/>
              <a:t>c mảng </a:t>
            </a:r>
            <a:r>
              <a:rPr lang="en-US" sz="2400" smtClean="0">
                <a:solidFill>
                  <a:srgbClr val="FF0000"/>
                </a:solidFill>
              </a:rPr>
              <a:t>a</a:t>
            </a:r>
            <a:r>
              <a:rPr lang="en-US" sz="2400" smtClean="0"/>
              <a:t>, số l</a:t>
            </a:r>
            <a:r>
              <a:rPr lang="vi-VN" sz="2400" smtClean="0"/>
              <a:t>ượ</a:t>
            </a:r>
            <a:r>
              <a:rPr lang="en-US" sz="2400" smtClean="0"/>
              <a:t>ng phần tử </a:t>
            </a:r>
            <a:r>
              <a:rPr lang="en-US" sz="2400" smtClean="0">
                <a:solidFill>
                  <a:srgbClr val="FF0000"/>
                </a:solidFill>
              </a:rPr>
              <a:t>n</a:t>
            </a:r>
            <a:r>
              <a:rPr lang="en-US" sz="2400" smtClean="0"/>
              <a:t>. Hãy xuất nội dung mảng </a:t>
            </a:r>
            <a:r>
              <a:rPr lang="en-US" sz="2400" smtClean="0">
                <a:solidFill>
                  <a:srgbClr val="FF0000"/>
                </a:solidFill>
              </a:rPr>
              <a:t>a</a:t>
            </a:r>
            <a:r>
              <a:rPr lang="en-US" sz="2400" smtClean="0"/>
              <a:t> ra màn hình.</a:t>
            </a:r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Ý t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ưở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</a:t>
            </a:r>
          </a:p>
          <a:p>
            <a:pPr lvl="1" eaLnBrk="1" hangingPunct="1">
              <a:defRPr/>
            </a:pPr>
            <a:r>
              <a:rPr lang="en-US" sz="2400" smtClean="0"/>
              <a:t>Xuất giá trị từng phần tử của mảng từ chỉ số </a:t>
            </a:r>
            <a:r>
              <a:rPr lang="en-US" sz="2400" smtClean="0">
                <a:solidFill>
                  <a:srgbClr val="FF0000"/>
                </a:solidFill>
              </a:rPr>
              <a:t>0</a:t>
            </a:r>
            <a:r>
              <a:rPr lang="en-US" sz="2400" smtClean="0"/>
              <a:t> </a:t>
            </a:r>
            <a:r>
              <a:rPr lang="vi-VN" sz="2400" smtClean="0"/>
              <a:t>đế</a:t>
            </a:r>
            <a:r>
              <a:rPr lang="en-US" sz="2400" smtClean="0"/>
              <a:t>n </a:t>
            </a:r>
            <a:r>
              <a:rPr lang="en-US" sz="2400" smtClean="0">
                <a:solidFill>
                  <a:srgbClr val="FF0000"/>
                </a:solidFill>
              </a:rPr>
              <a:t>n-1</a:t>
            </a:r>
            <a:r>
              <a:rPr lang="en-US" sz="2400" smtClean="0"/>
              <a:t>.</a:t>
            </a:r>
          </a:p>
        </p:txBody>
      </p:sp>
      <p:sp>
        <p:nvSpPr>
          <p:cNvPr id="3584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46" name="AutoShape 4"/>
          <p:cNvSpPr>
            <a:spLocks noChangeArrowheads="1"/>
          </p:cNvSpPr>
          <p:nvPr/>
        </p:nvSpPr>
        <p:spPr bwMode="gray">
          <a:xfrm>
            <a:off x="1021080" y="5105400"/>
            <a:ext cx="4160520" cy="1295400"/>
          </a:xfrm>
          <a:prstGeom prst="roundRect">
            <a:avLst>
              <a:gd name="adj" fmla="val 7935"/>
            </a:avLst>
          </a:prstGeom>
          <a:ln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4419600" y="5516563"/>
            <a:ext cx="731838" cy="731837"/>
            <a:chOff x="2016" y="1920"/>
            <a:chExt cx="1680" cy="1680"/>
          </a:xfrm>
        </p:grpSpPr>
        <p:sp>
          <p:nvSpPr>
            <p:cNvPr id="35869" name="Oval 12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33CC33"/>
                </a:gs>
                <a:gs pos="100000">
                  <a:srgbClr val="0C320C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0" name="Freeform 13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228 w 1321"/>
                <a:gd name="T1" fmla="*/ 283 h 712"/>
                <a:gd name="T2" fmla="*/ 1244 w 1321"/>
                <a:gd name="T3" fmla="*/ 313 h 712"/>
                <a:gd name="T4" fmla="*/ 1247 w 1321"/>
                <a:gd name="T5" fmla="*/ 339 h 712"/>
                <a:gd name="T6" fmla="*/ 1242 w 1321"/>
                <a:gd name="T7" fmla="*/ 364 h 712"/>
                <a:gd name="T8" fmla="*/ 1225 w 1321"/>
                <a:gd name="T9" fmla="*/ 388 h 712"/>
                <a:gd name="T10" fmla="*/ 1201 w 1321"/>
                <a:gd name="T11" fmla="*/ 409 h 712"/>
                <a:gd name="T12" fmla="*/ 1170 w 1321"/>
                <a:gd name="T13" fmla="*/ 427 h 712"/>
                <a:gd name="T14" fmla="*/ 1129 w 1321"/>
                <a:gd name="T15" fmla="*/ 443 h 712"/>
                <a:gd name="T16" fmla="*/ 1083 w 1321"/>
                <a:gd name="T17" fmla="*/ 459 h 712"/>
                <a:gd name="T18" fmla="*/ 1031 w 1321"/>
                <a:gd name="T19" fmla="*/ 471 h 712"/>
                <a:gd name="T20" fmla="*/ 973 w 1321"/>
                <a:gd name="T21" fmla="*/ 482 h 712"/>
                <a:gd name="T22" fmla="*/ 913 w 1321"/>
                <a:gd name="T23" fmla="*/ 490 h 712"/>
                <a:gd name="T24" fmla="*/ 846 w 1321"/>
                <a:gd name="T25" fmla="*/ 497 h 712"/>
                <a:gd name="T26" fmla="*/ 778 w 1321"/>
                <a:gd name="T27" fmla="*/ 501 h 712"/>
                <a:gd name="T28" fmla="*/ 751 w 1321"/>
                <a:gd name="T29" fmla="*/ 503 h 712"/>
                <a:gd name="T30" fmla="*/ 449 w 1321"/>
                <a:gd name="T31" fmla="*/ 503 h 712"/>
                <a:gd name="T32" fmla="*/ 445 w 1321"/>
                <a:gd name="T33" fmla="*/ 503 h 712"/>
                <a:gd name="T34" fmla="*/ 386 w 1321"/>
                <a:gd name="T35" fmla="*/ 500 h 712"/>
                <a:gd name="T36" fmla="*/ 329 w 1321"/>
                <a:gd name="T37" fmla="*/ 497 h 712"/>
                <a:gd name="T38" fmla="*/ 275 w 1321"/>
                <a:gd name="T39" fmla="*/ 492 h 712"/>
                <a:gd name="T40" fmla="*/ 223 w 1321"/>
                <a:gd name="T41" fmla="*/ 487 h 712"/>
                <a:gd name="T42" fmla="*/ 176 w 1321"/>
                <a:gd name="T43" fmla="*/ 478 h 712"/>
                <a:gd name="T44" fmla="*/ 132 w 1321"/>
                <a:gd name="T45" fmla="*/ 467 h 712"/>
                <a:gd name="T46" fmla="*/ 96 w 1321"/>
                <a:gd name="T47" fmla="*/ 458 h 712"/>
                <a:gd name="T48" fmla="*/ 64 w 1321"/>
                <a:gd name="T49" fmla="*/ 445 h 712"/>
                <a:gd name="T50" fmla="*/ 36 w 1321"/>
                <a:gd name="T51" fmla="*/ 429 h 712"/>
                <a:gd name="T52" fmla="*/ 18 w 1321"/>
                <a:gd name="T53" fmla="*/ 411 h 712"/>
                <a:gd name="T54" fmla="*/ 6 w 1321"/>
                <a:gd name="T55" fmla="*/ 391 h 712"/>
                <a:gd name="T56" fmla="*/ 0 w 1321"/>
                <a:gd name="T57" fmla="*/ 370 h 712"/>
                <a:gd name="T58" fmla="*/ 0 w 1321"/>
                <a:gd name="T59" fmla="*/ 367 h 712"/>
                <a:gd name="T60" fmla="*/ 4 w 1321"/>
                <a:gd name="T61" fmla="*/ 344 h 712"/>
                <a:gd name="T62" fmla="*/ 16 w 1321"/>
                <a:gd name="T63" fmla="*/ 315 h 712"/>
                <a:gd name="T64" fmla="*/ 48 w 1321"/>
                <a:gd name="T65" fmla="*/ 261 h 712"/>
                <a:gd name="T66" fmla="*/ 88 w 1321"/>
                <a:gd name="T67" fmla="*/ 211 h 712"/>
                <a:gd name="T68" fmla="*/ 138 w 1321"/>
                <a:gd name="T69" fmla="*/ 166 h 712"/>
                <a:gd name="T70" fmla="*/ 192 w 1321"/>
                <a:gd name="T71" fmla="*/ 125 h 712"/>
                <a:gd name="T72" fmla="*/ 255 w 1321"/>
                <a:gd name="T73" fmla="*/ 88 h 712"/>
                <a:gd name="T74" fmla="*/ 323 w 1321"/>
                <a:gd name="T75" fmla="*/ 58 h 712"/>
                <a:gd name="T76" fmla="*/ 391 w 1321"/>
                <a:gd name="T77" fmla="*/ 33 h 712"/>
                <a:gd name="T78" fmla="*/ 470 w 1321"/>
                <a:gd name="T79" fmla="*/ 15 h 712"/>
                <a:gd name="T80" fmla="*/ 548 w 1321"/>
                <a:gd name="T81" fmla="*/ 4 h 712"/>
                <a:gd name="T82" fmla="*/ 630 w 1321"/>
                <a:gd name="T83" fmla="*/ 0 h 712"/>
                <a:gd name="T84" fmla="*/ 630 w 1321"/>
                <a:gd name="T85" fmla="*/ 0 h 712"/>
                <a:gd name="T86" fmla="*/ 717 w 1321"/>
                <a:gd name="T87" fmla="*/ 4 h 712"/>
                <a:gd name="T88" fmla="*/ 800 w 1321"/>
                <a:gd name="T89" fmla="*/ 16 h 712"/>
                <a:gd name="T90" fmla="*/ 880 w 1321"/>
                <a:gd name="T91" fmla="*/ 37 h 712"/>
                <a:gd name="T92" fmla="*/ 954 w 1321"/>
                <a:gd name="T93" fmla="*/ 63 h 712"/>
                <a:gd name="T94" fmla="*/ 1022 w 1321"/>
                <a:gd name="T95" fmla="*/ 97 h 712"/>
                <a:gd name="T96" fmla="*/ 1085 w 1321"/>
                <a:gd name="T97" fmla="*/ 137 h 712"/>
                <a:gd name="T98" fmla="*/ 1141 w 1321"/>
                <a:gd name="T99" fmla="*/ 181 h 712"/>
                <a:gd name="T100" fmla="*/ 1188 w 1321"/>
                <a:gd name="T101" fmla="*/ 229 h 712"/>
                <a:gd name="T102" fmla="*/ 1228 w 1321"/>
                <a:gd name="T103" fmla="*/ 283 h 712"/>
                <a:gd name="T104" fmla="*/ 1228 w 1321"/>
                <a:gd name="T105" fmla="*/ 283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21"/>
                <a:gd name="T160" fmla="*/ 0 h 712"/>
                <a:gd name="T161" fmla="*/ 1321 w 1321"/>
                <a:gd name="T162" fmla="*/ 712 h 71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33CC33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11"/>
          <p:cNvGrpSpPr>
            <a:grpSpLocks/>
          </p:cNvGrpSpPr>
          <p:nvPr/>
        </p:nvGrpSpPr>
        <p:grpSpPr bwMode="auto">
          <a:xfrm>
            <a:off x="1905000" y="5516563"/>
            <a:ext cx="731838" cy="731837"/>
            <a:chOff x="2016" y="1920"/>
            <a:chExt cx="1680" cy="1680"/>
          </a:xfrm>
        </p:grpSpPr>
        <p:sp>
          <p:nvSpPr>
            <p:cNvPr id="35867" name="Oval 12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33CC33"/>
                </a:gs>
                <a:gs pos="100000">
                  <a:srgbClr val="0C320C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8" name="Freeform 13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228 w 1321"/>
                <a:gd name="T1" fmla="*/ 283 h 712"/>
                <a:gd name="T2" fmla="*/ 1244 w 1321"/>
                <a:gd name="T3" fmla="*/ 313 h 712"/>
                <a:gd name="T4" fmla="*/ 1247 w 1321"/>
                <a:gd name="T5" fmla="*/ 339 h 712"/>
                <a:gd name="T6" fmla="*/ 1242 w 1321"/>
                <a:gd name="T7" fmla="*/ 364 h 712"/>
                <a:gd name="T8" fmla="*/ 1225 w 1321"/>
                <a:gd name="T9" fmla="*/ 388 h 712"/>
                <a:gd name="T10" fmla="*/ 1201 w 1321"/>
                <a:gd name="T11" fmla="*/ 409 h 712"/>
                <a:gd name="T12" fmla="*/ 1170 w 1321"/>
                <a:gd name="T13" fmla="*/ 427 h 712"/>
                <a:gd name="T14" fmla="*/ 1129 w 1321"/>
                <a:gd name="T15" fmla="*/ 443 h 712"/>
                <a:gd name="T16" fmla="*/ 1083 w 1321"/>
                <a:gd name="T17" fmla="*/ 459 h 712"/>
                <a:gd name="T18" fmla="*/ 1031 w 1321"/>
                <a:gd name="T19" fmla="*/ 471 h 712"/>
                <a:gd name="T20" fmla="*/ 973 w 1321"/>
                <a:gd name="T21" fmla="*/ 482 h 712"/>
                <a:gd name="T22" fmla="*/ 913 w 1321"/>
                <a:gd name="T23" fmla="*/ 490 h 712"/>
                <a:gd name="T24" fmla="*/ 846 w 1321"/>
                <a:gd name="T25" fmla="*/ 497 h 712"/>
                <a:gd name="T26" fmla="*/ 778 w 1321"/>
                <a:gd name="T27" fmla="*/ 501 h 712"/>
                <a:gd name="T28" fmla="*/ 751 w 1321"/>
                <a:gd name="T29" fmla="*/ 503 h 712"/>
                <a:gd name="T30" fmla="*/ 449 w 1321"/>
                <a:gd name="T31" fmla="*/ 503 h 712"/>
                <a:gd name="T32" fmla="*/ 445 w 1321"/>
                <a:gd name="T33" fmla="*/ 503 h 712"/>
                <a:gd name="T34" fmla="*/ 386 w 1321"/>
                <a:gd name="T35" fmla="*/ 500 h 712"/>
                <a:gd name="T36" fmla="*/ 329 w 1321"/>
                <a:gd name="T37" fmla="*/ 497 h 712"/>
                <a:gd name="T38" fmla="*/ 275 w 1321"/>
                <a:gd name="T39" fmla="*/ 492 h 712"/>
                <a:gd name="T40" fmla="*/ 223 w 1321"/>
                <a:gd name="T41" fmla="*/ 487 h 712"/>
                <a:gd name="T42" fmla="*/ 176 w 1321"/>
                <a:gd name="T43" fmla="*/ 478 h 712"/>
                <a:gd name="T44" fmla="*/ 132 w 1321"/>
                <a:gd name="T45" fmla="*/ 467 h 712"/>
                <a:gd name="T46" fmla="*/ 96 w 1321"/>
                <a:gd name="T47" fmla="*/ 458 h 712"/>
                <a:gd name="T48" fmla="*/ 64 w 1321"/>
                <a:gd name="T49" fmla="*/ 445 h 712"/>
                <a:gd name="T50" fmla="*/ 36 w 1321"/>
                <a:gd name="T51" fmla="*/ 429 h 712"/>
                <a:gd name="T52" fmla="*/ 18 w 1321"/>
                <a:gd name="T53" fmla="*/ 411 h 712"/>
                <a:gd name="T54" fmla="*/ 6 w 1321"/>
                <a:gd name="T55" fmla="*/ 391 h 712"/>
                <a:gd name="T56" fmla="*/ 0 w 1321"/>
                <a:gd name="T57" fmla="*/ 370 h 712"/>
                <a:gd name="T58" fmla="*/ 0 w 1321"/>
                <a:gd name="T59" fmla="*/ 367 h 712"/>
                <a:gd name="T60" fmla="*/ 4 w 1321"/>
                <a:gd name="T61" fmla="*/ 344 h 712"/>
                <a:gd name="T62" fmla="*/ 16 w 1321"/>
                <a:gd name="T63" fmla="*/ 315 h 712"/>
                <a:gd name="T64" fmla="*/ 48 w 1321"/>
                <a:gd name="T65" fmla="*/ 261 h 712"/>
                <a:gd name="T66" fmla="*/ 88 w 1321"/>
                <a:gd name="T67" fmla="*/ 211 h 712"/>
                <a:gd name="T68" fmla="*/ 138 w 1321"/>
                <a:gd name="T69" fmla="*/ 166 h 712"/>
                <a:gd name="T70" fmla="*/ 192 w 1321"/>
                <a:gd name="T71" fmla="*/ 125 h 712"/>
                <a:gd name="T72" fmla="*/ 255 w 1321"/>
                <a:gd name="T73" fmla="*/ 88 h 712"/>
                <a:gd name="T74" fmla="*/ 323 w 1321"/>
                <a:gd name="T75" fmla="*/ 58 h 712"/>
                <a:gd name="T76" fmla="*/ 391 w 1321"/>
                <a:gd name="T77" fmla="*/ 33 h 712"/>
                <a:gd name="T78" fmla="*/ 470 w 1321"/>
                <a:gd name="T79" fmla="*/ 15 h 712"/>
                <a:gd name="T80" fmla="*/ 548 w 1321"/>
                <a:gd name="T81" fmla="*/ 4 h 712"/>
                <a:gd name="T82" fmla="*/ 630 w 1321"/>
                <a:gd name="T83" fmla="*/ 0 h 712"/>
                <a:gd name="T84" fmla="*/ 630 w 1321"/>
                <a:gd name="T85" fmla="*/ 0 h 712"/>
                <a:gd name="T86" fmla="*/ 717 w 1321"/>
                <a:gd name="T87" fmla="*/ 4 h 712"/>
                <a:gd name="T88" fmla="*/ 800 w 1321"/>
                <a:gd name="T89" fmla="*/ 16 h 712"/>
                <a:gd name="T90" fmla="*/ 880 w 1321"/>
                <a:gd name="T91" fmla="*/ 37 h 712"/>
                <a:gd name="T92" fmla="*/ 954 w 1321"/>
                <a:gd name="T93" fmla="*/ 63 h 712"/>
                <a:gd name="T94" fmla="*/ 1022 w 1321"/>
                <a:gd name="T95" fmla="*/ 97 h 712"/>
                <a:gd name="T96" fmla="*/ 1085 w 1321"/>
                <a:gd name="T97" fmla="*/ 137 h 712"/>
                <a:gd name="T98" fmla="*/ 1141 w 1321"/>
                <a:gd name="T99" fmla="*/ 181 h 712"/>
                <a:gd name="T100" fmla="*/ 1188 w 1321"/>
                <a:gd name="T101" fmla="*/ 229 h 712"/>
                <a:gd name="T102" fmla="*/ 1228 w 1321"/>
                <a:gd name="T103" fmla="*/ 283 h 712"/>
                <a:gd name="T104" fmla="*/ 1228 w 1321"/>
                <a:gd name="T105" fmla="*/ 283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21"/>
                <a:gd name="T160" fmla="*/ 0 h 712"/>
                <a:gd name="T161" fmla="*/ 1321 w 1321"/>
                <a:gd name="T162" fmla="*/ 712 h 71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33CC33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11"/>
          <p:cNvGrpSpPr>
            <a:grpSpLocks/>
          </p:cNvGrpSpPr>
          <p:nvPr/>
        </p:nvGrpSpPr>
        <p:grpSpPr bwMode="auto">
          <a:xfrm>
            <a:off x="1066800" y="5516563"/>
            <a:ext cx="731838" cy="731837"/>
            <a:chOff x="2016" y="1920"/>
            <a:chExt cx="1680" cy="1680"/>
          </a:xfrm>
        </p:grpSpPr>
        <p:sp>
          <p:nvSpPr>
            <p:cNvPr id="35865" name="Oval 12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33CC33"/>
                </a:gs>
                <a:gs pos="100000">
                  <a:srgbClr val="0C320C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6" name="Freeform 13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228 w 1321"/>
                <a:gd name="T1" fmla="*/ 283 h 712"/>
                <a:gd name="T2" fmla="*/ 1244 w 1321"/>
                <a:gd name="T3" fmla="*/ 313 h 712"/>
                <a:gd name="T4" fmla="*/ 1247 w 1321"/>
                <a:gd name="T5" fmla="*/ 339 h 712"/>
                <a:gd name="T6" fmla="*/ 1242 w 1321"/>
                <a:gd name="T7" fmla="*/ 364 h 712"/>
                <a:gd name="T8" fmla="*/ 1225 w 1321"/>
                <a:gd name="T9" fmla="*/ 388 h 712"/>
                <a:gd name="T10" fmla="*/ 1201 w 1321"/>
                <a:gd name="T11" fmla="*/ 409 h 712"/>
                <a:gd name="T12" fmla="*/ 1170 w 1321"/>
                <a:gd name="T13" fmla="*/ 427 h 712"/>
                <a:gd name="T14" fmla="*/ 1129 w 1321"/>
                <a:gd name="T15" fmla="*/ 443 h 712"/>
                <a:gd name="T16" fmla="*/ 1083 w 1321"/>
                <a:gd name="T17" fmla="*/ 459 h 712"/>
                <a:gd name="T18" fmla="*/ 1031 w 1321"/>
                <a:gd name="T19" fmla="*/ 471 h 712"/>
                <a:gd name="T20" fmla="*/ 973 w 1321"/>
                <a:gd name="T21" fmla="*/ 482 h 712"/>
                <a:gd name="T22" fmla="*/ 913 w 1321"/>
                <a:gd name="T23" fmla="*/ 490 h 712"/>
                <a:gd name="T24" fmla="*/ 846 w 1321"/>
                <a:gd name="T25" fmla="*/ 497 h 712"/>
                <a:gd name="T26" fmla="*/ 778 w 1321"/>
                <a:gd name="T27" fmla="*/ 501 h 712"/>
                <a:gd name="T28" fmla="*/ 751 w 1321"/>
                <a:gd name="T29" fmla="*/ 503 h 712"/>
                <a:gd name="T30" fmla="*/ 449 w 1321"/>
                <a:gd name="T31" fmla="*/ 503 h 712"/>
                <a:gd name="T32" fmla="*/ 445 w 1321"/>
                <a:gd name="T33" fmla="*/ 503 h 712"/>
                <a:gd name="T34" fmla="*/ 386 w 1321"/>
                <a:gd name="T35" fmla="*/ 500 h 712"/>
                <a:gd name="T36" fmla="*/ 329 w 1321"/>
                <a:gd name="T37" fmla="*/ 497 h 712"/>
                <a:gd name="T38" fmla="*/ 275 w 1321"/>
                <a:gd name="T39" fmla="*/ 492 h 712"/>
                <a:gd name="T40" fmla="*/ 223 w 1321"/>
                <a:gd name="T41" fmla="*/ 487 h 712"/>
                <a:gd name="T42" fmla="*/ 176 w 1321"/>
                <a:gd name="T43" fmla="*/ 478 h 712"/>
                <a:gd name="T44" fmla="*/ 132 w 1321"/>
                <a:gd name="T45" fmla="*/ 467 h 712"/>
                <a:gd name="T46" fmla="*/ 96 w 1321"/>
                <a:gd name="T47" fmla="*/ 458 h 712"/>
                <a:gd name="T48" fmla="*/ 64 w 1321"/>
                <a:gd name="T49" fmla="*/ 445 h 712"/>
                <a:gd name="T50" fmla="*/ 36 w 1321"/>
                <a:gd name="T51" fmla="*/ 429 h 712"/>
                <a:gd name="T52" fmla="*/ 18 w 1321"/>
                <a:gd name="T53" fmla="*/ 411 h 712"/>
                <a:gd name="T54" fmla="*/ 6 w 1321"/>
                <a:gd name="T55" fmla="*/ 391 h 712"/>
                <a:gd name="T56" fmla="*/ 0 w 1321"/>
                <a:gd name="T57" fmla="*/ 370 h 712"/>
                <a:gd name="T58" fmla="*/ 0 w 1321"/>
                <a:gd name="T59" fmla="*/ 367 h 712"/>
                <a:gd name="T60" fmla="*/ 4 w 1321"/>
                <a:gd name="T61" fmla="*/ 344 h 712"/>
                <a:gd name="T62" fmla="*/ 16 w 1321"/>
                <a:gd name="T63" fmla="*/ 315 h 712"/>
                <a:gd name="T64" fmla="*/ 48 w 1321"/>
                <a:gd name="T65" fmla="*/ 261 h 712"/>
                <a:gd name="T66" fmla="*/ 88 w 1321"/>
                <a:gd name="T67" fmla="*/ 211 h 712"/>
                <a:gd name="T68" fmla="*/ 138 w 1321"/>
                <a:gd name="T69" fmla="*/ 166 h 712"/>
                <a:gd name="T70" fmla="*/ 192 w 1321"/>
                <a:gd name="T71" fmla="*/ 125 h 712"/>
                <a:gd name="T72" fmla="*/ 255 w 1321"/>
                <a:gd name="T73" fmla="*/ 88 h 712"/>
                <a:gd name="T74" fmla="*/ 323 w 1321"/>
                <a:gd name="T75" fmla="*/ 58 h 712"/>
                <a:gd name="T76" fmla="*/ 391 w 1321"/>
                <a:gd name="T77" fmla="*/ 33 h 712"/>
                <a:gd name="T78" fmla="*/ 470 w 1321"/>
                <a:gd name="T79" fmla="*/ 15 h 712"/>
                <a:gd name="T80" fmla="*/ 548 w 1321"/>
                <a:gd name="T81" fmla="*/ 4 h 712"/>
                <a:gd name="T82" fmla="*/ 630 w 1321"/>
                <a:gd name="T83" fmla="*/ 0 h 712"/>
                <a:gd name="T84" fmla="*/ 630 w 1321"/>
                <a:gd name="T85" fmla="*/ 0 h 712"/>
                <a:gd name="T86" fmla="*/ 717 w 1321"/>
                <a:gd name="T87" fmla="*/ 4 h 712"/>
                <a:gd name="T88" fmla="*/ 800 w 1321"/>
                <a:gd name="T89" fmla="*/ 16 h 712"/>
                <a:gd name="T90" fmla="*/ 880 w 1321"/>
                <a:gd name="T91" fmla="*/ 37 h 712"/>
                <a:gd name="T92" fmla="*/ 954 w 1321"/>
                <a:gd name="T93" fmla="*/ 63 h 712"/>
                <a:gd name="T94" fmla="*/ 1022 w 1321"/>
                <a:gd name="T95" fmla="*/ 97 h 712"/>
                <a:gd name="T96" fmla="*/ 1085 w 1321"/>
                <a:gd name="T97" fmla="*/ 137 h 712"/>
                <a:gd name="T98" fmla="*/ 1141 w 1321"/>
                <a:gd name="T99" fmla="*/ 181 h 712"/>
                <a:gd name="T100" fmla="*/ 1188 w 1321"/>
                <a:gd name="T101" fmla="*/ 229 h 712"/>
                <a:gd name="T102" fmla="*/ 1228 w 1321"/>
                <a:gd name="T103" fmla="*/ 283 h 712"/>
                <a:gd name="T104" fmla="*/ 1228 w 1321"/>
                <a:gd name="T105" fmla="*/ 283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21"/>
                <a:gd name="T160" fmla="*/ 0 h 712"/>
                <a:gd name="T161" fmla="*/ 1321 w 1321"/>
                <a:gd name="T162" fmla="*/ 712 h 71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33CC33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11"/>
          <p:cNvGrpSpPr>
            <a:grpSpLocks/>
          </p:cNvGrpSpPr>
          <p:nvPr/>
        </p:nvGrpSpPr>
        <p:grpSpPr bwMode="auto">
          <a:xfrm>
            <a:off x="2743200" y="5516563"/>
            <a:ext cx="731838" cy="731837"/>
            <a:chOff x="2016" y="1920"/>
            <a:chExt cx="1680" cy="1680"/>
          </a:xfrm>
        </p:grpSpPr>
        <p:sp>
          <p:nvSpPr>
            <p:cNvPr id="35863" name="Oval 12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33CC33"/>
                </a:gs>
                <a:gs pos="100000">
                  <a:srgbClr val="0C320C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4" name="Freeform 13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228 w 1321"/>
                <a:gd name="T1" fmla="*/ 283 h 712"/>
                <a:gd name="T2" fmla="*/ 1244 w 1321"/>
                <a:gd name="T3" fmla="*/ 313 h 712"/>
                <a:gd name="T4" fmla="*/ 1247 w 1321"/>
                <a:gd name="T5" fmla="*/ 339 h 712"/>
                <a:gd name="T6" fmla="*/ 1242 w 1321"/>
                <a:gd name="T7" fmla="*/ 364 h 712"/>
                <a:gd name="T8" fmla="*/ 1225 w 1321"/>
                <a:gd name="T9" fmla="*/ 388 h 712"/>
                <a:gd name="T10" fmla="*/ 1201 w 1321"/>
                <a:gd name="T11" fmla="*/ 409 h 712"/>
                <a:gd name="T12" fmla="*/ 1170 w 1321"/>
                <a:gd name="T13" fmla="*/ 427 h 712"/>
                <a:gd name="T14" fmla="*/ 1129 w 1321"/>
                <a:gd name="T15" fmla="*/ 443 h 712"/>
                <a:gd name="T16" fmla="*/ 1083 w 1321"/>
                <a:gd name="T17" fmla="*/ 459 h 712"/>
                <a:gd name="T18" fmla="*/ 1031 w 1321"/>
                <a:gd name="T19" fmla="*/ 471 h 712"/>
                <a:gd name="T20" fmla="*/ 973 w 1321"/>
                <a:gd name="T21" fmla="*/ 482 h 712"/>
                <a:gd name="T22" fmla="*/ 913 w 1321"/>
                <a:gd name="T23" fmla="*/ 490 h 712"/>
                <a:gd name="T24" fmla="*/ 846 w 1321"/>
                <a:gd name="T25" fmla="*/ 497 h 712"/>
                <a:gd name="T26" fmla="*/ 778 w 1321"/>
                <a:gd name="T27" fmla="*/ 501 h 712"/>
                <a:gd name="T28" fmla="*/ 751 w 1321"/>
                <a:gd name="T29" fmla="*/ 503 h 712"/>
                <a:gd name="T30" fmla="*/ 449 w 1321"/>
                <a:gd name="T31" fmla="*/ 503 h 712"/>
                <a:gd name="T32" fmla="*/ 445 w 1321"/>
                <a:gd name="T33" fmla="*/ 503 h 712"/>
                <a:gd name="T34" fmla="*/ 386 w 1321"/>
                <a:gd name="T35" fmla="*/ 500 h 712"/>
                <a:gd name="T36" fmla="*/ 329 w 1321"/>
                <a:gd name="T37" fmla="*/ 497 h 712"/>
                <a:gd name="T38" fmla="*/ 275 w 1321"/>
                <a:gd name="T39" fmla="*/ 492 h 712"/>
                <a:gd name="T40" fmla="*/ 223 w 1321"/>
                <a:gd name="T41" fmla="*/ 487 h 712"/>
                <a:gd name="T42" fmla="*/ 176 w 1321"/>
                <a:gd name="T43" fmla="*/ 478 h 712"/>
                <a:gd name="T44" fmla="*/ 132 w 1321"/>
                <a:gd name="T45" fmla="*/ 467 h 712"/>
                <a:gd name="T46" fmla="*/ 96 w 1321"/>
                <a:gd name="T47" fmla="*/ 458 h 712"/>
                <a:gd name="T48" fmla="*/ 64 w 1321"/>
                <a:gd name="T49" fmla="*/ 445 h 712"/>
                <a:gd name="T50" fmla="*/ 36 w 1321"/>
                <a:gd name="T51" fmla="*/ 429 h 712"/>
                <a:gd name="T52" fmla="*/ 18 w 1321"/>
                <a:gd name="T53" fmla="*/ 411 h 712"/>
                <a:gd name="T54" fmla="*/ 6 w 1321"/>
                <a:gd name="T55" fmla="*/ 391 h 712"/>
                <a:gd name="T56" fmla="*/ 0 w 1321"/>
                <a:gd name="T57" fmla="*/ 370 h 712"/>
                <a:gd name="T58" fmla="*/ 0 w 1321"/>
                <a:gd name="T59" fmla="*/ 367 h 712"/>
                <a:gd name="T60" fmla="*/ 4 w 1321"/>
                <a:gd name="T61" fmla="*/ 344 h 712"/>
                <a:gd name="T62" fmla="*/ 16 w 1321"/>
                <a:gd name="T63" fmla="*/ 315 h 712"/>
                <a:gd name="T64" fmla="*/ 48 w 1321"/>
                <a:gd name="T65" fmla="*/ 261 h 712"/>
                <a:gd name="T66" fmla="*/ 88 w 1321"/>
                <a:gd name="T67" fmla="*/ 211 h 712"/>
                <a:gd name="T68" fmla="*/ 138 w 1321"/>
                <a:gd name="T69" fmla="*/ 166 h 712"/>
                <a:gd name="T70" fmla="*/ 192 w 1321"/>
                <a:gd name="T71" fmla="*/ 125 h 712"/>
                <a:gd name="T72" fmla="*/ 255 w 1321"/>
                <a:gd name="T73" fmla="*/ 88 h 712"/>
                <a:gd name="T74" fmla="*/ 323 w 1321"/>
                <a:gd name="T75" fmla="*/ 58 h 712"/>
                <a:gd name="T76" fmla="*/ 391 w 1321"/>
                <a:gd name="T77" fmla="*/ 33 h 712"/>
                <a:gd name="T78" fmla="*/ 470 w 1321"/>
                <a:gd name="T79" fmla="*/ 15 h 712"/>
                <a:gd name="T80" fmla="*/ 548 w 1321"/>
                <a:gd name="T81" fmla="*/ 4 h 712"/>
                <a:gd name="T82" fmla="*/ 630 w 1321"/>
                <a:gd name="T83" fmla="*/ 0 h 712"/>
                <a:gd name="T84" fmla="*/ 630 w 1321"/>
                <a:gd name="T85" fmla="*/ 0 h 712"/>
                <a:gd name="T86" fmla="*/ 717 w 1321"/>
                <a:gd name="T87" fmla="*/ 4 h 712"/>
                <a:gd name="T88" fmla="*/ 800 w 1321"/>
                <a:gd name="T89" fmla="*/ 16 h 712"/>
                <a:gd name="T90" fmla="*/ 880 w 1321"/>
                <a:gd name="T91" fmla="*/ 37 h 712"/>
                <a:gd name="T92" fmla="*/ 954 w 1321"/>
                <a:gd name="T93" fmla="*/ 63 h 712"/>
                <a:gd name="T94" fmla="*/ 1022 w 1321"/>
                <a:gd name="T95" fmla="*/ 97 h 712"/>
                <a:gd name="T96" fmla="*/ 1085 w 1321"/>
                <a:gd name="T97" fmla="*/ 137 h 712"/>
                <a:gd name="T98" fmla="*/ 1141 w 1321"/>
                <a:gd name="T99" fmla="*/ 181 h 712"/>
                <a:gd name="T100" fmla="*/ 1188 w 1321"/>
                <a:gd name="T101" fmla="*/ 229 h 712"/>
                <a:gd name="T102" fmla="*/ 1228 w 1321"/>
                <a:gd name="T103" fmla="*/ 283 h 712"/>
                <a:gd name="T104" fmla="*/ 1228 w 1321"/>
                <a:gd name="T105" fmla="*/ 283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21"/>
                <a:gd name="T160" fmla="*/ 0 h 712"/>
                <a:gd name="T161" fmla="*/ 1321 w 1321"/>
                <a:gd name="T162" fmla="*/ 712 h 71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33CC33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9" name="Text Box 24"/>
          <p:cNvSpPr txBox="1">
            <a:spLocks noChangeArrowheads="1"/>
          </p:cNvSpPr>
          <p:nvPr/>
        </p:nvSpPr>
        <p:spPr bwMode="gray">
          <a:xfrm>
            <a:off x="1143000" y="5135563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0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60" name="Text Box 24"/>
          <p:cNvSpPr txBox="1">
            <a:spLocks noChangeArrowheads="1"/>
          </p:cNvSpPr>
          <p:nvPr/>
        </p:nvSpPr>
        <p:spPr bwMode="gray">
          <a:xfrm>
            <a:off x="1981200" y="5135563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1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61" name="Text Box 24"/>
          <p:cNvSpPr txBox="1">
            <a:spLocks noChangeArrowheads="1"/>
          </p:cNvSpPr>
          <p:nvPr/>
        </p:nvSpPr>
        <p:spPr bwMode="gray">
          <a:xfrm>
            <a:off x="2819400" y="5135563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2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6934200" y="5516563"/>
            <a:ext cx="731838" cy="731837"/>
            <a:chOff x="2016" y="1920"/>
            <a:chExt cx="1680" cy="1680"/>
          </a:xfrm>
        </p:grpSpPr>
        <p:sp>
          <p:nvSpPr>
            <p:cNvPr id="35861" name="Oval 22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A776F0"/>
                </a:gs>
                <a:gs pos="100000">
                  <a:srgbClr val="6A4B9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2" name="Freeform 23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228 w 1321"/>
                <a:gd name="T1" fmla="*/ 283 h 712"/>
                <a:gd name="T2" fmla="*/ 1244 w 1321"/>
                <a:gd name="T3" fmla="*/ 313 h 712"/>
                <a:gd name="T4" fmla="*/ 1247 w 1321"/>
                <a:gd name="T5" fmla="*/ 339 h 712"/>
                <a:gd name="T6" fmla="*/ 1242 w 1321"/>
                <a:gd name="T7" fmla="*/ 364 h 712"/>
                <a:gd name="T8" fmla="*/ 1225 w 1321"/>
                <a:gd name="T9" fmla="*/ 388 h 712"/>
                <a:gd name="T10" fmla="*/ 1201 w 1321"/>
                <a:gd name="T11" fmla="*/ 409 h 712"/>
                <a:gd name="T12" fmla="*/ 1170 w 1321"/>
                <a:gd name="T13" fmla="*/ 427 h 712"/>
                <a:gd name="T14" fmla="*/ 1129 w 1321"/>
                <a:gd name="T15" fmla="*/ 443 h 712"/>
                <a:gd name="T16" fmla="*/ 1083 w 1321"/>
                <a:gd name="T17" fmla="*/ 459 h 712"/>
                <a:gd name="T18" fmla="*/ 1031 w 1321"/>
                <a:gd name="T19" fmla="*/ 471 h 712"/>
                <a:gd name="T20" fmla="*/ 973 w 1321"/>
                <a:gd name="T21" fmla="*/ 482 h 712"/>
                <a:gd name="T22" fmla="*/ 913 w 1321"/>
                <a:gd name="T23" fmla="*/ 490 h 712"/>
                <a:gd name="T24" fmla="*/ 846 w 1321"/>
                <a:gd name="T25" fmla="*/ 497 h 712"/>
                <a:gd name="T26" fmla="*/ 778 w 1321"/>
                <a:gd name="T27" fmla="*/ 501 h 712"/>
                <a:gd name="T28" fmla="*/ 751 w 1321"/>
                <a:gd name="T29" fmla="*/ 503 h 712"/>
                <a:gd name="T30" fmla="*/ 449 w 1321"/>
                <a:gd name="T31" fmla="*/ 503 h 712"/>
                <a:gd name="T32" fmla="*/ 445 w 1321"/>
                <a:gd name="T33" fmla="*/ 503 h 712"/>
                <a:gd name="T34" fmla="*/ 386 w 1321"/>
                <a:gd name="T35" fmla="*/ 500 h 712"/>
                <a:gd name="T36" fmla="*/ 329 w 1321"/>
                <a:gd name="T37" fmla="*/ 497 h 712"/>
                <a:gd name="T38" fmla="*/ 275 w 1321"/>
                <a:gd name="T39" fmla="*/ 492 h 712"/>
                <a:gd name="T40" fmla="*/ 223 w 1321"/>
                <a:gd name="T41" fmla="*/ 487 h 712"/>
                <a:gd name="T42" fmla="*/ 176 w 1321"/>
                <a:gd name="T43" fmla="*/ 478 h 712"/>
                <a:gd name="T44" fmla="*/ 132 w 1321"/>
                <a:gd name="T45" fmla="*/ 467 h 712"/>
                <a:gd name="T46" fmla="*/ 96 w 1321"/>
                <a:gd name="T47" fmla="*/ 458 h 712"/>
                <a:gd name="T48" fmla="*/ 64 w 1321"/>
                <a:gd name="T49" fmla="*/ 445 h 712"/>
                <a:gd name="T50" fmla="*/ 36 w 1321"/>
                <a:gd name="T51" fmla="*/ 429 h 712"/>
                <a:gd name="T52" fmla="*/ 18 w 1321"/>
                <a:gd name="T53" fmla="*/ 411 h 712"/>
                <a:gd name="T54" fmla="*/ 6 w 1321"/>
                <a:gd name="T55" fmla="*/ 391 h 712"/>
                <a:gd name="T56" fmla="*/ 0 w 1321"/>
                <a:gd name="T57" fmla="*/ 370 h 712"/>
                <a:gd name="T58" fmla="*/ 0 w 1321"/>
                <a:gd name="T59" fmla="*/ 367 h 712"/>
                <a:gd name="T60" fmla="*/ 4 w 1321"/>
                <a:gd name="T61" fmla="*/ 344 h 712"/>
                <a:gd name="T62" fmla="*/ 16 w 1321"/>
                <a:gd name="T63" fmla="*/ 315 h 712"/>
                <a:gd name="T64" fmla="*/ 48 w 1321"/>
                <a:gd name="T65" fmla="*/ 261 h 712"/>
                <a:gd name="T66" fmla="*/ 88 w 1321"/>
                <a:gd name="T67" fmla="*/ 211 h 712"/>
                <a:gd name="T68" fmla="*/ 138 w 1321"/>
                <a:gd name="T69" fmla="*/ 166 h 712"/>
                <a:gd name="T70" fmla="*/ 192 w 1321"/>
                <a:gd name="T71" fmla="*/ 125 h 712"/>
                <a:gd name="T72" fmla="*/ 255 w 1321"/>
                <a:gd name="T73" fmla="*/ 88 h 712"/>
                <a:gd name="T74" fmla="*/ 323 w 1321"/>
                <a:gd name="T75" fmla="*/ 58 h 712"/>
                <a:gd name="T76" fmla="*/ 391 w 1321"/>
                <a:gd name="T77" fmla="*/ 33 h 712"/>
                <a:gd name="T78" fmla="*/ 470 w 1321"/>
                <a:gd name="T79" fmla="*/ 15 h 712"/>
                <a:gd name="T80" fmla="*/ 548 w 1321"/>
                <a:gd name="T81" fmla="*/ 4 h 712"/>
                <a:gd name="T82" fmla="*/ 630 w 1321"/>
                <a:gd name="T83" fmla="*/ 0 h 712"/>
                <a:gd name="T84" fmla="*/ 630 w 1321"/>
                <a:gd name="T85" fmla="*/ 0 h 712"/>
                <a:gd name="T86" fmla="*/ 717 w 1321"/>
                <a:gd name="T87" fmla="*/ 4 h 712"/>
                <a:gd name="T88" fmla="*/ 800 w 1321"/>
                <a:gd name="T89" fmla="*/ 16 h 712"/>
                <a:gd name="T90" fmla="*/ 880 w 1321"/>
                <a:gd name="T91" fmla="*/ 37 h 712"/>
                <a:gd name="T92" fmla="*/ 954 w 1321"/>
                <a:gd name="T93" fmla="*/ 63 h 712"/>
                <a:gd name="T94" fmla="*/ 1022 w 1321"/>
                <a:gd name="T95" fmla="*/ 97 h 712"/>
                <a:gd name="T96" fmla="*/ 1085 w 1321"/>
                <a:gd name="T97" fmla="*/ 137 h 712"/>
                <a:gd name="T98" fmla="*/ 1141 w 1321"/>
                <a:gd name="T99" fmla="*/ 181 h 712"/>
                <a:gd name="T100" fmla="*/ 1188 w 1321"/>
                <a:gd name="T101" fmla="*/ 229 h 712"/>
                <a:gd name="T102" fmla="*/ 1228 w 1321"/>
                <a:gd name="T103" fmla="*/ 283 h 712"/>
                <a:gd name="T104" fmla="*/ 1228 w 1321"/>
                <a:gd name="T105" fmla="*/ 283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21"/>
                <a:gd name="T160" fmla="*/ 0 h 712"/>
                <a:gd name="T161" fmla="*/ 1321 w 1321"/>
                <a:gd name="T162" fmla="*/ 712 h 71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A776F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5" name="Text Box 24"/>
          <p:cNvSpPr txBox="1">
            <a:spLocks noChangeArrowheads="1"/>
          </p:cNvSpPr>
          <p:nvPr/>
        </p:nvSpPr>
        <p:spPr bwMode="gray">
          <a:xfrm>
            <a:off x="6705600" y="5135563"/>
            <a:ext cx="1219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MAX - 1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66" name="Text Box 24"/>
          <p:cNvSpPr txBox="1">
            <a:spLocks noChangeArrowheads="1"/>
          </p:cNvSpPr>
          <p:nvPr/>
        </p:nvSpPr>
        <p:spPr bwMode="gray">
          <a:xfrm>
            <a:off x="4343400" y="5105400"/>
            <a:ext cx="914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n - 1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67" name="Text Box 24"/>
          <p:cNvSpPr txBox="1">
            <a:spLocks noChangeArrowheads="1"/>
          </p:cNvSpPr>
          <p:nvPr/>
        </p:nvSpPr>
        <p:spPr bwMode="gray">
          <a:xfrm>
            <a:off x="6172200" y="5668963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68" name="Text Box 24"/>
          <p:cNvSpPr txBox="1">
            <a:spLocks noChangeArrowheads="1"/>
          </p:cNvSpPr>
          <p:nvPr/>
        </p:nvSpPr>
        <p:spPr bwMode="gray">
          <a:xfrm>
            <a:off x="3657600" y="5680075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69" name="Text Box 24"/>
          <p:cNvSpPr txBox="1">
            <a:spLocks noChangeArrowheads="1"/>
          </p:cNvSpPr>
          <p:nvPr/>
        </p:nvSpPr>
        <p:spPr bwMode="gray">
          <a:xfrm>
            <a:off x="5334000" y="5664200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9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/>
      <p:bldP spid="61" grpId="0"/>
      <p:bldP spid="65" grpId="0"/>
      <p:bldP spid="66" grpId="0"/>
      <p:bldP spid="67" grpId="0"/>
      <p:bldP spid="68" grpId="0"/>
      <p:bldP spid="68" grpId="1"/>
      <p:bldP spid="6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Hàm Xuất Mảng</a:t>
            </a:r>
          </a:p>
        </p:txBody>
      </p:sp>
      <p:sp>
        <p:nvSpPr>
          <p:cNvPr id="3686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2819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869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XuatMang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a[], int n)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printf(“Noi dung cua mang la: ”);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&lt;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i++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 ”, a[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printf(“\n”);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15875" y="3124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15875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4" grpId="0" animBg="1"/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001000" cy="563563"/>
          </a:xfrm>
        </p:spPr>
        <p:txBody>
          <a:bodyPr/>
          <a:lstStyle/>
          <a:p>
            <a:pPr eaLnBrk="1" hangingPunct="1"/>
            <a:r>
              <a:rPr lang="en-US" smtClean="0"/>
              <a:t>Tìm kiếm một phần tử trong mảng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4800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Yêu cầu</a:t>
            </a:r>
          </a:p>
          <a:p>
            <a:pPr lvl="1" eaLnBrk="1" hangingPunct="1">
              <a:defRPr/>
            </a:pPr>
            <a:r>
              <a:rPr lang="en-US" sz="2400" smtClean="0"/>
              <a:t>Tìm xem phần tử </a:t>
            </a:r>
            <a:r>
              <a:rPr lang="en-US" sz="2400" smtClean="0">
                <a:solidFill>
                  <a:srgbClr val="FF0000"/>
                </a:solidFill>
              </a:rPr>
              <a:t>x</a:t>
            </a:r>
            <a:r>
              <a:rPr lang="en-US" sz="2400" smtClean="0"/>
              <a:t> có nằm trong mảng </a:t>
            </a:r>
            <a:r>
              <a:rPr lang="en-US" sz="2400" smtClean="0">
                <a:solidFill>
                  <a:srgbClr val="FF0000"/>
                </a:solidFill>
              </a:rPr>
              <a:t>a</a:t>
            </a:r>
            <a:r>
              <a:rPr lang="en-US" sz="2400" smtClean="0"/>
              <a:t> kích th</a:t>
            </a:r>
            <a:r>
              <a:rPr lang="vi-VN" sz="2400" smtClean="0"/>
              <a:t>ướ</a:t>
            </a:r>
            <a:r>
              <a:rPr lang="en-US" sz="2400" smtClean="0"/>
              <a:t>c </a:t>
            </a:r>
            <a:r>
              <a:rPr lang="en-US" sz="2400" smtClean="0">
                <a:solidFill>
                  <a:srgbClr val="FF0000"/>
                </a:solidFill>
              </a:rPr>
              <a:t>n</a:t>
            </a:r>
            <a:r>
              <a:rPr lang="en-US" sz="2400" smtClean="0"/>
              <a:t> hay không? Nếu có thì nó nằm ở vị trí </a:t>
            </a:r>
            <a:r>
              <a:rPr lang="vi-VN" sz="2400" smtClean="0"/>
              <a:t>đầ</a:t>
            </a:r>
            <a:r>
              <a:rPr lang="en-US" sz="2400" smtClean="0"/>
              <a:t>u tiên nào.</a:t>
            </a:r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Ý t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ưở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</a:t>
            </a:r>
          </a:p>
          <a:p>
            <a:pPr lvl="1" eaLnBrk="1" hangingPunct="1">
              <a:defRPr/>
            </a:pPr>
            <a:r>
              <a:rPr lang="en-US" sz="2400" smtClean="0"/>
              <a:t>Xét từng phần của mảng </a:t>
            </a:r>
            <a:r>
              <a:rPr lang="en-US" sz="2400" smtClean="0">
                <a:solidFill>
                  <a:srgbClr val="FF0000"/>
                </a:solidFill>
              </a:rPr>
              <a:t>a</a:t>
            </a:r>
            <a:r>
              <a:rPr lang="en-US" sz="2400" smtClean="0"/>
              <a:t>. Nếu phần tử </a:t>
            </a:r>
            <a:r>
              <a:rPr lang="vi-VN" sz="2400" smtClean="0"/>
              <a:t>đ</a:t>
            </a:r>
            <a:r>
              <a:rPr lang="en-US" sz="2400" smtClean="0"/>
              <a:t>ang xét bằng </a:t>
            </a:r>
            <a:r>
              <a:rPr lang="en-US" sz="2400" smtClean="0">
                <a:solidFill>
                  <a:srgbClr val="FF0000"/>
                </a:solidFill>
              </a:rPr>
              <a:t>x</a:t>
            </a:r>
            <a:r>
              <a:rPr lang="en-US" sz="2400" smtClean="0"/>
              <a:t> thì trả về vị trí </a:t>
            </a:r>
            <a:r>
              <a:rPr lang="vi-VN" sz="2400" smtClean="0"/>
              <a:t>đó</a:t>
            </a:r>
            <a:r>
              <a:rPr lang="en-US" sz="2400" smtClean="0"/>
              <a:t>. Nếu kô tìm </a:t>
            </a:r>
            <a:r>
              <a:rPr lang="vi-VN" sz="2400" smtClean="0"/>
              <a:t>đượ</a:t>
            </a:r>
            <a:r>
              <a:rPr lang="en-US" sz="2400" smtClean="0"/>
              <a:t>c thì trả về </a:t>
            </a:r>
            <a:r>
              <a:rPr lang="en-US" sz="2400" smtClean="0">
                <a:solidFill>
                  <a:srgbClr val="FF0000"/>
                </a:solidFill>
              </a:rPr>
              <a:t>-1</a:t>
            </a:r>
            <a:r>
              <a:rPr lang="en-US" sz="2400" smtClean="0"/>
              <a:t>.</a:t>
            </a:r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grpSp>
        <p:nvGrpSpPr>
          <p:cNvPr id="5" name="Group 72"/>
          <p:cNvGrpSpPr>
            <a:grpSpLocks/>
          </p:cNvGrpSpPr>
          <p:nvPr/>
        </p:nvGrpSpPr>
        <p:grpSpPr bwMode="auto">
          <a:xfrm>
            <a:off x="1096963" y="4191000"/>
            <a:ext cx="731837" cy="731838"/>
            <a:chOff x="2209800" y="4038600"/>
            <a:chExt cx="731520" cy="731520"/>
          </a:xfrm>
        </p:grpSpPr>
        <p:grpSp>
          <p:nvGrpSpPr>
            <p:cNvPr id="37930" name="Group 26"/>
            <p:cNvGrpSpPr>
              <a:grpSpLocks/>
            </p:cNvGrpSpPr>
            <p:nvPr/>
          </p:nvGrpSpPr>
          <p:grpSpPr bwMode="auto">
            <a:xfrm>
              <a:off x="2209800" y="4038600"/>
              <a:ext cx="731520" cy="731520"/>
              <a:chOff x="2016" y="1920"/>
              <a:chExt cx="1680" cy="1680"/>
            </a:xfrm>
          </p:grpSpPr>
          <p:sp>
            <p:nvSpPr>
              <p:cNvPr id="37932" name="Oval 27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FA8228"/>
                  </a:gs>
                  <a:gs pos="100000">
                    <a:srgbClr val="80431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33" name="Freeform 28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FA8228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8" name="Text Box 24"/>
            <p:cNvSpPr txBox="1">
              <a:spLocks noChangeArrowheads="1"/>
            </p:cNvSpPr>
            <p:nvPr/>
          </p:nvSpPr>
          <p:spPr bwMode="gray">
            <a:xfrm>
              <a:off x="2301835" y="4236952"/>
              <a:ext cx="533169" cy="3808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x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91" name="AutoShape 4"/>
          <p:cNvSpPr>
            <a:spLocks noChangeArrowheads="1"/>
          </p:cNvSpPr>
          <p:nvPr/>
        </p:nvSpPr>
        <p:spPr bwMode="gray">
          <a:xfrm>
            <a:off x="1021080" y="5105400"/>
            <a:ext cx="4160520" cy="1295400"/>
          </a:xfrm>
          <a:prstGeom prst="roundRect">
            <a:avLst>
              <a:gd name="adj" fmla="val 7935"/>
            </a:avLst>
          </a:prstGeom>
          <a:ln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2" name="Text Box 24"/>
          <p:cNvSpPr txBox="1">
            <a:spLocks noChangeArrowheads="1"/>
          </p:cNvSpPr>
          <p:nvPr/>
        </p:nvSpPr>
        <p:spPr bwMode="gray">
          <a:xfrm>
            <a:off x="1143000" y="5135563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0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93" name="Text Box 24"/>
          <p:cNvSpPr txBox="1">
            <a:spLocks noChangeArrowheads="1"/>
          </p:cNvSpPr>
          <p:nvPr/>
        </p:nvSpPr>
        <p:spPr bwMode="gray">
          <a:xfrm>
            <a:off x="1981200" y="5135563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1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94" name="Text Box 24"/>
          <p:cNvSpPr txBox="1">
            <a:spLocks noChangeArrowheads="1"/>
          </p:cNvSpPr>
          <p:nvPr/>
        </p:nvSpPr>
        <p:spPr bwMode="gray">
          <a:xfrm>
            <a:off x="2819400" y="5135563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2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6934200" y="5516563"/>
            <a:ext cx="731838" cy="731837"/>
            <a:chOff x="2016" y="1920"/>
            <a:chExt cx="1680" cy="1680"/>
          </a:xfrm>
        </p:grpSpPr>
        <p:sp>
          <p:nvSpPr>
            <p:cNvPr id="37928" name="Oval 22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A776F0"/>
                </a:gs>
                <a:gs pos="100000">
                  <a:srgbClr val="6A4B9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29" name="Freeform 23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228 w 1321"/>
                <a:gd name="T1" fmla="*/ 283 h 712"/>
                <a:gd name="T2" fmla="*/ 1244 w 1321"/>
                <a:gd name="T3" fmla="*/ 313 h 712"/>
                <a:gd name="T4" fmla="*/ 1247 w 1321"/>
                <a:gd name="T5" fmla="*/ 339 h 712"/>
                <a:gd name="T6" fmla="*/ 1242 w 1321"/>
                <a:gd name="T7" fmla="*/ 364 h 712"/>
                <a:gd name="T8" fmla="*/ 1225 w 1321"/>
                <a:gd name="T9" fmla="*/ 388 h 712"/>
                <a:gd name="T10" fmla="*/ 1201 w 1321"/>
                <a:gd name="T11" fmla="*/ 409 h 712"/>
                <a:gd name="T12" fmla="*/ 1170 w 1321"/>
                <a:gd name="T13" fmla="*/ 427 h 712"/>
                <a:gd name="T14" fmla="*/ 1129 w 1321"/>
                <a:gd name="T15" fmla="*/ 443 h 712"/>
                <a:gd name="T16" fmla="*/ 1083 w 1321"/>
                <a:gd name="T17" fmla="*/ 459 h 712"/>
                <a:gd name="T18" fmla="*/ 1031 w 1321"/>
                <a:gd name="T19" fmla="*/ 471 h 712"/>
                <a:gd name="T20" fmla="*/ 973 w 1321"/>
                <a:gd name="T21" fmla="*/ 482 h 712"/>
                <a:gd name="T22" fmla="*/ 913 w 1321"/>
                <a:gd name="T23" fmla="*/ 490 h 712"/>
                <a:gd name="T24" fmla="*/ 846 w 1321"/>
                <a:gd name="T25" fmla="*/ 497 h 712"/>
                <a:gd name="T26" fmla="*/ 778 w 1321"/>
                <a:gd name="T27" fmla="*/ 501 h 712"/>
                <a:gd name="T28" fmla="*/ 751 w 1321"/>
                <a:gd name="T29" fmla="*/ 503 h 712"/>
                <a:gd name="T30" fmla="*/ 449 w 1321"/>
                <a:gd name="T31" fmla="*/ 503 h 712"/>
                <a:gd name="T32" fmla="*/ 445 w 1321"/>
                <a:gd name="T33" fmla="*/ 503 h 712"/>
                <a:gd name="T34" fmla="*/ 386 w 1321"/>
                <a:gd name="T35" fmla="*/ 500 h 712"/>
                <a:gd name="T36" fmla="*/ 329 w 1321"/>
                <a:gd name="T37" fmla="*/ 497 h 712"/>
                <a:gd name="T38" fmla="*/ 275 w 1321"/>
                <a:gd name="T39" fmla="*/ 492 h 712"/>
                <a:gd name="T40" fmla="*/ 223 w 1321"/>
                <a:gd name="T41" fmla="*/ 487 h 712"/>
                <a:gd name="T42" fmla="*/ 176 w 1321"/>
                <a:gd name="T43" fmla="*/ 478 h 712"/>
                <a:gd name="T44" fmla="*/ 132 w 1321"/>
                <a:gd name="T45" fmla="*/ 467 h 712"/>
                <a:gd name="T46" fmla="*/ 96 w 1321"/>
                <a:gd name="T47" fmla="*/ 458 h 712"/>
                <a:gd name="T48" fmla="*/ 64 w 1321"/>
                <a:gd name="T49" fmla="*/ 445 h 712"/>
                <a:gd name="T50" fmla="*/ 36 w 1321"/>
                <a:gd name="T51" fmla="*/ 429 h 712"/>
                <a:gd name="T52" fmla="*/ 18 w 1321"/>
                <a:gd name="T53" fmla="*/ 411 h 712"/>
                <a:gd name="T54" fmla="*/ 6 w 1321"/>
                <a:gd name="T55" fmla="*/ 391 h 712"/>
                <a:gd name="T56" fmla="*/ 0 w 1321"/>
                <a:gd name="T57" fmla="*/ 370 h 712"/>
                <a:gd name="T58" fmla="*/ 0 w 1321"/>
                <a:gd name="T59" fmla="*/ 367 h 712"/>
                <a:gd name="T60" fmla="*/ 4 w 1321"/>
                <a:gd name="T61" fmla="*/ 344 h 712"/>
                <a:gd name="T62" fmla="*/ 16 w 1321"/>
                <a:gd name="T63" fmla="*/ 315 h 712"/>
                <a:gd name="T64" fmla="*/ 48 w 1321"/>
                <a:gd name="T65" fmla="*/ 261 h 712"/>
                <a:gd name="T66" fmla="*/ 88 w 1321"/>
                <a:gd name="T67" fmla="*/ 211 h 712"/>
                <a:gd name="T68" fmla="*/ 138 w 1321"/>
                <a:gd name="T69" fmla="*/ 166 h 712"/>
                <a:gd name="T70" fmla="*/ 192 w 1321"/>
                <a:gd name="T71" fmla="*/ 125 h 712"/>
                <a:gd name="T72" fmla="*/ 255 w 1321"/>
                <a:gd name="T73" fmla="*/ 88 h 712"/>
                <a:gd name="T74" fmla="*/ 323 w 1321"/>
                <a:gd name="T75" fmla="*/ 58 h 712"/>
                <a:gd name="T76" fmla="*/ 391 w 1321"/>
                <a:gd name="T77" fmla="*/ 33 h 712"/>
                <a:gd name="T78" fmla="*/ 470 w 1321"/>
                <a:gd name="T79" fmla="*/ 15 h 712"/>
                <a:gd name="T80" fmla="*/ 548 w 1321"/>
                <a:gd name="T81" fmla="*/ 4 h 712"/>
                <a:gd name="T82" fmla="*/ 630 w 1321"/>
                <a:gd name="T83" fmla="*/ 0 h 712"/>
                <a:gd name="T84" fmla="*/ 630 w 1321"/>
                <a:gd name="T85" fmla="*/ 0 h 712"/>
                <a:gd name="T86" fmla="*/ 717 w 1321"/>
                <a:gd name="T87" fmla="*/ 4 h 712"/>
                <a:gd name="T88" fmla="*/ 800 w 1321"/>
                <a:gd name="T89" fmla="*/ 16 h 712"/>
                <a:gd name="T90" fmla="*/ 880 w 1321"/>
                <a:gd name="T91" fmla="*/ 37 h 712"/>
                <a:gd name="T92" fmla="*/ 954 w 1321"/>
                <a:gd name="T93" fmla="*/ 63 h 712"/>
                <a:gd name="T94" fmla="*/ 1022 w 1321"/>
                <a:gd name="T95" fmla="*/ 97 h 712"/>
                <a:gd name="T96" fmla="*/ 1085 w 1321"/>
                <a:gd name="T97" fmla="*/ 137 h 712"/>
                <a:gd name="T98" fmla="*/ 1141 w 1321"/>
                <a:gd name="T99" fmla="*/ 181 h 712"/>
                <a:gd name="T100" fmla="*/ 1188 w 1321"/>
                <a:gd name="T101" fmla="*/ 229 h 712"/>
                <a:gd name="T102" fmla="*/ 1228 w 1321"/>
                <a:gd name="T103" fmla="*/ 283 h 712"/>
                <a:gd name="T104" fmla="*/ 1228 w 1321"/>
                <a:gd name="T105" fmla="*/ 283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21"/>
                <a:gd name="T160" fmla="*/ 0 h 712"/>
                <a:gd name="T161" fmla="*/ 1321 w 1321"/>
                <a:gd name="T162" fmla="*/ 712 h 71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A776F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8" name="Text Box 24"/>
          <p:cNvSpPr txBox="1">
            <a:spLocks noChangeArrowheads="1"/>
          </p:cNvSpPr>
          <p:nvPr/>
        </p:nvSpPr>
        <p:spPr bwMode="gray">
          <a:xfrm>
            <a:off x="6705600" y="5135563"/>
            <a:ext cx="1219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MAX - 1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99" name="Text Box 24"/>
          <p:cNvSpPr txBox="1">
            <a:spLocks noChangeArrowheads="1"/>
          </p:cNvSpPr>
          <p:nvPr/>
        </p:nvSpPr>
        <p:spPr bwMode="gray">
          <a:xfrm>
            <a:off x="4343400" y="5105400"/>
            <a:ext cx="914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n - 1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100" name="Text Box 24"/>
          <p:cNvSpPr txBox="1">
            <a:spLocks noChangeArrowheads="1"/>
          </p:cNvSpPr>
          <p:nvPr/>
        </p:nvSpPr>
        <p:spPr bwMode="gray">
          <a:xfrm>
            <a:off x="6172200" y="5668963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101" name="Text Box 24"/>
          <p:cNvSpPr txBox="1">
            <a:spLocks noChangeArrowheads="1"/>
          </p:cNvSpPr>
          <p:nvPr/>
        </p:nvSpPr>
        <p:spPr bwMode="gray">
          <a:xfrm>
            <a:off x="3657600" y="5680075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102" name="Text Box 24"/>
          <p:cNvSpPr txBox="1">
            <a:spLocks noChangeArrowheads="1"/>
          </p:cNvSpPr>
          <p:nvPr/>
        </p:nvSpPr>
        <p:spPr bwMode="gray">
          <a:xfrm>
            <a:off x="5334000" y="5664200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8" name="Group 102"/>
          <p:cNvGrpSpPr>
            <a:grpSpLocks/>
          </p:cNvGrpSpPr>
          <p:nvPr/>
        </p:nvGrpSpPr>
        <p:grpSpPr bwMode="auto">
          <a:xfrm>
            <a:off x="1066800" y="5516563"/>
            <a:ext cx="731838" cy="731837"/>
            <a:chOff x="1371600" y="5364480"/>
            <a:chExt cx="731520" cy="731520"/>
          </a:xfrm>
        </p:grpSpPr>
        <p:grpSp>
          <p:nvGrpSpPr>
            <p:cNvPr id="37924" name="Group 11"/>
            <p:cNvGrpSpPr>
              <a:grpSpLocks/>
            </p:cNvGrpSpPr>
            <p:nvPr/>
          </p:nvGrpSpPr>
          <p:grpSpPr bwMode="auto">
            <a:xfrm>
              <a:off x="1371600" y="5364480"/>
              <a:ext cx="731520" cy="731520"/>
              <a:chOff x="2016" y="1920"/>
              <a:chExt cx="1680" cy="1680"/>
            </a:xfrm>
          </p:grpSpPr>
          <p:sp>
            <p:nvSpPr>
              <p:cNvPr id="37926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7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5" name="Text Box 24"/>
            <p:cNvSpPr txBox="1">
              <a:spLocks noChangeArrowheads="1"/>
            </p:cNvSpPr>
            <p:nvPr/>
          </p:nvSpPr>
          <p:spPr bwMode="gray">
            <a:xfrm>
              <a:off x="14477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a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10" name="Group 107"/>
          <p:cNvGrpSpPr>
            <a:grpSpLocks/>
          </p:cNvGrpSpPr>
          <p:nvPr/>
        </p:nvGrpSpPr>
        <p:grpSpPr bwMode="auto">
          <a:xfrm>
            <a:off x="1905000" y="5516563"/>
            <a:ext cx="731838" cy="731837"/>
            <a:chOff x="2209800" y="5364480"/>
            <a:chExt cx="731520" cy="731520"/>
          </a:xfrm>
        </p:grpSpPr>
        <p:grpSp>
          <p:nvGrpSpPr>
            <p:cNvPr id="37920" name="Group 11"/>
            <p:cNvGrpSpPr>
              <a:grpSpLocks/>
            </p:cNvGrpSpPr>
            <p:nvPr/>
          </p:nvGrpSpPr>
          <p:grpSpPr bwMode="auto">
            <a:xfrm>
              <a:off x="2209800" y="5364480"/>
              <a:ext cx="731520" cy="731520"/>
              <a:chOff x="2016" y="1920"/>
              <a:chExt cx="1680" cy="1680"/>
            </a:xfrm>
          </p:grpSpPr>
          <p:sp>
            <p:nvSpPr>
              <p:cNvPr id="37922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3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0" name="Text Box 24"/>
            <p:cNvSpPr txBox="1">
              <a:spLocks noChangeArrowheads="1"/>
            </p:cNvSpPr>
            <p:nvPr/>
          </p:nvSpPr>
          <p:spPr bwMode="gray">
            <a:xfrm>
              <a:off x="22859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x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12" name="Group 112"/>
          <p:cNvGrpSpPr>
            <a:grpSpLocks/>
          </p:cNvGrpSpPr>
          <p:nvPr/>
        </p:nvGrpSpPr>
        <p:grpSpPr bwMode="auto">
          <a:xfrm>
            <a:off x="2743200" y="5516563"/>
            <a:ext cx="731838" cy="731837"/>
            <a:chOff x="3048000" y="5364480"/>
            <a:chExt cx="731520" cy="731520"/>
          </a:xfrm>
        </p:grpSpPr>
        <p:grpSp>
          <p:nvGrpSpPr>
            <p:cNvPr id="37916" name="Group 11"/>
            <p:cNvGrpSpPr>
              <a:grpSpLocks/>
            </p:cNvGrpSpPr>
            <p:nvPr/>
          </p:nvGrpSpPr>
          <p:grpSpPr bwMode="auto">
            <a:xfrm>
              <a:off x="3048000" y="5364480"/>
              <a:ext cx="731520" cy="731520"/>
              <a:chOff x="2016" y="1920"/>
              <a:chExt cx="1680" cy="1680"/>
            </a:xfrm>
          </p:grpSpPr>
          <p:sp>
            <p:nvSpPr>
              <p:cNvPr id="37918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19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5" name="Text Box 24"/>
            <p:cNvSpPr txBox="1">
              <a:spLocks noChangeArrowheads="1"/>
            </p:cNvSpPr>
            <p:nvPr/>
          </p:nvSpPr>
          <p:spPr bwMode="gray">
            <a:xfrm>
              <a:off x="31241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b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14" name="Group 117"/>
          <p:cNvGrpSpPr>
            <a:grpSpLocks/>
          </p:cNvGrpSpPr>
          <p:nvPr/>
        </p:nvGrpSpPr>
        <p:grpSpPr bwMode="auto">
          <a:xfrm>
            <a:off x="4419600" y="5516563"/>
            <a:ext cx="731838" cy="731837"/>
            <a:chOff x="4724400" y="5364480"/>
            <a:chExt cx="731520" cy="731520"/>
          </a:xfrm>
        </p:grpSpPr>
        <p:grpSp>
          <p:nvGrpSpPr>
            <p:cNvPr id="37912" name="Group 11"/>
            <p:cNvGrpSpPr>
              <a:grpSpLocks/>
            </p:cNvGrpSpPr>
            <p:nvPr/>
          </p:nvGrpSpPr>
          <p:grpSpPr bwMode="auto">
            <a:xfrm>
              <a:off x="4724400" y="5364480"/>
              <a:ext cx="731520" cy="731520"/>
              <a:chOff x="2016" y="1920"/>
              <a:chExt cx="1680" cy="1680"/>
            </a:xfrm>
          </p:grpSpPr>
          <p:sp>
            <p:nvSpPr>
              <p:cNvPr id="37914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15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0" name="Text Box 24"/>
            <p:cNvSpPr txBox="1">
              <a:spLocks noChangeArrowheads="1"/>
            </p:cNvSpPr>
            <p:nvPr/>
          </p:nvSpPr>
          <p:spPr bwMode="gray">
            <a:xfrm>
              <a:off x="48005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x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123" name="Freeform 5"/>
          <p:cNvSpPr>
            <a:spLocks/>
          </p:cNvSpPr>
          <p:nvPr/>
        </p:nvSpPr>
        <p:spPr bwMode="gray">
          <a:xfrm rot="19713729" flipH="1" flipV="1">
            <a:off x="1974850" y="4341813"/>
            <a:ext cx="1423988" cy="862012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191" y="591"/>
              </a:cxn>
              <a:cxn ang="0">
                <a:pos x="190" y="672"/>
              </a:cxn>
              <a:cxn ang="0">
                <a:pos x="194" y="672"/>
              </a:cxn>
              <a:cxn ang="0">
                <a:pos x="205" y="672"/>
              </a:cxn>
              <a:cxn ang="0">
                <a:pos x="225" y="671"/>
              </a:cxn>
              <a:cxn ang="0">
                <a:pos x="250" y="667"/>
              </a:cxn>
              <a:cxn ang="0">
                <a:pos x="281" y="662"/>
              </a:cxn>
              <a:cxn ang="0">
                <a:pos x="316" y="653"/>
              </a:cxn>
              <a:cxn ang="0">
                <a:pos x="356" y="641"/>
              </a:cxn>
              <a:cxn ang="0">
                <a:pos x="399" y="626"/>
              </a:cxn>
              <a:cxn ang="0">
                <a:pos x="444" y="605"/>
              </a:cxn>
              <a:cxn ang="0">
                <a:pos x="492" y="578"/>
              </a:cxn>
              <a:cxn ang="0">
                <a:pos x="540" y="547"/>
              </a:cxn>
              <a:cxn ang="0">
                <a:pos x="587" y="508"/>
              </a:cxn>
              <a:cxn ang="0">
                <a:pos x="635" y="463"/>
              </a:cxn>
              <a:cxn ang="0">
                <a:pos x="689" y="405"/>
              </a:cxn>
              <a:cxn ang="0">
                <a:pos x="737" y="350"/>
              </a:cxn>
              <a:cxn ang="0">
                <a:pos x="780" y="298"/>
              </a:cxn>
              <a:cxn ang="0">
                <a:pos x="816" y="249"/>
              </a:cxn>
              <a:cxn ang="0">
                <a:pos x="847" y="204"/>
              </a:cxn>
              <a:cxn ang="0">
                <a:pos x="873" y="164"/>
              </a:cxn>
              <a:cxn ang="0">
                <a:pos x="895" y="126"/>
              </a:cxn>
              <a:cxn ang="0">
                <a:pos x="913" y="94"/>
              </a:cxn>
              <a:cxn ang="0">
                <a:pos x="926" y="66"/>
              </a:cxn>
              <a:cxn ang="0">
                <a:pos x="936" y="42"/>
              </a:cxn>
              <a:cxn ang="0">
                <a:pos x="944" y="24"/>
              </a:cxn>
              <a:cxn ang="0">
                <a:pos x="949" y="12"/>
              </a:cxn>
              <a:cxn ang="0">
                <a:pos x="952" y="2"/>
              </a:cxn>
              <a:cxn ang="0">
                <a:pos x="952" y="0"/>
              </a:cxn>
              <a:cxn ang="0">
                <a:pos x="952" y="4"/>
              </a:cxn>
              <a:cxn ang="0">
                <a:pos x="950" y="17"/>
              </a:cxn>
              <a:cxn ang="0">
                <a:pos x="948" y="36"/>
              </a:cxn>
              <a:cxn ang="0">
                <a:pos x="942" y="62"/>
              </a:cxn>
              <a:cxn ang="0">
                <a:pos x="936" y="93"/>
              </a:cxn>
              <a:cxn ang="0">
                <a:pos x="927" y="130"/>
              </a:cxn>
              <a:cxn ang="0">
                <a:pos x="914" y="172"/>
              </a:cxn>
              <a:cxn ang="0">
                <a:pos x="899" y="217"/>
              </a:cxn>
              <a:cxn ang="0">
                <a:pos x="881" y="264"/>
              </a:cxn>
              <a:cxn ang="0">
                <a:pos x="857" y="315"/>
              </a:cxn>
              <a:cxn ang="0">
                <a:pos x="830" y="368"/>
              </a:cxn>
              <a:cxn ang="0">
                <a:pos x="798" y="421"/>
              </a:cxn>
              <a:cxn ang="0">
                <a:pos x="762" y="475"/>
              </a:cxn>
              <a:cxn ang="0">
                <a:pos x="719" y="529"/>
              </a:cxn>
              <a:cxn ang="0">
                <a:pos x="671" y="582"/>
              </a:cxn>
              <a:cxn ang="0">
                <a:pos x="613" y="637"/>
              </a:cxn>
              <a:cxn ang="0">
                <a:pos x="555" y="685"/>
              </a:cxn>
              <a:cxn ang="0">
                <a:pos x="500" y="726"/>
              </a:cxn>
              <a:cxn ang="0">
                <a:pos x="447" y="761"/>
              </a:cxn>
              <a:cxn ang="0">
                <a:pos x="396" y="790"/>
              </a:cxn>
              <a:cxn ang="0">
                <a:pos x="350" y="813"/>
              </a:cxn>
              <a:cxn ang="0">
                <a:pos x="307" y="831"/>
              </a:cxn>
              <a:cxn ang="0">
                <a:pos x="270" y="845"/>
              </a:cxn>
              <a:cxn ang="0">
                <a:pos x="238" y="855"/>
              </a:cxn>
              <a:cxn ang="0">
                <a:pos x="212" y="862"/>
              </a:cxn>
              <a:cxn ang="0">
                <a:pos x="192" y="866"/>
              </a:cxn>
              <a:cxn ang="0">
                <a:pos x="181" y="868"/>
              </a:cxn>
              <a:cxn ang="0">
                <a:pos x="176" y="868"/>
              </a:cxn>
              <a:cxn ang="0">
                <a:pos x="167" y="947"/>
              </a:cxn>
              <a:cxn ang="0">
                <a:pos x="0" y="756"/>
              </a:cxn>
            </a:cxnLst>
            <a:rect l="0" t="0" r="r" b="b"/>
            <a:pathLst>
              <a:path w="952" h="947">
                <a:moveTo>
                  <a:pt x="0" y="756"/>
                </a:moveTo>
                <a:lnTo>
                  <a:pt x="191" y="591"/>
                </a:lnTo>
                <a:lnTo>
                  <a:pt x="190" y="672"/>
                </a:lnTo>
                <a:lnTo>
                  <a:pt x="194" y="672"/>
                </a:lnTo>
                <a:lnTo>
                  <a:pt x="205" y="672"/>
                </a:lnTo>
                <a:lnTo>
                  <a:pt x="225" y="671"/>
                </a:lnTo>
                <a:lnTo>
                  <a:pt x="250" y="667"/>
                </a:lnTo>
                <a:lnTo>
                  <a:pt x="281" y="662"/>
                </a:lnTo>
                <a:lnTo>
                  <a:pt x="316" y="653"/>
                </a:lnTo>
                <a:lnTo>
                  <a:pt x="356" y="641"/>
                </a:lnTo>
                <a:lnTo>
                  <a:pt x="399" y="626"/>
                </a:lnTo>
                <a:lnTo>
                  <a:pt x="444" y="605"/>
                </a:lnTo>
                <a:lnTo>
                  <a:pt x="492" y="578"/>
                </a:lnTo>
                <a:lnTo>
                  <a:pt x="540" y="547"/>
                </a:lnTo>
                <a:lnTo>
                  <a:pt x="587" y="508"/>
                </a:lnTo>
                <a:lnTo>
                  <a:pt x="635" y="463"/>
                </a:lnTo>
                <a:lnTo>
                  <a:pt x="689" y="405"/>
                </a:lnTo>
                <a:lnTo>
                  <a:pt x="737" y="350"/>
                </a:lnTo>
                <a:lnTo>
                  <a:pt x="780" y="298"/>
                </a:lnTo>
                <a:lnTo>
                  <a:pt x="816" y="249"/>
                </a:lnTo>
                <a:lnTo>
                  <a:pt x="847" y="204"/>
                </a:lnTo>
                <a:lnTo>
                  <a:pt x="873" y="164"/>
                </a:lnTo>
                <a:lnTo>
                  <a:pt x="895" y="126"/>
                </a:lnTo>
                <a:lnTo>
                  <a:pt x="913" y="94"/>
                </a:lnTo>
                <a:lnTo>
                  <a:pt x="926" y="66"/>
                </a:lnTo>
                <a:lnTo>
                  <a:pt x="936" y="42"/>
                </a:lnTo>
                <a:lnTo>
                  <a:pt x="944" y="24"/>
                </a:lnTo>
                <a:lnTo>
                  <a:pt x="949" y="12"/>
                </a:lnTo>
                <a:lnTo>
                  <a:pt x="952" y="2"/>
                </a:lnTo>
                <a:lnTo>
                  <a:pt x="952" y="0"/>
                </a:lnTo>
                <a:lnTo>
                  <a:pt x="952" y="4"/>
                </a:lnTo>
                <a:lnTo>
                  <a:pt x="950" y="17"/>
                </a:lnTo>
                <a:lnTo>
                  <a:pt x="948" y="36"/>
                </a:lnTo>
                <a:lnTo>
                  <a:pt x="942" y="62"/>
                </a:lnTo>
                <a:lnTo>
                  <a:pt x="936" y="93"/>
                </a:lnTo>
                <a:lnTo>
                  <a:pt x="927" y="130"/>
                </a:lnTo>
                <a:lnTo>
                  <a:pt x="914" y="172"/>
                </a:lnTo>
                <a:lnTo>
                  <a:pt x="899" y="217"/>
                </a:lnTo>
                <a:lnTo>
                  <a:pt x="881" y="264"/>
                </a:lnTo>
                <a:lnTo>
                  <a:pt x="857" y="315"/>
                </a:lnTo>
                <a:lnTo>
                  <a:pt x="830" y="368"/>
                </a:lnTo>
                <a:lnTo>
                  <a:pt x="798" y="421"/>
                </a:lnTo>
                <a:lnTo>
                  <a:pt x="762" y="475"/>
                </a:lnTo>
                <a:lnTo>
                  <a:pt x="719" y="529"/>
                </a:lnTo>
                <a:lnTo>
                  <a:pt x="671" y="582"/>
                </a:lnTo>
                <a:lnTo>
                  <a:pt x="613" y="637"/>
                </a:lnTo>
                <a:lnTo>
                  <a:pt x="555" y="685"/>
                </a:lnTo>
                <a:lnTo>
                  <a:pt x="500" y="726"/>
                </a:lnTo>
                <a:lnTo>
                  <a:pt x="447" y="761"/>
                </a:lnTo>
                <a:lnTo>
                  <a:pt x="396" y="790"/>
                </a:lnTo>
                <a:lnTo>
                  <a:pt x="350" y="813"/>
                </a:lnTo>
                <a:lnTo>
                  <a:pt x="307" y="831"/>
                </a:lnTo>
                <a:lnTo>
                  <a:pt x="270" y="845"/>
                </a:lnTo>
                <a:lnTo>
                  <a:pt x="238" y="855"/>
                </a:lnTo>
                <a:lnTo>
                  <a:pt x="212" y="862"/>
                </a:lnTo>
                <a:lnTo>
                  <a:pt x="192" y="866"/>
                </a:lnTo>
                <a:lnTo>
                  <a:pt x="181" y="868"/>
                </a:lnTo>
                <a:lnTo>
                  <a:pt x="176" y="868"/>
                </a:lnTo>
                <a:lnTo>
                  <a:pt x="167" y="947"/>
                </a:lnTo>
                <a:lnTo>
                  <a:pt x="0" y="75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3366FF"/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24" name="Text Box 24"/>
          <p:cNvSpPr txBox="1">
            <a:spLocks noChangeArrowheads="1"/>
          </p:cNvSpPr>
          <p:nvPr/>
        </p:nvSpPr>
        <p:spPr bwMode="gray">
          <a:xfrm>
            <a:off x="3124200" y="4267200"/>
            <a:ext cx="152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vị trí = 1</a:t>
            </a:r>
            <a:endParaRPr lang="en-US" sz="24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900" decel="100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6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93" grpId="0"/>
      <p:bldP spid="94" grpId="0"/>
      <p:bldP spid="98" grpId="0"/>
      <p:bldP spid="99" grpId="0"/>
      <p:bldP spid="100" grpId="0"/>
      <p:bldP spid="101" grpId="0"/>
      <p:bldP spid="102" grpId="0"/>
      <p:bldP spid="12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Hàm Tìm Kiếm (dùng while)</a:t>
            </a:r>
          </a:p>
        </p:txBody>
      </p:sp>
      <p:sp>
        <p:nvSpPr>
          <p:cNvPr id="3891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3733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38200" y="1524000"/>
            <a:ext cx="8305800" cy="378565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TimKiem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a[], int n, int x)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vt 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while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vt &lt;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&amp;&amp;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a[vt] != x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vt++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if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vt &lt;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return vt;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return -1;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-152400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3124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3733800"/>
            <a:ext cx="9128125" cy="12192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Hàm Tìm Kiếm (dùng for)</a:t>
            </a:r>
          </a:p>
        </p:txBody>
      </p:sp>
      <p:sp>
        <p:nvSpPr>
          <p:cNvPr id="39939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2514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941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TimKiem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a[], int n, int x)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vt 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vt &lt;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vt++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if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a[vt] == x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return vt;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return -1;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-152400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2514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3429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Kiểm tra tính chất của mảng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Yêu cầu</a:t>
            </a:r>
          </a:p>
          <a:p>
            <a:pPr lvl="1" eaLnBrk="1" hangingPunct="1">
              <a:defRPr/>
            </a:pPr>
            <a:r>
              <a:rPr lang="en-US" sz="2400" smtClean="0"/>
              <a:t>Cho tr</a:t>
            </a:r>
            <a:r>
              <a:rPr lang="vi-VN" sz="2400" smtClean="0"/>
              <a:t>ướ</a:t>
            </a:r>
            <a:r>
              <a:rPr lang="en-US" sz="2400" smtClean="0"/>
              <a:t>c mảng </a:t>
            </a:r>
            <a:r>
              <a:rPr lang="en-US" sz="2400" smtClean="0">
                <a:solidFill>
                  <a:srgbClr val="FF0000"/>
                </a:solidFill>
              </a:rPr>
              <a:t>a</a:t>
            </a:r>
            <a:r>
              <a:rPr lang="en-US" sz="2400" smtClean="0"/>
              <a:t>, số l</a:t>
            </a:r>
            <a:r>
              <a:rPr lang="vi-VN" sz="2400" smtClean="0"/>
              <a:t>ượ</a:t>
            </a:r>
            <a:r>
              <a:rPr lang="en-US" sz="2400" smtClean="0"/>
              <a:t>ng phần tử </a:t>
            </a:r>
            <a:r>
              <a:rPr lang="en-US" sz="2400" smtClean="0">
                <a:solidFill>
                  <a:srgbClr val="FF0000"/>
                </a:solidFill>
              </a:rPr>
              <a:t>n</a:t>
            </a:r>
            <a:r>
              <a:rPr lang="en-US" sz="2400" smtClean="0"/>
              <a:t>. Mảng a có phải là mảng toàn các số nguyên tố hay không?</a:t>
            </a:r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Ý t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ưở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</a:t>
            </a:r>
          </a:p>
          <a:p>
            <a:pPr lvl="1" eaLnBrk="1" hangingPunct="1">
              <a:defRPr/>
            </a:pPr>
            <a:r>
              <a:rPr lang="en-US" sz="240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Cách 1: </a:t>
            </a:r>
            <a:r>
              <a:rPr lang="en-US" sz="2400" smtClean="0">
                <a:solidFill>
                  <a:srgbClr val="FF0000"/>
                </a:solidFill>
              </a:rPr>
              <a:t>Đếm số l</a:t>
            </a:r>
            <a:r>
              <a:rPr lang="vi-VN" sz="2400" smtClean="0">
                <a:solidFill>
                  <a:srgbClr val="FF0000"/>
                </a:solidFill>
              </a:rPr>
              <a:t>ượ</a:t>
            </a:r>
            <a:r>
              <a:rPr lang="en-US" sz="2400" smtClean="0">
                <a:solidFill>
                  <a:srgbClr val="FF0000"/>
                </a:solidFill>
              </a:rPr>
              <a:t>ng số ngtố của mảng</a:t>
            </a:r>
            <a:r>
              <a:rPr lang="en-US" sz="2400" smtClean="0"/>
              <a:t>. Nếu số l</a:t>
            </a:r>
            <a:r>
              <a:rPr lang="vi-VN" sz="2400" smtClean="0"/>
              <a:t>ượ</a:t>
            </a:r>
            <a:r>
              <a:rPr lang="en-US" sz="2400" smtClean="0"/>
              <a:t>ng này </a:t>
            </a:r>
            <a:r>
              <a:rPr lang="en-US" sz="2400" smtClean="0">
                <a:solidFill>
                  <a:srgbClr val="FF0000"/>
                </a:solidFill>
              </a:rPr>
              <a:t>bằng </a:t>
            </a:r>
            <a:r>
              <a:rPr lang="vi-VN" sz="2400" smtClean="0">
                <a:solidFill>
                  <a:srgbClr val="FF0000"/>
                </a:solidFill>
              </a:rPr>
              <a:t>đú</a:t>
            </a:r>
            <a:r>
              <a:rPr lang="en-US" sz="2400" smtClean="0">
                <a:solidFill>
                  <a:srgbClr val="FF0000"/>
                </a:solidFill>
              </a:rPr>
              <a:t>ng n</a:t>
            </a:r>
            <a:r>
              <a:rPr lang="en-US" sz="2400" smtClean="0"/>
              <a:t> thì mảng toàn ngtố.</a:t>
            </a:r>
          </a:p>
          <a:p>
            <a:pPr lvl="1" eaLnBrk="1" hangingPunct="1">
              <a:defRPr/>
            </a:pPr>
            <a:r>
              <a:rPr lang="en-US" sz="240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Cách 2: </a:t>
            </a:r>
            <a:r>
              <a:rPr lang="en-US" sz="2400" smtClean="0">
                <a:solidFill>
                  <a:srgbClr val="FF0000"/>
                </a:solidFill>
              </a:rPr>
              <a:t>Đếm số l</a:t>
            </a:r>
            <a:r>
              <a:rPr lang="vi-VN" sz="2400" smtClean="0">
                <a:solidFill>
                  <a:srgbClr val="FF0000"/>
                </a:solidFill>
              </a:rPr>
              <a:t>ượ</a:t>
            </a:r>
            <a:r>
              <a:rPr lang="en-US" sz="2400" smtClean="0">
                <a:solidFill>
                  <a:srgbClr val="FF0000"/>
                </a:solidFill>
              </a:rPr>
              <a:t>ng số không phải ngtố của mảng</a:t>
            </a:r>
            <a:r>
              <a:rPr lang="en-US" sz="2400" smtClean="0"/>
              <a:t>. Nếu số l</a:t>
            </a:r>
            <a:r>
              <a:rPr lang="vi-VN" sz="2400" smtClean="0"/>
              <a:t>ượ</a:t>
            </a:r>
            <a:r>
              <a:rPr lang="en-US" sz="2400" smtClean="0"/>
              <a:t>ng này </a:t>
            </a:r>
            <a:r>
              <a:rPr lang="en-US" sz="2400" smtClean="0">
                <a:solidFill>
                  <a:srgbClr val="FF0000"/>
                </a:solidFill>
              </a:rPr>
              <a:t>bằng 0</a:t>
            </a:r>
            <a:r>
              <a:rPr lang="en-US" sz="2400" smtClean="0"/>
              <a:t> thì mảng toàn ngtố.</a:t>
            </a:r>
          </a:p>
          <a:p>
            <a:pPr lvl="1" eaLnBrk="1" hangingPunct="1">
              <a:defRPr/>
            </a:pPr>
            <a:r>
              <a:rPr lang="en-US" sz="240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Cách 3: </a:t>
            </a:r>
            <a:r>
              <a:rPr lang="en-US" sz="2400" smtClean="0">
                <a:solidFill>
                  <a:srgbClr val="FF0000"/>
                </a:solidFill>
              </a:rPr>
              <a:t>Tìm</a:t>
            </a:r>
            <a:r>
              <a:rPr lang="en-US" sz="2400" smtClean="0"/>
              <a:t> xem có </a:t>
            </a:r>
            <a:r>
              <a:rPr lang="en-US" sz="2400" smtClean="0">
                <a:solidFill>
                  <a:srgbClr val="FF0000"/>
                </a:solidFill>
              </a:rPr>
              <a:t>phần tử nào không phải số ngtố</a:t>
            </a:r>
            <a:r>
              <a:rPr lang="en-US" sz="2400" smtClean="0"/>
              <a:t> không. Nếu có thì mảng không toàn số ngtố.</a:t>
            </a:r>
          </a:p>
        </p:txBody>
      </p:sp>
      <p:sp>
        <p:nvSpPr>
          <p:cNvPr id="4096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Hàm Kiểm Tra (Cách 1)</a:t>
            </a:r>
          </a:p>
        </p:txBody>
      </p:sp>
      <p:sp>
        <p:nvSpPr>
          <p:cNvPr id="4198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3733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989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KiemTra_C1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a[], int n)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dem 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&lt;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i++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if (LaSNT(a[i])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== 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 // có thể bỏ == 1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dem++;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if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dem ==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return 1;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return 0;		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15875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15875" y="3124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3429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40386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0" y="4648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Hàm Kiểm Tra (Cách 2)</a:t>
            </a:r>
          </a:p>
        </p:txBody>
      </p:sp>
      <p:sp>
        <p:nvSpPr>
          <p:cNvPr id="4301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3733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013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KiemTra_C2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a[], int n)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dem 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&lt;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i++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if (LaSNT(a[i])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 // Có thể sử dụng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!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dem++;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if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dem ==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return 1;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return 0;		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15875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15875" y="3124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3429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40386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0" y="4648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Hàm Kiểm Tra (Cách 3)</a:t>
            </a:r>
          </a:p>
        </p:txBody>
      </p:sp>
      <p:sp>
        <p:nvSpPr>
          <p:cNvPr id="4403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2514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4037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KiemTra_C3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a[], int n)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(int i = 0; i &lt; n 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if (LaSNT(a[i]) == 0)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return 0;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return 1;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15875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15875" y="2514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15875" y="3429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7010400" cy="563563"/>
          </a:xfrm>
        </p:spPr>
        <p:txBody>
          <a:bodyPr/>
          <a:lstStyle/>
          <a:p>
            <a:pPr eaLnBrk="1" hangingPunct="1"/>
            <a:r>
              <a:rPr lang="en-US" smtClean="0"/>
              <a:t>Tách các phần tử thỏa </a:t>
            </a:r>
            <a:r>
              <a:rPr lang="vi-VN" smtClean="0"/>
              <a:t>đ</a:t>
            </a:r>
            <a:r>
              <a:rPr lang="en-US" smtClean="0"/>
              <a:t>iều kiện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Yêu cầu</a:t>
            </a:r>
          </a:p>
          <a:p>
            <a:pPr lvl="1" eaLnBrk="1" hangingPunct="1">
              <a:defRPr/>
            </a:pPr>
            <a:r>
              <a:rPr lang="en-US" sz="2400" smtClean="0"/>
              <a:t>Cho tr</a:t>
            </a:r>
            <a:r>
              <a:rPr lang="vi-VN" sz="2400" smtClean="0"/>
              <a:t>ướ</a:t>
            </a:r>
            <a:r>
              <a:rPr lang="en-US" sz="2400" smtClean="0"/>
              <a:t>c mảng </a:t>
            </a:r>
            <a:r>
              <a:rPr lang="en-US" sz="2400" smtClean="0">
                <a:solidFill>
                  <a:srgbClr val="FF0000"/>
                </a:solidFill>
              </a:rPr>
              <a:t>a</a:t>
            </a:r>
            <a:r>
              <a:rPr lang="en-US" sz="2400" smtClean="0"/>
              <a:t>, số l</a:t>
            </a:r>
            <a:r>
              <a:rPr lang="vi-VN" sz="2400" smtClean="0"/>
              <a:t>ượ</a:t>
            </a:r>
            <a:r>
              <a:rPr lang="en-US" sz="2400" smtClean="0"/>
              <a:t>ng phần tử </a:t>
            </a:r>
            <a:r>
              <a:rPr lang="en-US" sz="2400" smtClean="0">
                <a:solidFill>
                  <a:srgbClr val="FF0000"/>
                </a:solidFill>
              </a:rPr>
              <a:t>na</a:t>
            </a:r>
            <a:r>
              <a:rPr lang="en-US" sz="2400" smtClean="0"/>
              <a:t>. Tách các số nguyên tố có trong mảng a vào mảng b.</a:t>
            </a:r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Ý t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ưở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</a:t>
            </a:r>
          </a:p>
          <a:p>
            <a:pPr lvl="1" eaLnBrk="1" hangingPunct="1">
              <a:defRPr/>
            </a:pPr>
            <a:r>
              <a:rPr lang="en-US" sz="2400" smtClean="0"/>
              <a:t>Duyệt từ phần tử của mảng a, nếu </a:t>
            </a:r>
            <a:r>
              <a:rPr lang="vi-VN" sz="2400" smtClean="0"/>
              <a:t>đó</a:t>
            </a:r>
            <a:r>
              <a:rPr lang="en-US" sz="2400" smtClean="0"/>
              <a:t> là </a:t>
            </a:r>
            <a:r>
              <a:rPr lang="en-US" sz="2400" smtClean="0">
                <a:solidFill>
                  <a:srgbClr val="FF0000"/>
                </a:solidFill>
              </a:rPr>
              <a:t>số nguyên tố thì </a:t>
            </a:r>
            <a:r>
              <a:rPr lang="vi-VN" sz="2400" smtClean="0">
                <a:solidFill>
                  <a:srgbClr val="FF0000"/>
                </a:solidFill>
              </a:rPr>
              <a:t>đư</a:t>
            </a:r>
            <a:r>
              <a:rPr lang="en-US" sz="2400" smtClean="0">
                <a:solidFill>
                  <a:srgbClr val="FF0000"/>
                </a:solidFill>
              </a:rPr>
              <a:t>a vào mảng b</a:t>
            </a:r>
            <a:r>
              <a:rPr lang="en-US" sz="2400" smtClean="0"/>
              <a:t>.</a:t>
            </a:r>
          </a:p>
          <a:p>
            <a:pPr lvl="1" eaLnBrk="1" hangingPunct="1">
              <a:defRPr/>
            </a:pPr>
            <a:endParaRPr lang="en-US" sz="2400" smtClean="0"/>
          </a:p>
        </p:txBody>
      </p:sp>
      <p:sp>
        <p:nvSpPr>
          <p:cNvPr id="4506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Hàm Tách Số Nguyên Tố</a:t>
            </a:r>
          </a:p>
        </p:txBody>
      </p:sp>
      <p:sp>
        <p:nvSpPr>
          <p:cNvPr id="4608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3429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6085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TachSNT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a[], int na, int b[], int &amp;nb)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nb = 0;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(int i = 0; i &lt; na;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if (LaSNT(a[i]) == 1)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b[nb] = a[i];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nb++;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3124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4038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Tách mảng thành 2 mảng con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Yêu cầu</a:t>
            </a:r>
          </a:p>
          <a:p>
            <a:pPr lvl="1" eaLnBrk="1" hangingPunct="1">
              <a:defRPr/>
            </a:pPr>
            <a:r>
              <a:rPr lang="en-US" sz="2400" smtClean="0"/>
              <a:t>Cho tr</a:t>
            </a:r>
            <a:r>
              <a:rPr lang="vi-VN" sz="2400" smtClean="0"/>
              <a:t>ướ</a:t>
            </a:r>
            <a:r>
              <a:rPr lang="en-US" sz="2400" smtClean="0"/>
              <a:t>c mảng </a:t>
            </a:r>
            <a:r>
              <a:rPr lang="en-US" sz="2400" smtClean="0">
                <a:solidFill>
                  <a:srgbClr val="FF0000"/>
                </a:solidFill>
              </a:rPr>
              <a:t>a</a:t>
            </a:r>
            <a:r>
              <a:rPr lang="en-US" sz="2400" smtClean="0"/>
              <a:t>, số l</a:t>
            </a:r>
            <a:r>
              <a:rPr lang="vi-VN" sz="2400" smtClean="0"/>
              <a:t>ượ</a:t>
            </a:r>
            <a:r>
              <a:rPr lang="en-US" sz="2400" smtClean="0"/>
              <a:t>ng phần tử </a:t>
            </a:r>
            <a:r>
              <a:rPr lang="en-US" sz="2400" smtClean="0">
                <a:solidFill>
                  <a:srgbClr val="FF0000"/>
                </a:solidFill>
              </a:rPr>
              <a:t>na</a:t>
            </a:r>
            <a:r>
              <a:rPr lang="en-US" sz="2400" smtClean="0"/>
              <a:t>. Tách mảng </a:t>
            </a:r>
            <a:r>
              <a:rPr lang="en-US" sz="2400" smtClean="0">
                <a:solidFill>
                  <a:srgbClr val="FF0000"/>
                </a:solidFill>
              </a:rPr>
              <a:t>a</a:t>
            </a:r>
            <a:r>
              <a:rPr lang="en-US" sz="2400" smtClean="0"/>
              <a:t> thành 2 mảng </a:t>
            </a:r>
            <a:r>
              <a:rPr lang="en-US" sz="2400" smtClean="0">
                <a:solidFill>
                  <a:srgbClr val="FF0000"/>
                </a:solidFill>
              </a:rPr>
              <a:t>b</a:t>
            </a:r>
            <a:r>
              <a:rPr lang="en-US" sz="2400" smtClean="0"/>
              <a:t> (chứa số nguyên tố) và mảng </a:t>
            </a:r>
            <a:r>
              <a:rPr lang="en-US" sz="2400" smtClean="0">
                <a:solidFill>
                  <a:srgbClr val="FF0000"/>
                </a:solidFill>
              </a:rPr>
              <a:t>c</a:t>
            </a:r>
            <a:r>
              <a:rPr lang="en-US" sz="2400" smtClean="0"/>
              <a:t> (các số còn lại).</a:t>
            </a:r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Ý t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ưở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</a:t>
            </a:r>
          </a:p>
          <a:p>
            <a:pPr lvl="1" eaLnBrk="1" hangingPunct="1">
              <a:defRPr/>
            </a:pPr>
            <a:r>
              <a:rPr lang="en-US" sz="2400" smtClean="0"/>
              <a:t>Cách 1: viết 1 hàm tách các số nguyên tố từ mảng a sang mảng b và 1 hàm tách các số không phải nguyên tố từ mảng a sang mảng c.</a:t>
            </a:r>
          </a:p>
          <a:p>
            <a:pPr lvl="1" eaLnBrk="1" hangingPunct="1">
              <a:defRPr/>
            </a:pPr>
            <a:r>
              <a:rPr lang="en-US" sz="2400" smtClean="0"/>
              <a:t>Cách 2: Duyệt từ phần tử của mảng a, nếu </a:t>
            </a:r>
            <a:r>
              <a:rPr lang="vi-VN" sz="2400" smtClean="0"/>
              <a:t>đó</a:t>
            </a:r>
            <a:r>
              <a:rPr lang="en-US" sz="2400" smtClean="0"/>
              <a:t> là </a:t>
            </a:r>
            <a:r>
              <a:rPr lang="en-US" sz="2400" smtClean="0">
                <a:solidFill>
                  <a:srgbClr val="FF0000"/>
                </a:solidFill>
              </a:rPr>
              <a:t>số nguyên tố thì </a:t>
            </a:r>
            <a:r>
              <a:rPr lang="vi-VN" sz="2400" smtClean="0">
                <a:solidFill>
                  <a:srgbClr val="FF0000"/>
                </a:solidFill>
              </a:rPr>
              <a:t>đư</a:t>
            </a:r>
            <a:r>
              <a:rPr lang="en-US" sz="2400" smtClean="0">
                <a:solidFill>
                  <a:srgbClr val="FF0000"/>
                </a:solidFill>
              </a:rPr>
              <a:t>a vào mảng b</a:t>
            </a:r>
            <a:r>
              <a:rPr lang="en-US" sz="2400" smtClean="0"/>
              <a:t>, </a:t>
            </a:r>
            <a:r>
              <a:rPr lang="en-US" sz="2400" smtClean="0">
                <a:solidFill>
                  <a:srgbClr val="FF0000"/>
                </a:solidFill>
              </a:rPr>
              <a:t>ng</a:t>
            </a:r>
            <a:r>
              <a:rPr lang="vi-VN" sz="2400" smtClean="0">
                <a:solidFill>
                  <a:srgbClr val="FF0000"/>
                </a:solidFill>
              </a:rPr>
              <a:t>ượ</a:t>
            </a:r>
            <a:r>
              <a:rPr lang="en-US" sz="2400" smtClean="0">
                <a:solidFill>
                  <a:srgbClr val="FF0000"/>
                </a:solidFill>
              </a:rPr>
              <a:t>c lại </a:t>
            </a:r>
            <a:r>
              <a:rPr lang="vi-VN" sz="2400" smtClean="0">
                <a:solidFill>
                  <a:srgbClr val="FF0000"/>
                </a:solidFill>
              </a:rPr>
              <a:t>đư</a:t>
            </a:r>
            <a:r>
              <a:rPr lang="en-US" sz="2400" smtClean="0">
                <a:solidFill>
                  <a:srgbClr val="FF0000"/>
                </a:solidFill>
              </a:rPr>
              <a:t>a vào mảng c</a:t>
            </a:r>
            <a:r>
              <a:rPr lang="en-US" sz="2400" smtClean="0"/>
              <a:t>.</a:t>
            </a:r>
          </a:p>
          <a:p>
            <a:pPr lvl="1" eaLnBrk="1" hangingPunct="1">
              <a:defRPr/>
            </a:pPr>
            <a:endParaRPr lang="en-US" sz="2400" smtClean="0"/>
          </a:p>
        </p:txBody>
      </p:sp>
      <p:sp>
        <p:nvSpPr>
          <p:cNvPr id="471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Hàm Tách 2 Mảng</a:t>
            </a:r>
          </a:p>
        </p:txBody>
      </p:sp>
      <p:sp>
        <p:nvSpPr>
          <p:cNvPr id="4813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4953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133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TachSNT2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a[], int na,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  int b[], int &amp;nb, int c[], int &amp;nc)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nb = 0;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nc = 0;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(int i = 0; i &lt; na;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if (LaSNT(a[i]) == 1)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b[nb] = a[i]; nb++;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else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c[nc] = a[i]; nc++;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}	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16002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25146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3429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15875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15875" y="4343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15875" y="5562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Gộp 2 mảng thành một mảng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Yêu cầu</a:t>
            </a:r>
          </a:p>
          <a:p>
            <a:pPr lvl="1" eaLnBrk="1" hangingPunct="1">
              <a:defRPr/>
            </a:pPr>
            <a:r>
              <a:rPr lang="en-US" sz="2400" smtClean="0"/>
              <a:t>Cho tr</a:t>
            </a:r>
            <a:r>
              <a:rPr lang="vi-VN" sz="2400" smtClean="0"/>
              <a:t>ướ</a:t>
            </a:r>
            <a:r>
              <a:rPr lang="en-US" sz="2400" smtClean="0"/>
              <a:t>c mảng </a:t>
            </a:r>
            <a:r>
              <a:rPr lang="en-US" sz="2400" smtClean="0">
                <a:solidFill>
                  <a:srgbClr val="FF0000"/>
                </a:solidFill>
              </a:rPr>
              <a:t>a</a:t>
            </a:r>
            <a:r>
              <a:rPr lang="en-US" sz="2400" smtClean="0"/>
              <a:t>, số l</a:t>
            </a:r>
            <a:r>
              <a:rPr lang="vi-VN" sz="2400" smtClean="0"/>
              <a:t>ượ</a:t>
            </a:r>
            <a:r>
              <a:rPr lang="en-US" sz="2400" smtClean="0"/>
              <a:t>ng phần tử </a:t>
            </a:r>
            <a:r>
              <a:rPr lang="en-US" sz="2400" smtClean="0">
                <a:solidFill>
                  <a:srgbClr val="FF0000"/>
                </a:solidFill>
              </a:rPr>
              <a:t>na</a:t>
            </a:r>
            <a:r>
              <a:rPr lang="en-US" sz="2400" smtClean="0"/>
              <a:t> và mảng </a:t>
            </a:r>
            <a:r>
              <a:rPr lang="en-US" sz="2400" smtClean="0">
                <a:solidFill>
                  <a:srgbClr val="FF0000"/>
                </a:solidFill>
              </a:rPr>
              <a:t>b</a:t>
            </a:r>
            <a:r>
              <a:rPr lang="en-US" sz="2400" smtClean="0"/>
              <a:t> số l</a:t>
            </a:r>
            <a:r>
              <a:rPr lang="vi-VN" sz="2400" smtClean="0"/>
              <a:t>ượ</a:t>
            </a:r>
            <a:r>
              <a:rPr lang="en-US" sz="2400" smtClean="0"/>
              <a:t>ng phần tử </a:t>
            </a:r>
            <a:r>
              <a:rPr lang="en-US" sz="2400" smtClean="0">
                <a:solidFill>
                  <a:srgbClr val="FF0000"/>
                </a:solidFill>
              </a:rPr>
              <a:t>nb</a:t>
            </a:r>
            <a:r>
              <a:rPr lang="en-US" sz="2400" smtClean="0"/>
              <a:t>. Gộp 2 mảng trên theo tứ tự </a:t>
            </a:r>
            <a:r>
              <a:rPr lang="vi-VN" sz="2400" smtClean="0"/>
              <a:t>đó</a:t>
            </a:r>
            <a:r>
              <a:rPr lang="en-US" sz="2400" smtClean="0"/>
              <a:t> thành mảng </a:t>
            </a:r>
            <a:r>
              <a:rPr lang="en-US" sz="2400" smtClean="0">
                <a:solidFill>
                  <a:srgbClr val="FF0000"/>
                </a:solidFill>
              </a:rPr>
              <a:t>c</a:t>
            </a:r>
            <a:r>
              <a:rPr lang="en-US" sz="2400" smtClean="0"/>
              <a:t>, số l</a:t>
            </a:r>
            <a:r>
              <a:rPr lang="vi-VN" sz="2400" smtClean="0"/>
              <a:t>ượ</a:t>
            </a:r>
            <a:r>
              <a:rPr lang="en-US" sz="2400" smtClean="0"/>
              <a:t>ng phần tử </a:t>
            </a:r>
            <a:r>
              <a:rPr lang="en-US" sz="2400" smtClean="0">
                <a:solidFill>
                  <a:srgbClr val="FF0000"/>
                </a:solidFill>
              </a:rPr>
              <a:t>nc</a:t>
            </a:r>
            <a:r>
              <a:rPr lang="en-US" sz="2400" smtClean="0"/>
              <a:t>.</a:t>
            </a:r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Ý t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ưở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</a:t>
            </a:r>
          </a:p>
          <a:p>
            <a:pPr lvl="1" eaLnBrk="1" hangingPunct="1">
              <a:defRPr/>
            </a:pPr>
            <a:r>
              <a:rPr lang="en-US" sz="2400" smtClean="0"/>
              <a:t>Chuyển các phần tử của mảng a sang mảng c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sz="2400" smtClean="0">
                <a:solidFill>
                  <a:srgbClr val="FF0000"/>
                </a:solidFill>
              </a:rPr>
              <a:t>	</a:t>
            </a:r>
            <a:r>
              <a:rPr lang="en-US" sz="2400" smtClean="0"/>
              <a:t>=&gt;</a:t>
            </a:r>
            <a:r>
              <a:rPr lang="en-US" sz="2400" smtClean="0">
                <a:solidFill>
                  <a:srgbClr val="FF0000"/>
                </a:solidFill>
              </a:rPr>
              <a:t> nc = na</a:t>
            </a:r>
          </a:p>
          <a:p>
            <a:pPr lvl="1" eaLnBrk="1" hangingPunct="1">
              <a:defRPr/>
            </a:pPr>
            <a:r>
              <a:rPr lang="en-US" sz="2400" smtClean="0"/>
              <a:t>Tiếp tục </a:t>
            </a:r>
            <a:r>
              <a:rPr lang="vi-VN" sz="2400" smtClean="0"/>
              <a:t>đư</a:t>
            </a:r>
            <a:r>
              <a:rPr lang="en-US" sz="2400" smtClean="0"/>
              <a:t>a các phần tử của mảng b sang mảng c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sz="2400" smtClean="0"/>
              <a:t>	=&gt; </a:t>
            </a:r>
            <a:r>
              <a:rPr lang="en-US" sz="2400" smtClean="0">
                <a:solidFill>
                  <a:srgbClr val="FF0000"/>
                </a:solidFill>
              </a:rPr>
              <a:t>nc = nc + nb</a:t>
            </a:r>
          </a:p>
          <a:p>
            <a:pPr lvl="1" eaLnBrk="1" hangingPunct="1">
              <a:defRPr/>
            </a:pPr>
            <a:endParaRPr lang="en-US" sz="2400" smtClean="0"/>
          </a:p>
        </p:txBody>
      </p:sp>
      <p:sp>
        <p:nvSpPr>
          <p:cNvPr id="4915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Hàm Gộp Mảng</a:t>
            </a:r>
          </a:p>
        </p:txBody>
      </p:sp>
      <p:sp>
        <p:nvSpPr>
          <p:cNvPr id="50179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4648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0181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GopMang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a[], int na, int b[], int nb,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 int c[], int &amp;nc)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nc = 0;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(int i = 0; i &lt; na;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c[nc] = a[i]; nc++; // c[nc++] = a[i];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(int i = 0; i &lt; nb;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c[nc] = b[i]; nc++; // c[nc++] = b[i];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15875" y="16002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2514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3124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15875" y="4648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15875" y="5257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Tìm giá trị lớn nhất của mảng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686800" cy="4800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Yêu cầu</a:t>
            </a:r>
          </a:p>
          <a:p>
            <a:pPr lvl="1" eaLnBrk="1" hangingPunct="1">
              <a:defRPr/>
            </a:pPr>
            <a:r>
              <a:rPr lang="en-US" sz="2400" smtClean="0"/>
              <a:t>Cho tr</a:t>
            </a:r>
            <a:r>
              <a:rPr lang="vi-VN" sz="2400" smtClean="0"/>
              <a:t>ướ</a:t>
            </a:r>
            <a:r>
              <a:rPr lang="en-US" sz="2400" smtClean="0"/>
              <a:t>c mảng </a:t>
            </a:r>
            <a:r>
              <a:rPr lang="en-US" sz="2400" smtClean="0">
                <a:solidFill>
                  <a:srgbClr val="FF0000"/>
                </a:solidFill>
              </a:rPr>
              <a:t>a</a:t>
            </a:r>
            <a:r>
              <a:rPr lang="en-US" sz="2400" smtClean="0"/>
              <a:t> có </a:t>
            </a:r>
            <a:r>
              <a:rPr lang="en-US" sz="2400" smtClean="0">
                <a:solidFill>
                  <a:srgbClr val="FF0000"/>
                </a:solidFill>
              </a:rPr>
              <a:t>n</a:t>
            </a:r>
            <a:r>
              <a:rPr lang="en-US" sz="2400" smtClean="0"/>
              <a:t> phần tử. Tìm giá trị lớn nhất trong </a:t>
            </a:r>
            <a:r>
              <a:rPr lang="en-US" sz="2400" smtClean="0">
                <a:solidFill>
                  <a:srgbClr val="FF0000"/>
                </a:solidFill>
              </a:rPr>
              <a:t>a</a:t>
            </a:r>
            <a:r>
              <a:rPr lang="en-US" sz="2400" smtClean="0"/>
              <a:t> (gọi là </a:t>
            </a:r>
            <a:r>
              <a:rPr lang="en-US" sz="2400" smtClean="0">
                <a:solidFill>
                  <a:srgbClr val="FF0000"/>
                </a:solidFill>
              </a:rPr>
              <a:t>max</a:t>
            </a:r>
            <a:r>
              <a:rPr lang="en-US" sz="2400" smtClean="0"/>
              <a:t>)</a:t>
            </a:r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Ý t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ưở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</a:t>
            </a:r>
          </a:p>
          <a:p>
            <a:pPr lvl="1" eaLnBrk="1" hangingPunct="1">
              <a:defRPr/>
            </a:pPr>
            <a:r>
              <a:rPr lang="en-US" sz="2400" smtClean="0"/>
              <a:t>Giả sử giá trị </a:t>
            </a:r>
            <a:r>
              <a:rPr lang="en-US" sz="2400" smtClean="0">
                <a:solidFill>
                  <a:srgbClr val="FF0000"/>
                </a:solidFill>
              </a:rPr>
              <a:t>max hiện tại</a:t>
            </a:r>
            <a:r>
              <a:rPr lang="en-US" sz="2400" smtClean="0"/>
              <a:t> là giá trị phần tử </a:t>
            </a:r>
            <a:r>
              <a:rPr lang="vi-VN" sz="2400" smtClean="0"/>
              <a:t>đầ</a:t>
            </a:r>
            <a:r>
              <a:rPr lang="en-US" sz="2400" smtClean="0"/>
              <a:t>u tiên </a:t>
            </a:r>
            <a:r>
              <a:rPr lang="en-US" sz="2400" smtClean="0">
                <a:solidFill>
                  <a:srgbClr val="FF0000"/>
                </a:solidFill>
              </a:rPr>
              <a:t>a[0]</a:t>
            </a:r>
          </a:p>
          <a:p>
            <a:pPr lvl="1" eaLnBrk="1" hangingPunct="1">
              <a:defRPr/>
            </a:pPr>
            <a:r>
              <a:rPr lang="en-US" sz="2400" smtClean="0"/>
              <a:t>Lần l</a:t>
            </a:r>
            <a:r>
              <a:rPr lang="vi-VN" sz="2400" smtClean="0"/>
              <a:t>ượ</a:t>
            </a:r>
            <a:r>
              <a:rPr lang="en-US" sz="2400" smtClean="0"/>
              <a:t>t kiểm tra các phần tử còn lại </a:t>
            </a:r>
            <a:r>
              <a:rPr lang="vi-VN" sz="2400" smtClean="0"/>
              <a:t>để</a:t>
            </a:r>
            <a:r>
              <a:rPr lang="en-US" sz="2400" smtClean="0"/>
              <a:t> cập nhật </a:t>
            </a:r>
            <a:r>
              <a:rPr lang="en-US" sz="2400" smtClean="0">
                <a:solidFill>
                  <a:srgbClr val="FF0000"/>
                </a:solidFill>
              </a:rPr>
              <a:t>max</a:t>
            </a:r>
            <a:r>
              <a:rPr lang="en-US" sz="2400" smtClean="0"/>
              <a:t>.</a:t>
            </a:r>
          </a:p>
        </p:txBody>
      </p:sp>
      <p:sp>
        <p:nvSpPr>
          <p:cNvPr id="5120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grpSp>
        <p:nvGrpSpPr>
          <p:cNvPr id="5" name="Group 66"/>
          <p:cNvGrpSpPr>
            <a:grpSpLocks/>
          </p:cNvGrpSpPr>
          <p:nvPr/>
        </p:nvGrpSpPr>
        <p:grpSpPr bwMode="auto">
          <a:xfrm>
            <a:off x="1905000" y="4191000"/>
            <a:ext cx="731838" cy="731838"/>
            <a:chOff x="2209800" y="4038600"/>
            <a:chExt cx="731520" cy="731520"/>
          </a:xfrm>
        </p:grpSpPr>
        <p:grpSp>
          <p:nvGrpSpPr>
            <p:cNvPr id="51253" name="Group 26"/>
            <p:cNvGrpSpPr>
              <a:grpSpLocks/>
            </p:cNvGrpSpPr>
            <p:nvPr/>
          </p:nvGrpSpPr>
          <p:grpSpPr bwMode="auto">
            <a:xfrm>
              <a:off x="2209800" y="4038600"/>
              <a:ext cx="731520" cy="731520"/>
              <a:chOff x="2016" y="1920"/>
              <a:chExt cx="1680" cy="1680"/>
            </a:xfrm>
          </p:grpSpPr>
          <p:sp>
            <p:nvSpPr>
              <p:cNvPr id="51255" name="Oval 27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FA8228"/>
                  </a:gs>
                  <a:gs pos="100000">
                    <a:srgbClr val="80431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56" name="Freeform 28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FA8228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" name="Text Box 24"/>
            <p:cNvSpPr txBox="1">
              <a:spLocks noChangeArrowheads="1"/>
            </p:cNvSpPr>
            <p:nvPr/>
          </p:nvSpPr>
          <p:spPr bwMode="gray">
            <a:xfrm>
              <a:off x="2301835" y="4236952"/>
              <a:ext cx="533168" cy="3808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?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10" name="Text Box 24"/>
          <p:cNvSpPr txBox="1">
            <a:spLocks noChangeArrowheads="1"/>
          </p:cNvSpPr>
          <p:nvPr/>
        </p:nvSpPr>
        <p:spPr bwMode="gray">
          <a:xfrm>
            <a:off x="1066800" y="4419600"/>
            <a:ext cx="76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max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11" name="Group 67"/>
          <p:cNvGrpSpPr>
            <a:grpSpLocks/>
          </p:cNvGrpSpPr>
          <p:nvPr/>
        </p:nvGrpSpPr>
        <p:grpSpPr bwMode="auto">
          <a:xfrm>
            <a:off x="1905000" y="4191000"/>
            <a:ext cx="731838" cy="731838"/>
            <a:chOff x="2209800" y="4038600"/>
            <a:chExt cx="731520" cy="731520"/>
          </a:xfrm>
        </p:grpSpPr>
        <p:grpSp>
          <p:nvGrpSpPr>
            <p:cNvPr id="51249" name="Group 26"/>
            <p:cNvGrpSpPr>
              <a:grpSpLocks/>
            </p:cNvGrpSpPr>
            <p:nvPr/>
          </p:nvGrpSpPr>
          <p:grpSpPr bwMode="auto">
            <a:xfrm>
              <a:off x="2209800" y="4038600"/>
              <a:ext cx="731520" cy="731520"/>
              <a:chOff x="2016" y="1920"/>
              <a:chExt cx="1680" cy="1680"/>
            </a:xfrm>
          </p:grpSpPr>
          <p:sp>
            <p:nvSpPr>
              <p:cNvPr id="51251" name="Oval 27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FA8228"/>
                  </a:gs>
                  <a:gs pos="100000">
                    <a:srgbClr val="80431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52" name="Freeform 28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FA8228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" name="Text Box 24"/>
            <p:cNvSpPr txBox="1">
              <a:spLocks noChangeArrowheads="1"/>
            </p:cNvSpPr>
            <p:nvPr/>
          </p:nvSpPr>
          <p:spPr bwMode="gray">
            <a:xfrm>
              <a:off x="2301835" y="4236952"/>
              <a:ext cx="533168" cy="3808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7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16" name="Group 72"/>
          <p:cNvGrpSpPr>
            <a:grpSpLocks/>
          </p:cNvGrpSpPr>
          <p:nvPr/>
        </p:nvGrpSpPr>
        <p:grpSpPr bwMode="auto">
          <a:xfrm>
            <a:off x="1905000" y="4191000"/>
            <a:ext cx="731838" cy="731838"/>
            <a:chOff x="2209800" y="4038600"/>
            <a:chExt cx="731520" cy="731520"/>
          </a:xfrm>
        </p:grpSpPr>
        <p:grpSp>
          <p:nvGrpSpPr>
            <p:cNvPr id="51245" name="Group 26"/>
            <p:cNvGrpSpPr>
              <a:grpSpLocks/>
            </p:cNvGrpSpPr>
            <p:nvPr/>
          </p:nvGrpSpPr>
          <p:grpSpPr bwMode="auto">
            <a:xfrm>
              <a:off x="2209800" y="4038600"/>
              <a:ext cx="731520" cy="731520"/>
              <a:chOff x="2016" y="1920"/>
              <a:chExt cx="1680" cy="1680"/>
            </a:xfrm>
          </p:grpSpPr>
          <p:sp>
            <p:nvSpPr>
              <p:cNvPr id="51247" name="Oval 27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FA8228"/>
                  </a:gs>
                  <a:gs pos="100000">
                    <a:srgbClr val="80431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48" name="Freeform 28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FA8228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" name="Text Box 24"/>
            <p:cNvSpPr txBox="1">
              <a:spLocks noChangeArrowheads="1"/>
            </p:cNvSpPr>
            <p:nvPr/>
          </p:nvSpPr>
          <p:spPr bwMode="gray">
            <a:xfrm>
              <a:off x="2301835" y="4236952"/>
              <a:ext cx="533168" cy="3808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8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21" name="AutoShape 4"/>
          <p:cNvSpPr>
            <a:spLocks noChangeArrowheads="1"/>
          </p:cNvSpPr>
          <p:nvPr/>
        </p:nvSpPr>
        <p:spPr bwMode="gray">
          <a:xfrm>
            <a:off x="1021080" y="5105400"/>
            <a:ext cx="4160520" cy="1295400"/>
          </a:xfrm>
          <a:prstGeom prst="roundRect">
            <a:avLst>
              <a:gd name="adj" fmla="val 7935"/>
            </a:avLst>
          </a:prstGeom>
          <a:ln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2" name="Text Box 24"/>
          <p:cNvSpPr txBox="1">
            <a:spLocks noChangeArrowheads="1"/>
          </p:cNvSpPr>
          <p:nvPr/>
        </p:nvSpPr>
        <p:spPr bwMode="gray">
          <a:xfrm>
            <a:off x="1143000" y="5135563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0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23" name="Text Box 24"/>
          <p:cNvSpPr txBox="1">
            <a:spLocks noChangeArrowheads="1"/>
          </p:cNvSpPr>
          <p:nvPr/>
        </p:nvSpPr>
        <p:spPr bwMode="gray">
          <a:xfrm>
            <a:off x="1981200" y="5135563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1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24" name="Text Box 24"/>
          <p:cNvSpPr txBox="1">
            <a:spLocks noChangeArrowheads="1"/>
          </p:cNvSpPr>
          <p:nvPr/>
        </p:nvSpPr>
        <p:spPr bwMode="gray">
          <a:xfrm>
            <a:off x="2819400" y="5135563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2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25" name="Group 21"/>
          <p:cNvGrpSpPr>
            <a:grpSpLocks/>
          </p:cNvGrpSpPr>
          <p:nvPr/>
        </p:nvGrpSpPr>
        <p:grpSpPr bwMode="auto">
          <a:xfrm>
            <a:off x="6934200" y="5516563"/>
            <a:ext cx="731838" cy="731837"/>
            <a:chOff x="2016" y="1920"/>
            <a:chExt cx="1680" cy="1680"/>
          </a:xfrm>
        </p:grpSpPr>
        <p:sp>
          <p:nvSpPr>
            <p:cNvPr id="51243" name="Oval 22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A776F0"/>
                </a:gs>
                <a:gs pos="100000">
                  <a:srgbClr val="6A4B9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44" name="Freeform 23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228 w 1321"/>
                <a:gd name="T1" fmla="*/ 283 h 712"/>
                <a:gd name="T2" fmla="*/ 1244 w 1321"/>
                <a:gd name="T3" fmla="*/ 313 h 712"/>
                <a:gd name="T4" fmla="*/ 1247 w 1321"/>
                <a:gd name="T5" fmla="*/ 339 h 712"/>
                <a:gd name="T6" fmla="*/ 1242 w 1321"/>
                <a:gd name="T7" fmla="*/ 364 h 712"/>
                <a:gd name="T8" fmla="*/ 1225 w 1321"/>
                <a:gd name="T9" fmla="*/ 388 h 712"/>
                <a:gd name="T10" fmla="*/ 1201 w 1321"/>
                <a:gd name="T11" fmla="*/ 409 h 712"/>
                <a:gd name="T12" fmla="*/ 1170 w 1321"/>
                <a:gd name="T13" fmla="*/ 427 h 712"/>
                <a:gd name="T14" fmla="*/ 1129 w 1321"/>
                <a:gd name="T15" fmla="*/ 443 h 712"/>
                <a:gd name="T16" fmla="*/ 1083 w 1321"/>
                <a:gd name="T17" fmla="*/ 459 h 712"/>
                <a:gd name="T18" fmla="*/ 1031 w 1321"/>
                <a:gd name="T19" fmla="*/ 471 h 712"/>
                <a:gd name="T20" fmla="*/ 973 w 1321"/>
                <a:gd name="T21" fmla="*/ 482 h 712"/>
                <a:gd name="T22" fmla="*/ 913 w 1321"/>
                <a:gd name="T23" fmla="*/ 490 h 712"/>
                <a:gd name="T24" fmla="*/ 846 w 1321"/>
                <a:gd name="T25" fmla="*/ 497 h 712"/>
                <a:gd name="T26" fmla="*/ 778 w 1321"/>
                <a:gd name="T27" fmla="*/ 501 h 712"/>
                <a:gd name="T28" fmla="*/ 751 w 1321"/>
                <a:gd name="T29" fmla="*/ 503 h 712"/>
                <a:gd name="T30" fmla="*/ 449 w 1321"/>
                <a:gd name="T31" fmla="*/ 503 h 712"/>
                <a:gd name="T32" fmla="*/ 445 w 1321"/>
                <a:gd name="T33" fmla="*/ 503 h 712"/>
                <a:gd name="T34" fmla="*/ 386 w 1321"/>
                <a:gd name="T35" fmla="*/ 500 h 712"/>
                <a:gd name="T36" fmla="*/ 329 w 1321"/>
                <a:gd name="T37" fmla="*/ 497 h 712"/>
                <a:gd name="T38" fmla="*/ 275 w 1321"/>
                <a:gd name="T39" fmla="*/ 492 h 712"/>
                <a:gd name="T40" fmla="*/ 223 w 1321"/>
                <a:gd name="T41" fmla="*/ 487 h 712"/>
                <a:gd name="T42" fmla="*/ 176 w 1321"/>
                <a:gd name="T43" fmla="*/ 478 h 712"/>
                <a:gd name="T44" fmla="*/ 132 w 1321"/>
                <a:gd name="T45" fmla="*/ 467 h 712"/>
                <a:gd name="T46" fmla="*/ 96 w 1321"/>
                <a:gd name="T47" fmla="*/ 458 h 712"/>
                <a:gd name="T48" fmla="*/ 64 w 1321"/>
                <a:gd name="T49" fmla="*/ 445 h 712"/>
                <a:gd name="T50" fmla="*/ 36 w 1321"/>
                <a:gd name="T51" fmla="*/ 429 h 712"/>
                <a:gd name="T52" fmla="*/ 18 w 1321"/>
                <a:gd name="T53" fmla="*/ 411 h 712"/>
                <a:gd name="T54" fmla="*/ 6 w 1321"/>
                <a:gd name="T55" fmla="*/ 391 h 712"/>
                <a:gd name="T56" fmla="*/ 0 w 1321"/>
                <a:gd name="T57" fmla="*/ 370 h 712"/>
                <a:gd name="T58" fmla="*/ 0 w 1321"/>
                <a:gd name="T59" fmla="*/ 367 h 712"/>
                <a:gd name="T60" fmla="*/ 4 w 1321"/>
                <a:gd name="T61" fmla="*/ 344 h 712"/>
                <a:gd name="T62" fmla="*/ 16 w 1321"/>
                <a:gd name="T63" fmla="*/ 315 h 712"/>
                <a:gd name="T64" fmla="*/ 48 w 1321"/>
                <a:gd name="T65" fmla="*/ 261 h 712"/>
                <a:gd name="T66" fmla="*/ 88 w 1321"/>
                <a:gd name="T67" fmla="*/ 211 h 712"/>
                <a:gd name="T68" fmla="*/ 138 w 1321"/>
                <a:gd name="T69" fmla="*/ 166 h 712"/>
                <a:gd name="T70" fmla="*/ 192 w 1321"/>
                <a:gd name="T71" fmla="*/ 125 h 712"/>
                <a:gd name="T72" fmla="*/ 255 w 1321"/>
                <a:gd name="T73" fmla="*/ 88 h 712"/>
                <a:gd name="T74" fmla="*/ 323 w 1321"/>
                <a:gd name="T75" fmla="*/ 58 h 712"/>
                <a:gd name="T76" fmla="*/ 391 w 1321"/>
                <a:gd name="T77" fmla="*/ 33 h 712"/>
                <a:gd name="T78" fmla="*/ 470 w 1321"/>
                <a:gd name="T79" fmla="*/ 15 h 712"/>
                <a:gd name="T80" fmla="*/ 548 w 1321"/>
                <a:gd name="T81" fmla="*/ 4 h 712"/>
                <a:gd name="T82" fmla="*/ 630 w 1321"/>
                <a:gd name="T83" fmla="*/ 0 h 712"/>
                <a:gd name="T84" fmla="*/ 630 w 1321"/>
                <a:gd name="T85" fmla="*/ 0 h 712"/>
                <a:gd name="T86" fmla="*/ 717 w 1321"/>
                <a:gd name="T87" fmla="*/ 4 h 712"/>
                <a:gd name="T88" fmla="*/ 800 w 1321"/>
                <a:gd name="T89" fmla="*/ 16 h 712"/>
                <a:gd name="T90" fmla="*/ 880 w 1321"/>
                <a:gd name="T91" fmla="*/ 37 h 712"/>
                <a:gd name="T92" fmla="*/ 954 w 1321"/>
                <a:gd name="T93" fmla="*/ 63 h 712"/>
                <a:gd name="T94" fmla="*/ 1022 w 1321"/>
                <a:gd name="T95" fmla="*/ 97 h 712"/>
                <a:gd name="T96" fmla="*/ 1085 w 1321"/>
                <a:gd name="T97" fmla="*/ 137 h 712"/>
                <a:gd name="T98" fmla="*/ 1141 w 1321"/>
                <a:gd name="T99" fmla="*/ 181 h 712"/>
                <a:gd name="T100" fmla="*/ 1188 w 1321"/>
                <a:gd name="T101" fmla="*/ 229 h 712"/>
                <a:gd name="T102" fmla="*/ 1228 w 1321"/>
                <a:gd name="T103" fmla="*/ 283 h 712"/>
                <a:gd name="T104" fmla="*/ 1228 w 1321"/>
                <a:gd name="T105" fmla="*/ 283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21"/>
                <a:gd name="T160" fmla="*/ 0 h 712"/>
                <a:gd name="T161" fmla="*/ 1321 w 1321"/>
                <a:gd name="T162" fmla="*/ 712 h 71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A776F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Text Box 24"/>
          <p:cNvSpPr txBox="1">
            <a:spLocks noChangeArrowheads="1"/>
          </p:cNvSpPr>
          <p:nvPr/>
        </p:nvSpPr>
        <p:spPr bwMode="gray">
          <a:xfrm>
            <a:off x="6705600" y="5135563"/>
            <a:ext cx="1219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MAX - 1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29" name="Text Box 24"/>
          <p:cNvSpPr txBox="1">
            <a:spLocks noChangeArrowheads="1"/>
          </p:cNvSpPr>
          <p:nvPr/>
        </p:nvSpPr>
        <p:spPr bwMode="gray">
          <a:xfrm>
            <a:off x="4343400" y="5105400"/>
            <a:ext cx="914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n – 1 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30" name="Text Box 24"/>
          <p:cNvSpPr txBox="1">
            <a:spLocks noChangeArrowheads="1"/>
          </p:cNvSpPr>
          <p:nvPr/>
        </p:nvSpPr>
        <p:spPr bwMode="gray">
          <a:xfrm>
            <a:off x="6172200" y="5668963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31" name="Text Box 24"/>
          <p:cNvSpPr txBox="1">
            <a:spLocks noChangeArrowheads="1"/>
          </p:cNvSpPr>
          <p:nvPr/>
        </p:nvSpPr>
        <p:spPr bwMode="gray">
          <a:xfrm>
            <a:off x="3657600" y="5680075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32" name="Text Box 24"/>
          <p:cNvSpPr txBox="1">
            <a:spLocks noChangeArrowheads="1"/>
          </p:cNvSpPr>
          <p:nvPr/>
        </p:nvSpPr>
        <p:spPr bwMode="gray">
          <a:xfrm>
            <a:off x="5334000" y="5664200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33" name="Group 32"/>
          <p:cNvGrpSpPr>
            <a:grpSpLocks/>
          </p:cNvGrpSpPr>
          <p:nvPr/>
        </p:nvGrpSpPr>
        <p:grpSpPr bwMode="auto">
          <a:xfrm>
            <a:off x="1066800" y="5516563"/>
            <a:ext cx="731838" cy="731837"/>
            <a:chOff x="1371600" y="5364480"/>
            <a:chExt cx="731520" cy="731520"/>
          </a:xfrm>
        </p:grpSpPr>
        <p:grpSp>
          <p:nvGrpSpPr>
            <p:cNvPr id="51239" name="Group 11"/>
            <p:cNvGrpSpPr>
              <a:grpSpLocks/>
            </p:cNvGrpSpPr>
            <p:nvPr/>
          </p:nvGrpSpPr>
          <p:grpSpPr bwMode="auto">
            <a:xfrm>
              <a:off x="1371600" y="5364480"/>
              <a:ext cx="731520" cy="731520"/>
              <a:chOff x="2016" y="1920"/>
              <a:chExt cx="1680" cy="1680"/>
            </a:xfrm>
          </p:grpSpPr>
          <p:sp>
            <p:nvSpPr>
              <p:cNvPr id="51241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42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5" name="Text Box 24"/>
            <p:cNvSpPr txBox="1">
              <a:spLocks noChangeArrowheads="1"/>
            </p:cNvSpPr>
            <p:nvPr/>
          </p:nvSpPr>
          <p:spPr bwMode="gray">
            <a:xfrm>
              <a:off x="14477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7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38" name="Group 37"/>
          <p:cNvGrpSpPr>
            <a:grpSpLocks/>
          </p:cNvGrpSpPr>
          <p:nvPr/>
        </p:nvGrpSpPr>
        <p:grpSpPr bwMode="auto">
          <a:xfrm>
            <a:off x="1905000" y="5516563"/>
            <a:ext cx="731838" cy="731837"/>
            <a:chOff x="2209800" y="5364480"/>
            <a:chExt cx="731520" cy="731520"/>
          </a:xfrm>
        </p:grpSpPr>
        <p:grpSp>
          <p:nvGrpSpPr>
            <p:cNvPr id="51235" name="Group 11"/>
            <p:cNvGrpSpPr>
              <a:grpSpLocks/>
            </p:cNvGrpSpPr>
            <p:nvPr/>
          </p:nvGrpSpPr>
          <p:grpSpPr bwMode="auto">
            <a:xfrm>
              <a:off x="2209800" y="5364480"/>
              <a:ext cx="731520" cy="731520"/>
              <a:chOff x="2016" y="1920"/>
              <a:chExt cx="1680" cy="1680"/>
            </a:xfrm>
          </p:grpSpPr>
          <p:sp>
            <p:nvSpPr>
              <p:cNvPr id="51237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38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0" name="Text Box 24"/>
            <p:cNvSpPr txBox="1">
              <a:spLocks noChangeArrowheads="1"/>
            </p:cNvSpPr>
            <p:nvPr/>
          </p:nvSpPr>
          <p:spPr bwMode="gray">
            <a:xfrm>
              <a:off x="22859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2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43" name="Group 42"/>
          <p:cNvGrpSpPr>
            <a:grpSpLocks/>
          </p:cNvGrpSpPr>
          <p:nvPr/>
        </p:nvGrpSpPr>
        <p:grpSpPr bwMode="auto">
          <a:xfrm>
            <a:off x="2743200" y="5516563"/>
            <a:ext cx="731838" cy="731837"/>
            <a:chOff x="3048000" y="5364480"/>
            <a:chExt cx="731520" cy="731520"/>
          </a:xfrm>
        </p:grpSpPr>
        <p:grpSp>
          <p:nvGrpSpPr>
            <p:cNvPr id="51231" name="Group 11"/>
            <p:cNvGrpSpPr>
              <a:grpSpLocks/>
            </p:cNvGrpSpPr>
            <p:nvPr/>
          </p:nvGrpSpPr>
          <p:grpSpPr bwMode="auto">
            <a:xfrm>
              <a:off x="3048000" y="5364480"/>
              <a:ext cx="731520" cy="731520"/>
              <a:chOff x="2016" y="1920"/>
              <a:chExt cx="1680" cy="1680"/>
            </a:xfrm>
          </p:grpSpPr>
          <p:sp>
            <p:nvSpPr>
              <p:cNvPr id="51233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34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5" name="Text Box 24"/>
            <p:cNvSpPr txBox="1">
              <a:spLocks noChangeArrowheads="1"/>
            </p:cNvSpPr>
            <p:nvPr/>
          </p:nvSpPr>
          <p:spPr bwMode="gray">
            <a:xfrm>
              <a:off x="31241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8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48" name="Group 47"/>
          <p:cNvGrpSpPr>
            <a:grpSpLocks/>
          </p:cNvGrpSpPr>
          <p:nvPr/>
        </p:nvGrpSpPr>
        <p:grpSpPr bwMode="auto">
          <a:xfrm>
            <a:off x="4419600" y="5516563"/>
            <a:ext cx="731838" cy="731837"/>
            <a:chOff x="4724400" y="5364480"/>
            <a:chExt cx="731520" cy="731520"/>
          </a:xfrm>
        </p:grpSpPr>
        <p:grpSp>
          <p:nvGrpSpPr>
            <p:cNvPr id="51227" name="Group 11"/>
            <p:cNvGrpSpPr>
              <a:grpSpLocks/>
            </p:cNvGrpSpPr>
            <p:nvPr/>
          </p:nvGrpSpPr>
          <p:grpSpPr bwMode="auto">
            <a:xfrm>
              <a:off x="4724400" y="5364480"/>
              <a:ext cx="731520" cy="731520"/>
              <a:chOff x="2016" y="1920"/>
              <a:chExt cx="1680" cy="1680"/>
            </a:xfrm>
          </p:grpSpPr>
          <p:sp>
            <p:nvSpPr>
              <p:cNvPr id="51229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30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0" name="Text Box 24"/>
            <p:cNvSpPr txBox="1">
              <a:spLocks noChangeArrowheads="1"/>
            </p:cNvSpPr>
            <p:nvPr/>
          </p:nvSpPr>
          <p:spPr bwMode="gray">
            <a:xfrm>
              <a:off x="48005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8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53" name="Freeform 5"/>
          <p:cNvSpPr>
            <a:spLocks/>
          </p:cNvSpPr>
          <p:nvPr/>
        </p:nvSpPr>
        <p:spPr bwMode="gray">
          <a:xfrm rot="20425042" flipH="1" flipV="1">
            <a:off x="1317625" y="4676775"/>
            <a:ext cx="849313" cy="736600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191" y="591"/>
              </a:cxn>
              <a:cxn ang="0">
                <a:pos x="190" y="672"/>
              </a:cxn>
              <a:cxn ang="0">
                <a:pos x="194" y="672"/>
              </a:cxn>
              <a:cxn ang="0">
                <a:pos x="205" y="672"/>
              </a:cxn>
              <a:cxn ang="0">
                <a:pos x="225" y="671"/>
              </a:cxn>
              <a:cxn ang="0">
                <a:pos x="250" y="667"/>
              </a:cxn>
              <a:cxn ang="0">
                <a:pos x="281" y="662"/>
              </a:cxn>
              <a:cxn ang="0">
                <a:pos x="316" y="653"/>
              </a:cxn>
              <a:cxn ang="0">
                <a:pos x="356" y="641"/>
              </a:cxn>
              <a:cxn ang="0">
                <a:pos x="399" y="626"/>
              </a:cxn>
              <a:cxn ang="0">
                <a:pos x="444" y="605"/>
              </a:cxn>
              <a:cxn ang="0">
                <a:pos x="492" y="578"/>
              </a:cxn>
              <a:cxn ang="0">
                <a:pos x="540" y="547"/>
              </a:cxn>
              <a:cxn ang="0">
                <a:pos x="587" y="508"/>
              </a:cxn>
              <a:cxn ang="0">
                <a:pos x="635" y="463"/>
              </a:cxn>
              <a:cxn ang="0">
                <a:pos x="689" y="405"/>
              </a:cxn>
              <a:cxn ang="0">
                <a:pos x="737" y="350"/>
              </a:cxn>
              <a:cxn ang="0">
                <a:pos x="780" y="298"/>
              </a:cxn>
              <a:cxn ang="0">
                <a:pos x="816" y="249"/>
              </a:cxn>
              <a:cxn ang="0">
                <a:pos x="847" y="204"/>
              </a:cxn>
              <a:cxn ang="0">
                <a:pos x="873" y="164"/>
              </a:cxn>
              <a:cxn ang="0">
                <a:pos x="895" y="126"/>
              </a:cxn>
              <a:cxn ang="0">
                <a:pos x="913" y="94"/>
              </a:cxn>
              <a:cxn ang="0">
                <a:pos x="926" y="66"/>
              </a:cxn>
              <a:cxn ang="0">
                <a:pos x="936" y="42"/>
              </a:cxn>
              <a:cxn ang="0">
                <a:pos x="944" y="24"/>
              </a:cxn>
              <a:cxn ang="0">
                <a:pos x="949" y="12"/>
              </a:cxn>
              <a:cxn ang="0">
                <a:pos x="952" y="2"/>
              </a:cxn>
              <a:cxn ang="0">
                <a:pos x="952" y="0"/>
              </a:cxn>
              <a:cxn ang="0">
                <a:pos x="952" y="4"/>
              </a:cxn>
              <a:cxn ang="0">
                <a:pos x="950" y="17"/>
              </a:cxn>
              <a:cxn ang="0">
                <a:pos x="948" y="36"/>
              </a:cxn>
              <a:cxn ang="0">
                <a:pos x="942" y="62"/>
              </a:cxn>
              <a:cxn ang="0">
                <a:pos x="936" y="93"/>
              </a:cxn>
              <a:cxn ang="0">
                <a:pos x="927" y="130"/>
              </a:cxn>
              <a:cxn ang="0">
                <a:pos x="914" y="172"/>
              </a:cxn>
              <a:cxn ang="0">
                <a:pos x="899" y="217"/>
              </a:cxn>
              <a:cxn ang="0">
                <a:pos x="881" y="264"/>
              </a:cxn>
              <a:cxn ang="0">
                <a:pos x="857" y="315"/>
              </a:cxn>
              <a:cxn ang="0">
                <a:pos x="830" y="368"/>
              </a:cxn>
              <a:cxn ang="0">
                <a:pos x="798" y="421"/>
              </a:cxn>
              <a:cxn ang="0">
                <a:pos x="762" y="475"/>
              </a:cxn>
              <a:cxn ang="0">
                <a:pos x="719" y="529"/>
              </a:cxn>
              <a:cxn ang="0">
                <a:pos x="671" y="582"/>
              </a:cxn>
              <a:cxn ang="0">
                <a:pos x="613" y="637"/>
              </a:cxn>
              <a:cxn ang="0">
                <a:pos x="555" y="685"/>
              </a:cxn>
              <a:cxn ang="0">
                <a:pos x="500" y="726"/>
              </a:cxn>
              <a:cxn ang="0">
                <a:pos x="447" y="761"/>
              </a:cxn>
              <a:cxn ang="0">
                <a:pos x="396" y="790"/>
              </a:cxn>
              <a:cxn ang="0">
                <a:pos x="350" y="813"/>
              </a:cxn>
              <a:cxn ang="0">
                <a:pos x="307" y="831"/>
              </a:cxn>
              <a:cxn ang="0">
                <a:pos x="270" y="845"/>
              </a:cxn>
              <a:cxn ang="0">
                <a:pos x="238" y="855"/>
              </a:cxn>
              <a:cxn ang="0">
                <a:pos x="212" y="862"/>
              </a:cxn>
              <a:cxn ang="0">
                <a:pos x="192" y="866"/>
              </a:cxn>
              <a:cxn ang="0">
                <a:pos x="181" y="868"/>
              </a:cxn>
              <a:cxn ang="0">
                <a:pos x="176" y="868"/>
              </a:cxn>
              <a:cxn ang="0">
                <a:pos x="167" y="947"/>
              </a:cxn>
              <a:cxn ang="0">
                <a:pos x="0" y="756"/>
              </a:cxn>
            </a:cxnLst>
            <a:rect l="0" t="0" r="r" b="b"/>
            <a:pathLst>
              <a:path w="952" h="947">
                <a:moveTo>
                  <a:pt x="0" y="756"/>
                </a:moveTo>
                <a:lnTo>
                  <a:pt x="191" y="591"/>
                </a:lnTo>
                <a:lnTo>
                  <a:pt x="190" y="672"/>
                </a:lnTo>
                <a:lnTo>
                  <a:pt x="194" y="672"/>
                </a:lnTo>
                <a:lnTo>
                  <a:pt x="205" y="672"/>
                </a:lnTo>
                <a:lnTo>
                  <a:pt x="225" y="671"/>
                </a:lnTo>
                <a:lnTo>
                  <a:pt x="250" y="667"/>
                </a:lnTo>
                <a:lnTo>
                  <a:pt x="281" y="662"/>
                </a:lnTo>
                <a:lnTo>
                  <a:pt x="316" y="653"/>
                </a:lnTo>
                <a:lnTo>
                  <a:pt x="356" y="641"/>
                </a:lnTo>
                <a:lnTo>
                  <a:pt x="399" y="626"/>
                </a:lnTo>
                <a:lnTo>
                  <a:pt x="444" y="605"/>
                </a:lnTo>
                <a:lnTo>
                  <a:pt x="492" y="578"/>
                </a:lnTo>
                <a:lnTo>
                  <a:pt x="540" y="547"/>
                </a:lnTo>
                <a:lnTo>
                  <a:pt x="587" y="508"/>
                </a:lnTo>
                <a:lnTo>
                  <a:pt x="635" y="463"/>
                </a:lnTo>
                <a:lnTo>
                  <a:pt x="689" y="405"/>
                </a:lnTo>
                <a:lnTo>
                  <a:pt x="737" y="350"/>
                </a:lnTo>
                <a:lnTo>
                  <a:pt x="780" y="298"/>
                </a:lnTo>
                <a:lnTo>
                  <a:pt x="816" y="249"/>
                </a:lnTo>
                <a:lnTo>
                  <a:pt x="847" y="204"/>
                </a:lnTo>
                <a:lnTo>
                  <a:pt x="873" y="164"/>
                </a:lnTo>
                <a:lnTo>
                  <a:pt x="895" y="126"/>
                </a:lnTo>
                <a:lnTo>
                  <a:pt x="913" y="94"/>
                </a:lnTo>
                <a:lnTo>
                  <a:pt x="926" y="66"/>
                </a:lnTo>
                <a:lnTo>
                  <a:pt x="936" y="42"/>
                </a:lnTo>
                <a:lnTo>
                  <a:pt x="944" y="24"/>
                </a:lnTo>
                <a:lnTo>
                  <a:pt x="949" y="12"/>
                </a:lnTo>
                <a:lnTo>
                  <a:pt x="952" y="2"/>
                </a:lnTo>
                <a:lnTo>
                  <a:pt x="952" y="0"/>
                </a:lnTo>
                <a:lnTo>
                  <a:pt x="952" y="4"/>
                </a:lnTo>
                <a:lnTo>
                  <a:pt x="950" y="17"/>
                </a:lnTo>
                <a:lnTo>
                  <a:pt x="948" y="36"/>
                </a:lnTo>
                <a:lnTo>
                  <a:pt x="942" y="62"/>
                </a:lnTo>
                <a:lnTo>
                  <a:pt x="936" y="93"/>
                </a:lnTo>
                <a:lnTo>
                  <a:pt x="927" y="130"/>
                </a:lnTo>
                <a:lnTo>
                  <a:pt x="914" y="172"/>
                </a:lnTo>
                <a:lnTo>
                  <a:pt x="899" y="217"/>
                </a:lnTo>
                <a:lnTo>
                  <a:pt x="881" y="264"/>
                </a:lnTo>
                <a:lnTo>
                  <a:pt x="857" y="315"/>
                </a:lnTo>
                <a:lnTo>
                  <a:pt x="830" y="368"/>
                </a:lnTo>
                <a:lnTo>
                  <a:pt x="798" y="421"/>
                </a:lnTo>
                <a:lnTo>
                  <a:pt x="762" y="475"/>
                </a:lnTo>
                <a:lnTo>
                  <a:pt x="719" y="529"/>
                </a:lnTo>
                <a:lnTo>
                  <a:pt x="671" y="582"/>
                </a:lnTo>
                <a:lnTo>
                  <a:pt x="613" y="637"/>
                </a:lnTo>
                <a:lnTo>
                  <a:pt x="555" y="685"/>
                </a:lnTo>
                <a:lnTo>
                  <a:pt x="500" y="726"/>
                </a:lnTo>
                <a:lnTo>
                  <a:pt x="447" y="761"/>
                </a:lnTo>
                <a:lnTo>
                  <a:pt x="396" y="790"/>
                </a:lnTo>
                <a:lnTo>
                  <a:pt x="350" y="813"/>
                </a:lnTo>
                <a:lnTo>
                  <a:pt x="307" y="831"/>
                </a:lnTo>
                <a:lnTo>
                  <a:pt x="270" y="845"/>
                </a:lnTo>
                <a:lnTo>
                  <a:pt x="238" y="855"/>
                </a:lnTo>
                <a:lnTo>
                  <a:pt x="212" y="862"/>
                </a:lnTo>
                <a:lnTo>
                  <a:pt x="192" y="866"/>
                </a:lnTo>
                <a:lnTo>
                  <a:pt x="181" y="868"/>
                </a:lnTo>
                <a:lnTo>
                  <a:pt x="176" y="868"/>
                </a:lnTo>
                <a:lnTo>
                  <a:pt x="167" y="947"/>
                </a:lnTo>
                <a:lnTo>
                  <a:pt x="0" y="75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3366FF"/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4" name="Freeform 5"/>
          <p:cNvSpPr>
            <a:spLocks/>
          </p:cNvSpPr>
          <p:nvPr/>
        </p:nvSpPr>
        <p:spPr bwMode="gray">
          <a:xfrm rot="11481075" flipH="1">
            <a:off x="2484438" y="4479925"/>
            <a:ext cx="866775" cy="1031875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191" y="591"/>
              </a:cxn>
              <a:cxn ang="0">
                <a:pos x="190" y="672"/>
              </a:cxn>
              <a:cxn ang="0">
                <a:pos x="194" y="672"/>
              </a:cxn>
              <a:cxn ang="0">
                <a:pos x="205" y="672"/>
              </a:cxn>
              <a:cxn ang="0">
                <a:pos x="225" y="671"/>
              </a:cxn>
              <a:cxn ang="0">
                <a:pos x="250" y="667"/>
              </a:cxn>
              <a:cxn ang="0">
                <a:pos x="281" y="662"/>
              </a:cxn>
              <a:cxn ang="0">
                <a:pos x="316" y="653"/>
              </a:cxn>
              <a:cxn ang="0">
                <a:pos x="356" y="641"/>
              </a:cxn>
              <a:cxn ang="0">
                <a:pos x="399" y="626"/>
              </a:cxn>
              <a:cxn ang="0">
                <a:pos x="444" y="605"/>
              </a:cxn>
              <a:cxn ang="0">
                <a:pos x="492" y="578"/>
              </a:cxn>
              <a:cxn ang="0">
                <a:pos x="540" y="547"/>
              </a:cxn>
              <a:cxn ang="0">
                <a:pos x="587" y="508"/>
              </a:cxn>
              <a:cxn ang="0">
                <a:pos x="635" y="463"/>
              </a:cxn>
              <a:cxn ang="0">
                <a:pos x="689" y="405"/>
              </a:cxn>
              <a:cxn ang="0">
                <a:pos x="737" y="350"/>
              </a:cxn>
              <a:cxn ang="0">
                <a:pos x="780" y="298"/>
              </a:cxn>
              <a:cxn ang="0">
                <a:pos x="816" y="249"/>
              </a:cxn>
              <a:cxn ang="0">
                <a:pos x="847" y="204"/>
              </a:cxn>
              <a:cxn ang="0">
                <a:pos x="873" y="164"/>
              </a:cxn>
              <a:cxn ang="0">
                <a:pos x="895" y="126"/>
              </a:cxn>
              <a:cxn ang="0">
                <a:pos x="913" y="94"/>
              </a:cxn>
              <a:cxn ang="0">
                <a:pos x="926" y="66"/>
              </a:cxn>
              <a:cxn ang="0">
                <a:pos x="936" y="42"/>
              </a:cxn>
              <a:cxn ang="0">
                <a:pos x="944" y="24"/>
              </a:cxn>
              <a:cxn ang="0">
                <a:pos x="949" y="12"/>
              </a:cxn>
              <a:cxn ang="0">
                <a:pos x="952" y="2"/>
              </a:cxn>
              <a:cxn ang="0">
                <a:pos x="952" y="0"/>
              </a:cxn>
              <a:cxn ang="0">
                <a:pos x="952" y="4"/>
              </a:cxn>
              <a:cxn ang="0">
                <a:pos x="950" y="17"/>
              </a:cxn>
              <a:cxn ang="0">
                <a:pos x="948" y="36"/>
              </a:cxn>
              <a:cxn ang="0">
                <a:pos x="942" y="62"/>
              </a:cxn>
              <a:cxn ang="0">
                <a:pos x="936" y="93"/>
              </a:cxn>
              <a:cxn ang="0">
                <a:pos x="927" y="130"/>
              </a:cxn>
              <a:cxn ang="0">
                <a:pos x="914" y="172"/>
              </a:cxn>
              <a:cxn ang="0">
                <a:pos x="899" y="217"/>
              </a:cxn>
              <a:cxn ang="0">
                <a:pos x="881" y="264"/>
              </a:cxn>
              <a:cxn ang="0">
                <a:pos x="857" y="315"/>
              </a:cxn>
              <a:cxn ang="0">
                <a:pos x="830" y="368"/>
              </a:cxn>
              <a:cxn ang="0">
                <a:pos x="798" y="421"/>
              </a:cxn>
              <a:cxn ang="0">
                <a:pos x="762" y="475"/>
              </a:cxn>
              <a:cxn ang="0">
                <a:pos x="719" y="529"/>
              </a:cxn>
              <a:cxn ang="0">
                <a:pos x="671" y="582"/>
              </a:cxn>
              <a:cxn ang="0">
                <a:pos x="613" y="637"/>
              </a:cxn>
              <a:cxn ang="0">
                <a:pos x="555" y="685"/>
              </a:cxn>
              <a:cxn ang="0">
                <a:pos x="500" y="726"/>
              </a:cxn>
              <a:cxn ang="0">
                <a:pos x="447" y="761"/>
              </a:cxn>
              <a:cxn ang="0">
                <a:pos x="396" y="790"/>
              </a:cxn>
              <a:cxn ang="0">
                <a:pos x="350" y="813"/>
              </a:cxn>
              <a:cxn ang="0">
                <a:pos x="307" y="831"/>
              </a:cxn>
              <a:cxn ang="0">
                <a:pos x="270" y="845"/>
              </a:cxn>
              <a:cxn ang="0">
                <a:pos x="238" y="855"/>
              </a:cxn>
              <a:cxn ang="0">
                <a:pos x="212" y="862"/>
              </a:cxn>
              <a:cxn ang="0">
                <a:pos x="192" y="866"/>
              </a:cxn>
              <a:cxn ang="0">
                <a:pos x="181" y="868"/>
              </a:cxn>
              <a:cxn ang="0">
                <a:pos x="176" y="868"/>
              </a:cxn>
              <a:cxn ang="0">
                <a:pos x="167" y="947"/>
              </a:cxn>
              <a:cxn ang="0">
                <a:pos x="0" y="756"/>
              </a:cxn>
            </a:cxnLst>
            <a:rect l="0" t="0" r="r" b="b"/>
            <a:pathLst>
              <a:path w="952" h="947">
                <a:moveTo>
                  <a:pt x="0" y="756"/>
                </a:moveTo>
                <a:lnTo>
                  <a:pt x="191" y="591"/>
                </a:lnTo>
                <a:lnTo>
                  <a:pt x="190" y="672"/>
                </a:lnTo>
                <a:lnTo>
                  <a:pt x="194" y="672"/>
                </a:lnTo>
                <a:lnTo>
                  <a:pt x="205" y="672"/>
                </a:lnTo>
                <a:lnTo>
                  <a:pt x="225" y="671"/>
                </a:lnTo>
                <a:lnTo>
                  <a:pt x="250" y="667"/>
                </a:lnTo>
                <a:lnTo>
                  <a:pt x="281" y="662"/>
                </a:lnTo>
                <a:lnTo>
                  <a:pt x="316" y="653"/>
                </a:lnTo>
                <a:lnTo>
                  <a:pt x="356" y="641"/>
                </a:lnTo>
                <a:lnTo>
                  <a:pt x="399" y="626"/>
                </a:lnTo>
                <a:lnTo>
                  <a:pt x="444" y="605"/>
                </a:lnTo>
                <a:lnTo>
                  <a:pt x="492" y="578"/>
                </a:lnTo>
                <a:lnTo>
                  <a:pt x="540" y="547"/>
                </a:lnTo>
                <a:lnTo>
                  <a:pt x="587" y="508"/>
                </a:lnTo>
                <a:lnTo>
                  <a:pt x="635" y="463"/>
                </a:lnTo>
                <a:lnTo>
                  <a:pt x="689" y="405"/>
                </a:lnTo>
                <a:lnTo>
                  <a:pt x="737" y="350"/>
                </a:lnTo>
                <a:lnTo>
                  <a:pt x="780" y="298"/>
                </a:lnTo>
                <a:lnTo>
                  <a:pt x="816" y="249"/>
                </a:lnTo>
                <a:lnTo>
                  <a:pt x="847" y="204"/>
                </a:lnTo>
                <a:lnTo>
                  <a:pt x="873" y="164"/>
                </a:lnTo>
                <a:lnTo>
                  <a:pt x="895" y="126"/>
                </a:lnTo>
                <a:lnTo>
                  <a:pt x="913" y="94"/>
                </a:lnTo>
                <a:lnTo>
                  <a:pt x="926" y="66"/>
                </a:lnTo>
                <a:lnTo>
                  <a:pt x="936" y="42"/>
                </a:lnTo>
                <a:lnTo>
                  <a:pt x="944" y="24"/>
                </a:lnTo>
                <a:lnTo>
                  <a:pt x="949" y="12"/>
                </a:lnTo>
                <a:lnTo>
                  <a:pt x="952" y="2"/>
                </a:lnTo>
                <a:lnTo>
                  <a:pt x="952" y="0"/>
                </a:lnTo>
                <a:lnTo>
                  <a:pt x="952" y="4"/>
                </a:lnTo>
                <a:lnTo>
                  <a:pt x="950" y="17"/>
                </a:lnTo>
                <a:lnTo>
                  <a:pt x="948" y="36"/>
                </a:lnTo>
                <a:lnTo>
                  <a:pt x="942" y="62"/>
                </a:lnTo>
                <a:lnTo>
                  <a:pt x="936" y="93"/>
                </a:lnTo>
                <a:lnTo>
                  <a:pt x="927" y="130"/>
                </a:lnTo>
                <a:lnTo>
                  <a:pt x="914" y="172"/>
                </a:lnTo>
                <a:lnTo>
                  <a:pt x="899" y="217"/>
                </a:lnTo>
                <a:lnTo>
                  <a:pt x="881" y="264"/>
                </a:lnTo>
                <a:lnTo>
                  <a:pt x="857" y="315"/>
                </a:lnTo>
                <a:lnTo>
                  <a:pt x="830" y="368"/>
                </a:lnTo>
                <a:lnTo>
                  <a:pt x="798" y="421"/>
                </a:lnTo>
                <a:lnTo>
                  <a:pt x="762" y="475"/>
                </a:lnTo>
                <a:lnTo>
                  <a:pt x="719" y="529"/>
                </a:lnTo>
                <a:lnTo>
                  <a:pt x="671" y="582"/>
                </a:lnTo>
                <a:lnTo>
                  <a:pt x="613" y="637"/>
                </a:lnTo>
                <a:lnTo>
                  <a:pt x="555" y="685"/>
                </a:lnTo>
                <a:lnTo>
                  <a:pt x="500" y="726"/>
                </a:lnTo>
                <a:lnTo>
                  <a:pt x="447" y="761"/>
                </a:lnTo>
                <a:lnTo>
                  <a:pt x="396" y="790"/>
                </a:lnTo>
                <a:lnTo>
                  <a:pt x="350" y="813"/>
                </a:lnTo>
                <a:lnTo>
                  <a:pt x="307" y="831"/>
                </a:lnTo>
                <a:lnTo>
                  <a:pt x="270" y="845"/>
                </a:lnTo>
                <a:lnTo>
                  <a:pt x="238" y="855"/>
                </a:lnTo>
                <a:lnTo>
                  <a:pt x="212" y="862"/>
                </a:lnTo>
                <a:lnTo>
                  <a:pt x="192" y="866"/>
                </a:lnTo>
                <a:lnTo>
                  <a:pt x="181" y="868"/>
                </a:lnTo>
                <a:lnTo>
                  <a:pt x="176" y="868"/>
                </a:lnTo>
                <a:lnTo>
                  <a:pt x="167" y="947"/>
                </a:lnTo>
                <a:lnTo>
                  <a:pt x="0" y="75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3366FF"/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9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6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9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4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 tmFilter="0, 0; .2, .5; .8, .5; 1, 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" dur="250" autoRev="1" fill="hold"/>
                                        <p:tgtEl>
                                          <p:spTgt spid="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8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2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23" grpId="0"/>
      <p:bldP spid="24" grpId="0"/>
      <p:bldP spid="28" grpId="0"/>
      <p:bldP spid="29" grpId="0"/>
      <p:bldP spid="30" grpId="0"/>
      <p:bldP spid="31" grpId="0"/>
      <p:bldP spid="31" grpId="1"/>
      <p:bldP spid="3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Hàm tìm Max</a:t>
            </a:r>
          </a:p>
        </p:txBody>
      </p:sp>
      <p:sp>
        <p:nvSpPr>
          <p:cNvPr id="5222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3124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2229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317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TimMax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a[], int n)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max = a[0];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(int i = 1; i &lt; n;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if (a[i] &gt; max)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max = a[i];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return max;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0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15875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3124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3429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15875" y="4038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Sắp xếp mảng thành t</a:t>
            </a:r>
            <a:r>
              <a:rPr lang="vi-VN" smtClean="0"/>
              <a:t>ă</a:t>
            </a:r>
            <a:r>
              <a:rPr lang="en-US" smtClean="0"/>
              <a:t>ng dần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Yêu cầu</a:t>
            </a:r>
          </a:p>
          <a:p>
            <a:pPr lvl="1" eaLnBrk="1" hangingPunct="1">
              <a:defRPr/>
            </a:pPr>
            <a:r>
              <a:rPr lang="en-US" sz="2400" smtClean="0"/>
              <a:t>Cho tr</a:t>
            </a:r>
            <a:r>
              <a:rPr lang="vi-VN" sz="2400" smtClean="0"/>
              <a:t>ướ</a:t>
            </a:r>
            <a:r>
              <a:rPr lang="en-US" sz="2400" smtClean="0"/>
              <a:t>c mảng </a:t>
            </a:r>
            <a:r>
              <a:rPr lang="en-US" sz="2400" smtClean="0">
                <a:solidFill>
                  <a:srgbClr val="FF0000"/>
                </a:solidFill>
              </a:rPr>
              <a:t>a</a:t>
            </a:r>
            <a:r>
              <a:rPr lang="en-US" sz="2400" smtClean="0"/>
              <a:t> kích th</a:t>
            </a:r>
            <a:r>
              <a:rPr lang="vi-VN" sz="2400" smtClean="0"/>
              <a:t>ướ</a:t>
            </a:r>
            <a:r>
              <a:rPr lang="en-US" sz="2400" smtClean="0"/>
              <a:t>c </a:t>
            </a:r>
            <a:r>
              <a:rPr lang="en-US" sz="2400" smtClean="0">
                <a:solidFill>
                  <a:srgbClr val="FF0000"/>
                </a:solidFill>
              </a:rPr>
              <a:t>n</a:t>
            </a:r>
            <a:r>
              <a:rPr lang="en-US" sz="2400" smtClean="0"/>
              <a:t>. Hãy sắp xếp mảng </a:t>
            </a:r>
            <a:r>
              <a:rPr lang="en-US" sz="2400" smtClean="0">
                <a:solidFill>
                  <a:srgbClr val="FF0000"/>
                </a:solidFill>
              </a:rPr>
              <a:t>a</a:t>
            </a:r>
            <a:r>
              <a:rPr lang="en-US" sz="2400" smtClean="0"/>
              <a:t> </a:t>
            </a:r>
            <a:r>
              <a:rPr lang="vi-VN" sz="2400" smtClean="0"/>
              <a:t>đó</a:t>
            </a:r>
            <a:r>
              <a:rPr lang="en-US" sz="2400" smtClean="0"/>
              <a:t> sao cho các phần tử có giá trị </a:t>
            </a:r>
            <a:r>
              <a:rPr lang="en-US" sz="2400" smtClean="0">
                <a:solidFill>
                  <a:srgbClr val="FF0000"/>
                </a:solidFill>
              </a:rPr>
              <a:t>t</a:t>
            </a:r>
            <a:r>
              <a:rPr lang="vi-VN" sz="2400" smtClean="0">
                <a:solidFill>
                  <a:srgbClr val="FF0000"/>
                </a:solidFill>
              </a:rPr>
              <a:t>ă</a:t>
            </a:r>
            <a:r>
              <a:rPr lang="en-US" sz="2400" smtClean="0">
                <a:solidFill>
                  <a:srgbClr val="FF0000"/>
                </a:solidFill>
              </a:rPr>
              <a:t>ng dần</a:t>
            </a:r>
            <a:r>
              <a:rPr lang="en-US" sz="2400" smtClean="0"/>
              <a:t>.</a:t>
            </a:r>
            <a:endParaRPr lang="en-US" sz="2400" smtClean="0">
              <a:solidFill>
                <a:srgbClr val="FF0000"/>
              </a:solidFill>
            </a:endParaRPr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Ý t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ưở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</a:t>
            </a:r>
          </a:p>
          <a:p>
            <a:pPr lvl="1" eaLnBrk="1" hangingPunct="1">
              <a:defRPr/>
            </a:pPr>
            <a:r>
              <a:rPr lang="en-US" sz="2400" smtClean="0"/>
              <a:t>Sử dụng 2 biến </a:t>
            </a:r>
            <a:r>
              <a:rPr lang="en-US" sz="2400" smtClean="0">
                <a:solidFill>
                  <a:srgbClr val="FF0000"/>
                </a:solidFill>
              </a:rPr>
              <a:t>i</a:t>
            </a:r>
            <a:r>
              <a:rPr lang="en-US" sz="2400" smtClean="0"/>
              <a:t> và </a:t>
            </a:r>
            <a:r>
              <a:rPr lang="en-US" sz="2400" smtClean="0">
                <a:solidFill>
                  <a:srgbClr val="FF0000"/>
                </a:solidFill>
              </a:rPr>
              <a:t>j</a:t>
            </a:r>
            <a:r>
              <a:rPr lang="en-US" sz="2400" smtClean="0"/>
              <a:t> </a:t>
            </a:r>
            <a:r>
              <a:rPr lang="vi-VN" sz="2400" smtClean="0"/>
              <a:t>để</a:t>
            </a:r>
            <a:r>
              <a:rPr lang="en-US" sz="2400" smtClean="0"/>
              <a:t> so sánh tất cả cặp phần tử với nhau và hoán vị các cặp </a:t>
            </a:r>
            <a:r>
              <a:rPr lang="en-US" sz="2400" smtClean="0">
                <a:solidFill>
                  <a:srgbClr val="FF0000"/>
                </a:solidFill>
              </a:rPr>
              <a:t>nghịch thế</a:t>
            </a:r>
            <a:r>
              <a:rPr lang="en-US" sz="2400" smtClean="0"/>
              <a:t> (sai thứ tự).</a:t>
            </a:r>
          </a:p>
        </p:txBody>
      </p:sp>
      <p:sp>
        <p:nvSpPr>
          <p:cNvPr id="5325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29" name="AutoShape 4"/>
          <p:cNvSpPr>
            <a:spLocks noChangeArrowheads="1"/>
          </p:cNvSpPr>
          <p:nvPr/>
        </p:nvSpPr>
        <p:spPr bwMode="gray">
          <a:xfrm>
            <a:off x="1021080" y="5105400"/>
            <a:ext cx="4160520" cy="1295400"/>
          </a:xfrm>
          <a:prstGeom prst="roundRect">
            <a:avLst>
              <a:gd name="adj" fmla="val 7935"/>
            </a:avLst>
          </a:prstGeom>
          <a:ln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0" name="Text Box 24"/>
          <p:cNvSpPr txBox="1">
            <a:spLocks noChangeArrowheads="1"/>
          </p:cNvSpPr>
          <p:nvPr/>
        </p:nvSpPr>
        <p:spPr bwMode="gray">
          <a:xfrm>
            <a:off x="1143000" y="5135563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0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31" name="Text Box 24"/>
          <p:cNvSpPr txBox="1">
            <a:spLocks noChangeArrowheads="1"/>
          </p:cNvSpPr>
          <p:nvPr/>
        </p:nvSpPr>
        <p:spPr bwMode="gray">
          <a:xfrm>
            <a:off x="1981200" y="5135563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1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32" name="Text Box 24"/>
          <p:cNvSpPr txBox="1">
            <a:spLocks noChangeArrowheads="1"/>
          </p:cNvSpPr>
          <p:nvPr/>
        </p:nvSpPr>
        <p:spPr bwMode="gray">
          <a:xfrm>
            <a:off x="2819400" y="5135563"/>
            <a:ext cx="609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rPr>
              <a:t>2</a:t>
            </a:r>
            <a:endParaRPr lang="en-US" sz="2000" b="1" baseline="-250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6934200" y="5516563"/>
            <a:ext cx="731838" cy="731837"/>
            <a:chOff x="2016" y="1920"/>
            <a:chExt cx="1680" cy="1680"/>
          </a:xfrm>
        </p:grpSpPr>
        <p:sp>
          <p:nvSpPr>
            <p:cNvPr id="53342" name="Oval 22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A776F0"/>
                </a:gs>
                <a:gs pos="100000">
                  <a:srgbClr val="6A4B9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343" name="Freeform 23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228 w 1321"/>
                <a:gd name="T1" fmla="*/ 283 h 712"/>
                <a:gd name="T2" fmla="*/ 1244 w 1321"/>
                <a:gd name="T3" fmla="*/ 313 h 712"/>
                <a:gd name="T4" fmla="*/ 1247 w 1321"/>
                <a:gd name="T5" fmla="*/ 339 h 712"/>
                <a:gd name="T6" fmla="*/ 1242 w 1321"/>
                <a:gd name="T7" fmla="*/ 364 h 712"/>
                <a:gd name="T8" fmla="*/ 1225 w 1321"/>
                <a:gd name="T9" fmla="*/ 388 h 712"/>
                <a:gd name="T10" fmla="*/ 1201 w 1321"/>
                <a:gd name="T11" fmla="*/ 409 h 712"/>
                <a:gd name="T12" fmla="*/ 1170 w 1321"/>
                <a:gd name="T13" fmla="*/ 427 h 712"/>
                <a:gd name="T14" fmla="*/ 1129 w 1321"/>
                <a:gd name="T15" fmla="*/ 443 h 712"/>
                <a:gd name="T16" fmla="*/ 1083 w 1321"/>
                <a:gd name="T17" fmla="*/ 459 h 712"/>
                <a:gd name="T18" fmla="*/ 1031 w 1321"/>
                <a:gd name="T19" fmla="*/ 471 h 712"/>
                <a:gd name="T20" fmla="*/ 973 w 1321"/>
                <a:gd name="T21" fmla="*/ 482 h 712"/>
                <a:gd name="T22" fmla="*/ 913 w 1321"/>
                <a:gd name="T23" fmla="*/ 490 h 712"/>
                <a:gd name="T24" fmla="*/ 846 w 1321"/>
                <a:gd name="T25" fmla="*/ 497 h 712"/>
                <a:gd name="T26" fmla="*/ 778 w 1321"/>
                <a:gd name="T27" fmla="*/ 501 h 712"/>
                <a:gd name="T28" fmla="*/ 751 w 1321"/>
                <a:gd name="T29" fmla="*/ 503 h 712"/>
                <a:gd name="T30" fmla="*/ 449 w 1321"/>
                <a:gd name="T31" fmla="*/ 503 h 712"/>
                <a:gd name="T32" fmla="*/ 445 w 1321"/>
                <a:gd name="T33" fmla="*/ 503 h 712"/>
                <a:gd name="T34" fmla="*/ 386 w 1321"/>
                <a:gd name="T35" fmla="*/ 500 h 712"/>
                <a:gd name="T36" fmla="*/ 329 w 1321"/>
                <a:gd name="T37" fmla="*/ 497 h 712"/>
                <a:gd name="T38" fmla="*/ 275 w 1321"/>
                <a:gd name="T39" fmla="*/ 492 h 712"/>
                <a:gd name="T40" fmla="*/ 223 w 1321"/>
                <a:gd name="T41" fmla="*/ 487 h 712"/>
                <a:gd name="T42" fmla="*/ 176 w 1321"/>
                <a:gd name="T43" fmla="*/ 478 h 712"/>
                <a:gd name="T44" fmla="*/ 132 w 1321"/>
                <a:gd name="T45" fmla="*/ 467 h 712"/>
                <a:gd name="T46" fmla="*/ 96 w 1321"/>
                <a:gd name="T47" fmla="*/ 458 h 712"/>
                <a:gd name="T48" fmla="*/ 64 w 1321"/>
                <a:gd name="T49" fmla="*/ 445 h 712"/>
                <a:gd name="T50" fmla="*/ 36 w 1321"/>
                <a:gd name="T51" fmla="*/ 429 h 712"/>
                <a:gd name="T52" fmla="*/ 18 w 1321"/>
                <a:gd name="T53" fmla="*/ 411 h 712"/>
                <a:gd name="T54" fmla="*/ 6 w 1321"/>
                <a:gd name="T55" fmla="*/ 391 h 712"/>
                <a:gd name="T56" fmla="*/ 0 w 1321"/>
                <a:gd name="T57" fmla="*/ 370 h 712"/>
                <a:gd name="T58" fmla="*/ 0 w 1321"/>
                <a:gd name="T59" fmla="*/ 367 h 712"/>
                <a:gd name="T60" fmla="*/ 4 w 1321"/>
                <a:gd name="T61" fmla="*/ 344 h 712"/>
                <a:gd name="T62" fmla="*/ 16 w 1321"/>
                <a:gd name="T63" fmla="*/ 315 h 712"/>
                <a:gd name="T64" fmla="*/ 48 w 1321"/>
                <a:gd name="T65" fmla="*/ 261 h 712"/>
                <a:gd name="T66" fmla="*/ 88 w 1321"/>
                <a:gd name="T67" fmla="*/ 211 h 712"/>
                <a:gd name="T68" fmla="*/ 138 w 1321"/>
                <a:gd name="T69" fmla="*/ 166 h 712"/>
                <a:gd name="T70" fmla="*/ 192 w 1321"/>
                <a:gd name="T71" fmla="*/ 125 h 712"/>
                <a:gd name="T72" fmla="*/ 255 w 1321"/>
                <a:gd name="T73" fmla="*/ 88 h 712"/>
                <a:gd name="T74" fmla="*/ 323 w 1321"/>
                <a:gd name="T75" fmla="*/ 58 h 712"/>
                <a:gd name="T76" fmla="*/ 391 w 1321"/>
                <a:gd name="T77" fmla="*/ 33 h 712"/>
                <a:gd name="T78" fmla="*/ 470 w 1321"/>
                <a:gd name="T79" fmla="*/ 15 h 712"/>
                <a:gd name="T80" fmla="*/ 548 w 1321"/>
                <a:gd name="T81" fmla="*/ 4 h 712"/>
                <a:gd name="T82" fmla="*/ 630 w 1321"/>
                <a:gd name="T83" fmla="*/ 0 h 712"/>
                <a:gd name="T84" fmla="*/ 630 w 1321"/>
                <a:gd name="T85" fmla="*/ 0 h 712"/>
                <a:gd name="T86" fmla="*/ 717 w 1321"/>
                <a:gd name="T87" fmla="*/ 4 h 712"/>
                <a:gd name="T88" fmla="*/ 800 w 1321"/>
                <a:gd name="T89" fmla="*/ 16 h 712"/>
                <a:gd name="T90" fmla="*/ 880 w 1321"/>
                <a:gd name="T91" fmla="*/ 37 h 712"/>
                <a:gd name="T92" fmla="*/ 954 w 1321"/>
                <a:gd name="T93" fmla="*/ 63 h 712"/>
                <a:gd name="T94" fmla="*/ 1022 w 1321"/>
                <a:gd name="T95" fmla="*/ 97 h 712"/>
                <a:gd name="T96" fmla="*/ 1085 w 1321"/>
                <a:gd name="T97" fmla="*/ 137 h 712"/>
                <a:gd name="T98" fmla="*/ 1141 w 1321"/>
                <a:gd name="T99" fmla="*/ 181 h 712"/>
                <a:gd name="T100" fmla="*/ 1188 w 1321"/>
                <a:gd name="T101" fmla="*/ 229 h 712"/>
                <a:gd name="T102" fmla="*/ 1228 w 1321"/>
                <a:gd name="T103" fmla="*/ 283 h 712"/>
                <a:gd name="T104" fmla="*/ 1228 w 1321"/>
                <a:gd name="T105" fmla="*/ 283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21"/>
                <a:gd name="T160" fmla="*/ 0 h 712"/>
                <a:gd name="T161" fmla="*/ 1321 w 1321"/>
                <a:gd name="T162" fmla="*/ 712 h 71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A776F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Text Box 24"/>
          <p:cNvSpPr txBox="1">
            <a:spLocks noChangeArrowheads="1"/>
          </p:cNvSpPr>
          <p:nvPr/>
        </p:nvSpPr>
        <p:spPr bwMode="gray">
          <a:xfrm>
            <a:off x="6705600" y="5135563"/>
            <a:ext cx="1219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MAX - 1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37" name="Text Box 24"/>
          <p:cNvSpPr txBox="1">
            <a:spLocks noChangeArrowheads="1"/>
          </p:cNvSpPr>
          <p:nvPr/>
        </p:nvSpPr>
        <p:spPr bwMode="gray">
          <a:xfrm>
            <a:off x="4343400" y="5105400"/>
            <a:ext cx="914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n – 1 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38" name="Text Box 24"/>
          <p:cNvSpPr txBox="1">
            <a:spLocks noChangeArrowheads="1"/>
          </p:cNvSpPr>
          <p:nvPr/>
        </p:nvSpPr>
        <p:spPr bwMode="gray">
          <a:xfrm>
            <a:off x="6172200" y="5668963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39" name="Text Box 24"/>
          <p:cNvSpPr txBox="1">
            <a:spLocks noChangeArrowheads="1"/>
          </p:cNvSpPr>
          <p:nvPr/>
        </p:nvSpPr>
        <p:spPr bwMode="gray">
          <a:xfrm>
            <a:off x="3657600" y="5680075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40" name="Text Box 24"/>
          <p:cNvSpPr txBox="1">
            <a:spLocks noChangeArrowheads="1"/>
          </p:cNvSpPr>
          <p:nvPr/>
        </p:nvSpPr>
        <p:spPr bwMode="gray">
          <a:xfrm>
            <a:off x="5334000" y="5664200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6" name="Group 40"/>
          <p:cNvGrpSpPr>
            <a:grpSpLocks/>
          </p:cNvGrpSpPr>
          <p:nvPr/>
        </p:nvGrpSpPr>
        <p:grpSpPr bwMode="auto">
          <a:xfrm>
            <a:off x="1066800" y="5516563"/>
            <a:ext cx="731838" cy="731837"/>
            <a:chOff x="1371600" y="5364480"/>
            <a:chExt cx="731520" cy="731520"/>
          </a:xfrm>
        </p:grpSpPr>
        <p:grpSp>
          <p:nvGrpSpPr>
            <p:cNvPr id="53338" name="Group 11"/>
            <p:cNvGrpSpPr>
              <a:grpSpLocks/>
            </p:cNvGrpSpPr>
            <p:nvPr/>
          </p:nvGrpSpPr>
          <p:grpSpPr bwMode="auto">
            <a:xfrm>
              <a:off x="1371600" y="5364480"/>
              <a:ext cx="731520" cy="731520"/>
              <a:chOff x="2016" y="1920"/>
              <a:chExt cx="1680" cy="1680"/>
            </a:xfrm>
          </p:grpSpPr>
          <p:sp>
            <p:nvSpPr>
              <p:cNvPr id="53340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41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" name="Text Box 24"/>
            <p:cNvSpPr txBox="1">
              <a:spLocks noChangeArrowheads="1"/>
            </p:cNvSpPr>
            <p:nvPr/>
          </p:nvSpPr>
          <p:spPr bwMode="gray">
            <a:xfrm>
              <a:off x="14477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5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8" name="Group 46"/>
          <p:cNvGrpSpPr>
            <a:grpSpLocks/>
          </p:cNvGrpSpPr>
          <p:nvPr/>
        </p:nvGrpSpPr>
        <p:grpSpPr bwMode="auto">
          <a:xfrm>
            <a:off x="1905000" y="5516563"/>
            <a:ext cx="731838" cy="731837"/>
            <a:chOff x="2209800" y="5364480"/>
            <a:chExt cx="731520" cy="731520"/>
          </a:xfrm>
        </p:grpSpPr>
        <p:grpSp>
          <p:nvGrpSpPr>
            <p:cNvPr id="53334" name="Group 11"/>
            <p:cNvGrpSpPr>
              <a:grpSpLocks/>
            </p:cNvGrpSpPr>
            <p:nvPr/>
          </p:nvGrpSpPr>
          <p:grpSpPr bwMode="auto">
            <a:xfrm>
              <a:off x="2209800" y="5364480"/>
              <a:ext cx="731520" cy="731520"/>
              <a:chOff x="2016" y="1920"/>
              <a:chExt cx="1680" cy="1680"/>
            </a:xfrm>
          </p:grpSpPr>
          <p:sp>
            <p:nvSpPr>
              <p:cNvPr id="53336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37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3" name="Text Box 24"/>
            <p:cNvSpPr txBox="1">
              <a:spLocks noChangeArrowheads="1"/>
            </p:cNvSpPr>
            <p:nvPr/>
          </p:nvSpPr>
          <p:spPr bwMode="gray">
            <a:xfrm>
              <a:off x="22859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1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10" name="Group 69"/>
          <p:cNvGrpSpPr>
            <a:grpSpLocks/>
          </p:cNvGrpSpPr>
          <p:nvPr/>
        </p:nvGrpSpPr>
        <p:grpSpPr bwMode="auto">
          <a:xfrm>
            <a:off x="2743200" y="5516563"/>
            <a:ext cx="731838" cy="731837"/>
            <a:chOff x="3048000" y="5364480"/>
            <a:chExt cx="731520" cy="731520"/>
          </a:xfrm>
        </p:grpSpPr>
        <p:grpSp>
          <p:nvGrpSpPr>
            <p:cNvPr id="53330" name="Group 11"/>
            <p:cNvGrpSpPr>
              <a:grpSpLocks/>
            </p:cNvGrpSpPr>
            <p:nvPr/>
          </p:nvGrpSpPr>
          <p:grpSpPr bwMode="auto">
            <a:xfrm>
              <a:off x="3048000" y="5364480"/>
              <a:ext cx="731520" cy="731520"/>
              <a:chOff x="2016" y="1920"/>
              <a:chExt cx="1680" cy="1680"/>
            </a:xfrm>
          </p:grpSpPr>
          <p:sp>
            <p:nvSpPr>
              <p:cNvPr id="53332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33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2" name="Text Box 24"/>
            <p:cNvSpPr txBox="1">
              <a:spLocks noChangeArrowheads="1"/>
            </p:cNvSpPr>
            <p:nvPr/>
          </p:nvSpPr>
          <p:spPr bwMode="gray">
            <a:xfrm>
              <a:off x="31241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8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12" name="Group 74"/>
          <p:cNvGrpSpPr>
            <a:grpSpLocks/>
          </p:cNvGrpSpPr>
          <p:nvPr/>
        </p:nvGrpSpPr>
        <p:grpSpPr bwMode="auto">
          <a:xfrm>
            <a:off x="4419600" y="5516563"/>
            <a:ext cx="731838" cy="731837"/>
            <a:chOff x="4724400" y="5364480"/>
            <a:chExt cx="731520" cy="731520"/>
          </a:xfrm>
        </p:grpSpPr>
        <p:grpSp>
          <p:nvGrpSpPr>
            <p:cNvPr id="53326" name="Group 11"/>
            <p:cNvGrpSpPr>
              <a:grpSpLocks/>
            </p:cNvGrpSpPr>
            <p:nvPr/>
          </p:nvGrpSpPr>
          <p:grpSpPr bwMode="auto">
            <a:xfrm>
              <a:off x="4724400" y="5364480"/>
              <a:ext cx="731520" cy="731520"/>
              <a:chOff x="2016" y="1920"/>
              <a:chExt cx="1680" cy="1680"/>
            </a:xfrm>
          </p:grpSpPr>
          <p:sp>
            <p:nvSpPr>
              <p:cNvPr id="53328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29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7" name="Text Box 24"/>
            <p:cNvSpPr txBox="1">
              <a:spLocks noChangeArrowheads="1"/>
            </p:cNvSpPr>
            <p:nvPr/>
          </p:nvSpPr>
          <p:spPr bwMode="gray">
            <a:xfrm>
              <a:off x="48005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6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80" name="Text Box 24"/>
          <p:cNvSpPr txBox="1">
            <a:spLocks noChangeArrowheads="1"/>
          </p:cNvSpPr>
          <p:nvPr/>
        </p:nvSpPr>
        <p:spPr bwMode="gray">
          <a:xfrm>
            <a:off x="1066800" y="4419600"/>
            <a:ext cx="76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tạm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14" name="Group 72"/>
          <p:cNvGrpSpPr>
            <a:grpSpLocks/>
          </p:cNvGrpSpPr>
          <p:nvPr/>
        </p:nvGrpSpPr>
        <p:grpSpPr bwMode="auto">
          <a:xfrm>
            <a:off x="1905000" y="4191000"/>
            <a:ext cx="731838" cy="731838"/>
            <a:chOff x="2209800" y="4038600"/>
            <a:chExt cx="731520" cy="731520"/>
          </a:xfrm>
        </p:grpSpPr>
        <p:grpSp>
          <p:nvGrpSpPr>
            <p:cNvPr id="53322" name="Group 26"/>
            <p:cNvGrpSpPr>
              <a:grpSpLocks/>
            </p:cNvGrpSpPr>
            <p:nvPr/>
          </p:nvGrpSpPr>
          <p:grpSpPr bwMode="auto">
            <a:xfrm>
              <a:off x="2209800" y="4038600"/>
              <a:ext cx="731520" cy="731520"/>
              <a:chOff x="2016" y="1920"/>
              <a:chExt cx="1680" cy="1680"/>
            </a:xfrm>
          </p:grpSpPr>
          <p:sp>
            <p:nvSpPr>
              <p:cNvPr id="53324" name="Oval 27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FA8228"/>
                  </a:gs>
                  <a:gs pos="100000">
                    <a:srgbClr val="80431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25" name="Freeform 28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FA8228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3" name="Text Box 24"/>
            <p:cNvSpPr txBox="1">
              <a:spLocks noChangeArrowheads="1"/>
            </p:cNvSpPr>
            <p:nvPr/>
          </p:nvSpPr>
          <p:spPr bwMode="gray">
            <a:xfrm>
              <a:off x="2301835" y="4236952"/>
              <a:ext cx="533168" cy="2761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16" name="Group 72"/>
          <p:cNvGrpSpPr>
            <a:grpSpLocks/>
          </p:cNvGrpSpPr>
          <p:nvPr/>
        </p:nvGrpSpPr>
        <p:grpSpPr bwMode="auto">
          <a:xfrm>
            <a:off x="1905000" y="4191000"/>
            <a:ext cx="731838" cy="731838"/>
            <a:chOff x="2209800" y="4038600"/>
            <a:chExt cx="731520" cy="731520"/>
          </a:xfrm>
        </p:grpSpPr>
        <p:grpSp>
          <p:nvGrpSpPr>
            <p:cNvPr id="53318" name="Group 26"/>
            <p:cNvGrpSpPr>
              <a:grpSpLocks/>
            </p:cNvGrpSpPr>
            <p:nvPr/>
          </p:nvGrpSpPr>
          <p:grpSpPr bwMode="auto">
            <a:xfrm>
              <a:off x="2209800" y="4038600"/>
              <a:ext cx="731520" cy="731520"/>
              <a:chOff x="2016" y="1920"/>
              <a:chExt cx="1680" cy="1680"/>
            </a:xfrm>
          </p:grpSpPr>
          <p:sp>
            <p:nvSpPr>
              <p:cNvPr id="53320" name="Oval 27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FA8228"/>
                  </a:gs>
                  <a:gs pos="100000">
                    <a:srgbClr val="80431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21" name="Freeform 28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FA8228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8" name="Text Box 24"/>
            <p:cNvSpPr txBox="1">
              <a:spLocks noChangeArrowheads="1"/>
            </p:cNvSpPr>
            <p:nvPr/>
          </p:nvSpPr>
          <p:spPr bwMode="gray">
            <a:xfrm>
              <a:off x="2301835" y="4236952"/>
              <a:ext cx="533168" cy="3808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5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18" name="Group 90"/>
          <p:cNvGrpSpPr>
            <a:grpSpLocks/>
          </p:cNvGrpSpPr>
          <p:nvPr/>
        </p:nvGrpSpPr>
        <p:grpSpPr bwMode="auto">
          <a:xfrm>
            <a:off x="1066800" y="6261100"/>
            <a:ext cx="762000" cy="615950"/>
            <a:chOff x="1371600" y="6108700"/>
            <a:chExt cx="762000" cy="616010"/>
          </a:xfrm>
        </p:grpSpPr>
        <p:sp>
          <p:nvSpPr>
            <p:cNvPr id="53316" name="Text Box 24"/>
            <p:cNvSpPr txBox="1">
              <a:spLocks noChangeArrowheads="1"/>
            </p:cNvSpPr>
            <p:nvPr/>
          </p:nvSpPr>
          <p:spPr bwMode="gray">
            <a:xfrm>
              <a:off x="1371600" y="6324600"/>
              <a:ext cx="762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b="1">
                  <a:solidFill>
                    <a:srgbClr val="FF0000"/>
                  </a:solidFill>
                  <a:latin typeface="Tahoma" pitchFamily="34" charset="0"/>
                  <a:cs typeface="Tahoma" pitchFamily="34" charset="0"/>
                </a:rPr>
                <a:t>i</a:t>
              </a:r>
              <a:endParaRPr lang="en-US" sz="2000" b="1" baseline="-25000">
                <a:solidFill>
                  <a:srgbClr val="FF0000"/>
                </a:solidFill>
                <a:latin typeface="Tahoma" pitchFamily="34" charset="0"/>
                <a:cs typeface="Tahoma" pitchFamily="34" charset="0"/>
              </a:endParaRPr>
            </a:p>
          </p:txBody>
        </p:sp>
        <p:cxnSp>
          <p:nvCxnSpPr>
            <p:cNvPr id="93" name="Straight Arrow Connector 92"/>
            <p:cNvCxnSpPr/>
            <p:nvPr/>
          </p:nvCxnSpPr>
          <p:spPr>
            <a:xfrm rot="5400000" flipH="1" flipV="1">
              <a:off x="1608123" y="6253177"/>
              <a:ext cx="290541" cy="1588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93"/>
          <p:cNvGrpSpPr>
            <a:grpSpLocks/>
          </p:cNvGrpSpPr>
          <p:nvPr/>
        </p:nvGrpSpPr>
        <p:grpSpPr bwMode="auto">
          <a:xfrm>
            <a:off x="1905000" y="6261100"/>
            <a:ext cx="762000" cy="615950"/>
            <a:chOff x="2209800" y="6108700"/>
            <a:chExt cx="762000" cy="616010"/>
          </a:xfrm>
        </p:grpSpPr>
        <p:sp>
          <p:nvSpPr>
            <p:cNvPr id="53314" name="Text Box 24"/>
            <p:cNvSpPr txBox="1">
              <a:spLocks noChangeArrowheads="1"/>
            </p:cNvSpPr>
            <p:nvPr/>
          </p:nvSpPr>
          <p:spPr bwMode="gray">
            <a:xfrm>
              <a:off x="2209800" y="6324600"/>
              <a:ext cx="762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b="1">
                  <a:solidFill>
                    <a:srgbClr val="FF0000"/>
                  </a:solidFill>
                  <a:latin typeface="Tahoma" pitchFamily="34" charset="0"/>
                  <a:cs typeface="Tahoma" pitchFamily="34" charset="0"/>
                </a:rPr>
                <a:t>j</a:t>
              </a:r>
              <a:endParaRPr lang="en-US" sz="2000" b="1" baseline="-25000">
                <a:solidFill>
                  <a:srgbClr val="FF0000"/>
                </a:solidFill>
                <a:latin typeface="Tahoma" pitchFamily="34" charset="0"/>
                <a:cs typeface="Tahoma" pitchFamily="34" charset="0"/>
              </a:endParaRPr>
            </a:p>
          </p:txBody>
        </p:sp>
        <p:cxnSp>
          <p:nvCxnSpPr>
            <p:cNvPr id="96" name="Straight Arrow Connector 95"/>
            <p:cNvCxnSpPr/>
            <p:nvPr/>
          </p:nvCxnSpPr>
          <p:spPr>
            <a:xfrm rot="5400000" flipH="1" flipV="1">
              <a:off x="2446323" y="6253177"/>
              <a:ext cx="290541" cy="1588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72"/>
          <p:cNvGrpSpPr>
            <a:grpSpLocks/>
          </p:cNvGrpSpPr>
          <p:nvPr/>
        </p:nvGrpSpPr>
        <p:grpSpPr bwMode="auto">
          <a:xfrm>
            <a:off x="1905000" y="4191000"/>
            <a:ext cx="731838" cy="731838"/>
            <a:chOff x="2209800" y="4038600"/>
            <a:chExt cx="731520" cy="731520"/>
          </a:xfrm>
        </p:grpSpPr>
        <p:grpSp>
          <p:nvGrpSpPr>
            <p:cNvPr id="53310" name="Group 26"/>
            <p:cNvGrpSpPr>
              <a:grpSpLocks/>
            </p:cNvGrpSpPr>
            <p:nvPr/>
          </p:nvGrpSpPr>
          <p:grpSpPr bwMode="auto">
            <a:xfrm>
              <a:off x="2209800" y="4038600"/>
              <a:ext cx="731520" cy="731520"/>
              <a:chOff x="2016" y="1920"/>
              <a:chExt cx="1680" cy="1680"/>
            </a:xfrm>
          </p:grpSpPr>
          <p:sp>
            <p:nvSpPr>
              <p:cNvPr id="53312" name="Oval 27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FA8228"/>
                  </a:gs>
                  <a:gs pos="100000">
                    <a:srgbClr val="80431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13" name="Freeform 28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FA8228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9" name="Text Box 24"/>
            <p:cNvSpPr txBox="1">
              <a:spLocks noChangeArrowheads="1"/>
            </p:cNvSpPr>
            <p:nvPr/>
          </p:nvSpPr>
          <p:spPr bwMode="gray">
            <a:xfrm>
              <a:off x="2301835" y="4236952"/>
              <a:ext cx="533168" cy="3808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8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102" name="Freeform 5"/>
          <p:cNvSpPr>
            <a:spLocks/>
          </p:cNvSpPr>
          <p:nvPr/>
        </p:nvSpPr>
        <p:spPr bwMode="gray">
          <a:xfrm rot="20425042" flipH="1" flipV="1">
            <a:off x="1317625" y="4676775"/>
            <a:ext cx="849313" cy="736600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191" y="591"/>
              </a:cxn>
              <a:cxn ang="0">
                <a:pos x="190" y="672"/>
              </a:cxn>
              <a:cxn ang="0">
                <a:pos x="194" y="672"/>
              </a:cxn>
              <a:cxn ang="0">
                <a:pos x="205" y="672"/>
              </a:cxn>
              <a:cxn ang="0">
                <a:pos x="225" y="671"/>
              </a:cxn>
              <a:cxn ang="0">
                <a:pos x="250" y="667"/>
              </a:cxn>
              <a:cxn ang="0">
                <a:pos x="281" y="662"/>
              </a:cxn>
              <a:cxn ang="0">
                <a:pos x="316" y="653"/>
              </a:cxn>
              <a:cxn ang="0">
                <a:pos x="356" y="641"/>
              </a:cxn>
              <a:cxn ang="0">
                <a:pos x="399" y="626"/>
              </a:cxn>
              <a:cxn ang="0">
                <a:pos x="444" y="605"/>
              </a:cxn>
              <a:cxn ang="0">
                <a:pos x="492" y="578"/>
              </a:cxn>
              <a:cxn ang="0">
                <a:pos x="540" y="547"/>
              </a:cxn>
              <a:cxn ang="0">
                <a:pos x="587" y="508"/>
              </a:cxn>
              <a:cxn ang="0">
                <a:pos x="635" y="463"/>
              </a:cxn>
              <a:cxn ang="0">
                <a:pos x="689" y="405"/>
              </a:cxn>
              <a:cxn ang="0">
                <a:pos x="737" y="350"/>
              </a:cxn>
              <a:cxn ang="0">
                <a:pos x="780" y="298"/>
              </a:cxn>
              <a:cxn ang="0">
                <a:pos x="816" y="249"/>
              </a:cxn>
              <a:cxn ang="0">
                <a:pos x="847" y="204"/>
              </a:cxn>
              <a:cxn ang="0">
                <a:pos x="873" y="164"/>
              </a:cxn>
              <a:cxn ang="0">
                <a:pos x="895" y="126"/>
              </a:cxn>
              <a:cxn ang="0">
                <a:pos x="913" y="94"/>
              </a:cxn>
              <a:cxn ang="0">
                <a:pos x="926" y="66"/>
              </a:cxn>
              <a:cxn ang="0">
                <a:pos x="936" y="42"/>
              </a:cxn>
              <a:cxn ang="0">
                <a:pos x="944" y="24"/>
              </a:cxn>
              <a:cxn ang="0">
                <a:pos x="949" y="12"/>
              </a:cxn>
              <a:cxn ang="0">
                <a:pos x="952" y="2"/>
              </a:cxn>
              <a:cxn ang="0">
                <a:pos x="952" y="0"/>
              </a:cxn>
              <a:cxn ang="0">
                <a:pos x="952" y="4"/>
              </a:cxn>
              <a:cxn ang="0">
                <a:pos x="950" y="17"/>
              </a:cxn>
              <a:cxn ang="0">
                <a:pos x="948" y="36"/>
              </a:cxn>
              <a:cxn ang="0">
                <a:pos x="942" y="62"/>
              </a:cxn>
              <a:cxn ang="0">
                <a:pos x="936" y="93"/>
              </a:cxn>
              <a:cxn ang="0">
                <a:pos x="927" y="130"/>
              </a:cxn>
              <a:cxn ang="0">
                <a:pos x="914" y="172"/>
              </a:cxn>
              <a:cxn ang="0">
                <a:pos x="899" y="217"/>
              </a:cxn>
              <a:cxn ang="0">
                <a:pos x="881" y="264"/>
              </a:cxn>
              <a:cxn ang="0">
                <a:pos x="857" y="315"/>
              </a:cxn>
              <a:cxn ang="0">
                <a:pos x="830" y="368"/>
              </a:cxn>
              <a:cxn ang="0">
                <a:pos x="798" y="421"/>
              </a:cxn>
              <a:cxn ang="0">
                <a:pos x="762" y="475"/>
              </a:cxn>
              <a:cxn ang="0">
                <a:pos x="719" y="529"/>
              </a:cxn>
              <a:cxn ang="0">
                <a:pos x="671" y="582"/>
              </a:cxn>
              <a:cxn ang="0">
                <a:pos x="613" y="637"/>
              </a:cxn>
              <a:cxn ang="0">
                <a:pos x="555" y="685"/>
              </a:cxn>
              <a:cxn ang="0">
                <a:pos x="500" y="726"/>
              </a:cxn>
              <a:cxn ang="0">
                <a:pos x="447" y="761"/>
              </a:cxn>
              <a:cxn ang="0">
                <a:pos x="396" y="790"/>
              </a:cxn>
              <a:cxn ang="0">
                <a:pos x="350" y="813"/>
              </a:cxn>
              <a:cxn ang="0">
                <a:pos x="307" y="831"/>
              </a:cxn>
              <a:cxn ang="0">
                <a:pos x="270" y="845"/>
              </a:cxn>
              <a:cxn ang="0">
                <a:pos x="238" y="855"/>
              </a:cxn>
              <a:cxn ang="0">
                <a:pos x="212" y="862"/>
              </a:cxn>
              <a:cxn ang="0">
                <a:pos x="192" y="866"/>
              </a:cxn>
              <a:cxn ang="0">
                <a:pos x="181" y="868"/>
              </a:cxn>
              <a:cxn ang="0">
                <a:pos x="176" y="868"/>
              </a:cxn>
              <a:cxn ang="0">
                <a:pos x="167" y="947"/>
              </a:cxn>
              <a:cxn ang="0">
                <a:pos x="0" y="756"/>
              </a:cxn>
            </a:cxnLst>
            <a:rect l="0" t="0" r="r" b="b"/>
            <a:pathLst>
              <a:path w="952" h="947">
                <a:moveTo>
                  <a:pt x="0" y="756"/>
                </a:moveTo>
                <a:lnTo>
                  <a:pt x="191" y="591"/>
                </a:lnTo>
                <a:lnTo>
                  <a:pt x="190" y="672"/>
                </a:lnTo>
                <a:lnTo>
                  <a:pt x="194" y="672"/>
                </a:lnTo>
                <a:lnTo>
                  <a:pt x="205" y="672"/>
                </a:lnTo>
                <a:lnTo>
                  <a:pt x="225" y="671"/>
                </a:lnTo>
                <a:lnTo>
                  <a:pt x="250" y="667"/>
                </a:lnTo>
                <a:lnTo>
                  <a:pt x="281" y="662"/>
                </a:lnTo>
                <a:lnTo>
                  <a:pt x="316" y="653"/>
                </a:lnTo>
                <a:lnTo>
                  <a:pt x="356" y="641"/>
                </a:lnTo>
                <a:lnTo>
                  <a:pt x="399" y="626"/>
                </a:lnTo>
                <a:lnTo>
                  <a:pt x="444" y="605"/>
                </a:lnTo>
                <a:lnTo>
                  <a:pt x="492" y="578"/>
                </a:lnTo>
                <a:lnTo>
                  <a:pt x="540" y="547"/>
                </a:lnTo>
                <a:lnTo>
                  <a:pt x="587" y="508"/>
                </a:lnTo>
                <a:lnTo>
                  <a:pt x="635" y="463"/>
                </a:lnTo>
                <a:lnTo>
                  <a:pt x="689" y="405"/>
                </a:lnTo>
                <a:lnTo>
                  <a:pt x="737" y="350"/>
                </a:lnTo>
                <a:lnTo>
                  <a:pt x="780" y="298"/>
                </a:lnTo>
                <a:lnTo>
                  <a:pt x="816" y="249"/>
                </a:lnTo>
                <a:lnTo>
                  <a:pt x="847" y="204"/>
                </a:lnTo>
                <a:lnTo>
                  <a:pt x="873" y="164"/>
                </a:lnTo>
                <a:lnTo>
                  <a:pt x="895" y="126"/>
                </a:lnTo>
                <a:lnTo>
                  <a:pt x="913" y="94"/>
                </a:lnTo>
                <a:lnTo>
                  <a:pt x="926" y="66"/>
                </a:lnTo>
                <a:lnTo>
                  <a:pt x="936" y="42"/>
                </a:lnTo>
                <a:lnTo>
                  <a:pt x="944" y="24"/>
                </a:lnTo>
                <a:lnTo>
                  <a:pt x="949" y="12"/>
                </a:lnTo>
                <a:lnTo>
                  <a:pt x="952" y="2"/>
                </a:lnTo>
                <a:lnTo>
                  <a:pt x="952" y="0"/>
                </a:lnTo>
                <a:lnTo>
                  <a:pt x="952" y="4"/>
                </a:lnTo>
                <a:lnTo>
                  <a:pt x="950" y="17"/>
                </a:lnTo>
                <a:lnTo>
                  <a:pt x="948" y="36"/>
                </a:lnTo>
                <a:lnTo>
                  <a:pt x="942" y="62"/>
                </a:lnTo>
                <a:lnTo>
                  <a:pt x="936" y="93"/>
                </a:lnTo>
                <a:lnTo>
                  <a:pt x="927" y="130"/>
                </a:lnTo>
                <a:lnTo>
                  <a:pt x="914" y="172"/>
                </a:lnTo>
                <a:lnTo>
                  <a:pt x="899" y="217"/>
                </a:lnTo>
                <a:lnTo>
                  <a:pt x="881" y="264"/>
                </a:lnTo>
                <a:lnTo>
                  <a:pt x="857" y="315"/>
                </a:lnTo>
                <a:lnTo>
                  <a:pt x="830" y="368"/>
                </a:lnTo>
                <a:lnTo>
                  <a:pt x="798" y="421"/>
                </a:lnTo>
                <a:lnTo>
                  <a:pt x="762" y="475"/>
                </a:lnTo>
                <a:lnTo>
                  <a:pt x="719" y="529"/>
                </a:lnTo>
                <a:lnTo>
                  <a:pt x="671" y="582"/>
                </a:lnTo>
                <a:lnTo>
                  <a:pt x="613" y="637"/>
                </a:lnTo>
                <a:lnTo>
                  <a:pt x="555" y="685"/>
                </a:lnTo>
                <a:lnTo>
                  <a:pt x="500" y="726"/>
                </a:lnTo>
                <a:lnTo>
                  <a:pt x="447" y="761"/>
                </a:lnTo>
                <a:lnTo>
                  <a:pt x="396" y="790"/>
                </a:lnTo>
                <a:lnTo>
                  <a:pt x="350" y="813"/>
                </a:lnTo>
                <a:lnTo>
                  <a:pt x="307" y="831"/>
                </a:lnTo>
                <a:lnTo>
                  <a:pt x="270" y="845"/>
                </a:lnTo>
                <a:lnTo>
                  <a:pt x="238" y="855"/>
                </a:lnTo>
                <a:lnTo>
                  <a:pt x="212" y="862"/>
                </a:lnTo>
                <a:lnTo>
                  <a:pt x="192" y="866"/>
                </a:lnTo>
                <a:lnTo>
                  <a:pt x="181" y="868"/>
                </a:lnTo>
                <a:lnTo>
                  <a:pt x="176" y="868"/>
                </a:lnTo>
                <a:lnTo>
                  <a:pt x="167" y="947"/>
                </a:lnTo>
                <a:lnTo>
                  <a:pt x="0" y="75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3366FF"/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03" name="Freeform 5"/>
          <p:cNvSpPr>
            <a:spLocks/>
          </p:cNvSpPr>
          <p:nvPr/>
        </p:nvSpPr>
        <p:spPr bwMode="gray">
          <a:xfrm rot="19441766" flipV="1">
            <a:off x="1473200" y="5187950"/>
            <a:ext cx="728663" cy="584200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191" y="591"/>
              </a:cxn>
              <a:cxn ang="0">
                <a:pos x="190" y="672"/>
              </a:cxn>
              <a:cxn ang="0">
                <a:pos x="194" y="672"/>
              </a:cxn>
              <a:cxn ang="0">
                <a:pos x="205" y="672"/>
              </a:cxn>
              <a:cxn ang="0">
                <a:pos x="225" y="671"/>
              </a:cxn>
              <a:cxn ang="0">
                <a:pos x="250" y="667"/>
              </a:cxn>
              <a:cxn ang="0">
                <a:pos x="281" y="662"/>
              </a:cxn>
              <a:cxn ang="0">
                <a:pos x="316" y="653"/>
              </a:cxn>
              <a:cxn ang="0">
                <a:pos x="356" y="641"/>
              </a:cxn>
              <a:cxn ang="0">
                <a:pos x="399" y="626"/>
              </a:cxn>
              <a:cxn ang="0">
                <a:pos x="444" y="605"/>
              </a:cxn>
              <a:cxn ang="0">
                <a:pos x="492" y="578"/>
              </a:cxn>
              <a:cxn ang="0">
                <a:pos x="540" y="547"/>
              </a:cxn>
              <a:cxn ang="0">
                <a:pos x="587" y="508"/>
              </a:cxn>
              <a:cxn ang="0">
                <a:pos x="635" y="463"/>
              </a:cxn>
              <a:cxn ang="0">
                <a:pos x="689" y="405"/>
              </a:cxn>
              <a:cxn ang="0">
                <a:pos x="737" y="350"/>
              </a:cxn>
              <a:cxn ang="0">
                <a:pos x="780" y="298"/>
              </a:cxn>
              <a:cxn ang="0">
                <a:pos x="816" y="249"/>
              </a:cxn>
              <a:cxn ang="0">
                <a:pos x="847" y="204"/>
              </a:cxn>
              <a:cxn ang="0">
                <a:pos x="873" y="164"/>
              </a:cxn>
              <a:cxn ang="0">
                <a:pos x="895" y="126"/>
              </a:cxn>
              <a:cxn ang="0">
                <a:pos x="913" y="94"/>
              </a:cxn>
              <a:cxn ang="0">
                <a:pos x="926" y="66"/>
              </a:cxn>
              <a:cxn ang="0">
                <a:pos x="936" y="42"/>
              </a:cxn>
              <a:cxn ang="0">
                <a:pos x="944" y="24"/>
              </a:cxn>
              <a:cxn ang="0">
                <a:pos x="949" y="12"/>
              </a:cxn>
              <a:cxn ang="0">
                <a:pos x="952" y="2"/>
              </a:cxn>
              <a:cxn ang="0">
                <a:pos x="952" y="0"/>
              </a:cxn>
              <a:cxn ang="0">
                <a:pos x="952" y="4"/>
              </a:cxn>
              <a:cxn ang="0">
                <a:pos x="950" y="17"/>
              </a:cxn>
              <a:cxn ang="0">
                <a:pos x="948" y="36"/>
              </a:cxn>
              <a:cxn ang="0">
                <a:pos x="942" y="62"/>
              </a:cxn>
              <a:cxn ang="0">
                <a:pos x="936" y="93"/>
              </a:cxn>
              <a:cxn ang="0">
                <a:pos x="927" y="130"/>
              </a:cxn>
              <a:cxn ang="0">
                <a:pos x="914" y="172"/>
              </a:cxn>
              <a:cxn ang="0">
                <a:pos x="899" y="217"/>
              </a:cxn>
              <a:cxn ang="0">
                <a:pos x="881" y="264"/>
              </a:cxn>
              <a:cxn ang="0">
                <a:pos x="857" y="315"/>
              </a:cxn>
              <a:cxn ang="0">
                <a:pos x="830" y="368"/>
              </a:cxn>
              <a:cxn ang="0">
                <a:pos x="798" y="421"/>
              </a:cxn>
              <a:cxn ang="0">
                <a:pos x="762" y="475"/>
              </a:cxn>
              <a:cxn ang="0">
                <a:pos x="719" y="529"/>
              </a:cxn>
              <a:cxn ang="0">
                <a:pos x="671" y="582"/>
              </a:cxn>
              <a:cxn ang="0">
                <a:pos x="613" y="637"/>
              </a:cxn>
              <a:cxn ang="0">
                <a:pos x="555" y="685"/>
              </a:cxn>
              <a:cxn ang="0">
                <a:pos x="500" y="726"/>
              </a:cxn>
              <a:cxn ang="0">
                <a:pos x="447" y="761"/>
              </a:cxn>
              <a:cxn ang="0">
                <a:pos x="396" y="790"/>
              </a:cxn>
              <a:cxn ang="0">
                <a:pos x="350" y="813"/>
              </a:cxn>
              <a:cxn ang="0">
                <a:pos x="307" y="831"/>
              </a:cxn>
              <a:cxn ang="0">
                <a:pos x="270" y="845"/>
              </a:cxn>
              <a:cxn ang="0">
                <a:pos x="238" y="855"/>
              </a:cxn>
              <a:cxn ang="0">
                <a:pos x="212" y="862"/>
              </a:cxn>
              <a:cxn ang="0">
                <a:pos x="192" y="866"/>
              </a:cxn>
              <a:cxn ang="0">
                <a:pos x="181" y="868"/>
              </a:cxn>
              <a:cxn ang="0">
                <a:pos x="176" y="868"/>
              </a:cxn>
              <a:cxn ang="0">
                <a:pos x="167" y="947"/>
              </a:cxn>
              <a:cxn ang="0">
                <a:pos x="0" y="756"/>
              </a:cxn>
            </a:cxnLst>
            <a:rect l="0" t="0" r="r" b="b"/>
            <a:pathLst>
              <a:path w="952" h="947">
                <a:moveTo>
                  <a:pt x="0" y="756"/>
                </a:moveTo>
                <a:lnTo>
                  <a:pt x="191" y="591"/>
                </a:lnTo>
                <a:lnTo>
                  <a:pt x="190" y="672"/>
                </a:lnTo>
                <a:lnTo>
                  <a:pt x="194" y="672"/>
                </a:lnTo>
                <a:lnTo>
                  <a:pt x="205" y="672"/>
                </a:lnTo>
                <a:lnTo>
                  <a:pt x="225" y="671"/>
                </a:lnTo>
                <a:lnTo>
                  <a:pt x="250" y="667"/>
                </a:lnTo>
                <a:lnTo>
                  <a:pt x="281" y="662"/>
                </a:lnTo>
                <a:lnTo>
                  <a:pt x="316" y="653"/>
                </a:lnTo>
                <a:lnTo>
                  <a:pt x="356" y="641"/>
                </a:lnTo>
                <a:lnTo>
                  <a:pt x="399" y="626"/>
                </a:lnTo>
                <a:lnTo>
                  <a:pt x="444" y="605"/>
                </a:lnTo>
                <a:lnTo>
                  <a:pt x="492" y="578"/>
                </a:lnTo>
                <a:lnTo>
                  <a:pt x="540" y="547"/>
                </a:lnTo>
                <a:lnTo>
                  <a:pt x="587" y="508"/>
                </a:lnTo>
                <a:lnTo>
                  <a:pt x="635" y="463"/>
                </a:lnTo>
                <a:lnTo>
                  <a:pt x="689" y="405"/>
                </a:lnTo>
                <a:lnTo>
                  <a:pt x="737" y="350"/>
                </a:lnTo>
                <a:lnTo>
                  <a:pt x="780" y="298"/>
                </a:lnTo>
                <a:lnTo>
                  <a:pt x="816" y="249"/>
                </a:lnTo>
                <a:lnTo>
                  <a:pt x="847" y="204"/>
                </a:lnTo>
                <a:lnTo>
                  <a:pt x="873" y="164"/>
                </a:lnTo>
                <a:lnTo>
                  <a:pt x="895" y="126"/>
                </a:lnTo>
                <a:lnTo>
                  <a:pt x="913" y="94"/>
                </a:lnTo>
                <a:lnTo>
                  <a:pt x="926" y="66"/>
                </a:lnTo>
                <a:lnTo>
                  <a:pt x="936" y="42"/>
                </a:lnTo>
                <a:lnTo>
                  <a:pt x="944" y="24"/>
                </a:lnTo>
                <a:lnTo>
                  <a:pt x="949" y="12"/>
                </a:lnTo>
                <a:lnTo>
                  <a:pt x="952" y="2"/>
                </a:lnTo>
                <a:lnTo>
                  <a:pt x="952" y="0"/>
                </a:lnTo>
                <a:lnTo>
                  <a:pt x="952" y="4"/>
                </a:lnTo>
                <a:lnTo>
                  <a:pt x="950" y="17"/>
                </a:lnTo>
                <a:lnTo>
                  <a:pt x="948" y="36"/>
                </a:lnTo>
                <a:lnTo>
                  <a:pt x="942" y="62"/>
                </a:lnTo>
                <a:lnTo>
                  <a:pt x="936" y="93"/>
                </a:lnTo>
                <a:lnTo>
                  <a:pt x="927" y="130"/>
                </a:lnTo>
                <a:lnTo>
                  <a:pt x="914" y="172"/>
                </a:lnTo>
                <a:lnTo>
                  <a:pt x="899" y="217"/>
                </a:lnTo>
                <a:lnTo>
                  <a:pt x="881" y="264"/>
                </a:lnTo>
                <a:lnTo>
                  <a:pt x="857" y="315"/>
                </a:lnTo>
                <a:lnTo>
                  <a:pt x="830" y="368"/>
                </a:lnTo>
                <a:lnTo>
                  <a:pt x="798" y="421"/>
                </a:lnTo>
                <a:lnTo>
                  <a:pt x="762" y="475"/>
                </a:lnTo>
                <a:lnTo>
                  <a:pt x="719" y="529"/>
                </a:lnTo>
                <a:lnTo>
                  <a:pt x="671" y="582"/>
                </a:lnTo>
                <a:lnTo>
                  <a:pt x="613" y="637"/>
                </a:lnTo>
                <a:lnTo>
                  <a:pt x="555" y="685"/>
                </a:lnTo>
                <a:lnTo>
                  <a:pt x="500" y="726"/>
                </a:lnTo>
                <a:lnTo>
                  <a:pt x="447" y="761"/>
                </a:lnTo>
                <a:lnTo>
                  <a:pt x="396" y="790"/>
                </a:lnTo>
                <a:lnTo>
                  <a:pt x="350" y="813"/>
                </a:lnTo>
                <a:lnTo>
                  <a:pt x="307" y="831"/>
                </a:lnTo>
                <a:lnTo>
                  <a:pt x="270" y="845"/>
                </a:lnTo>
                <a:lnTo>
                  <a:pt x="238" y="855"/>
                </a:lnTo>
                <a:lnTo>
                  <a:pt x="212" y="862"/>
                </a:lnTo>
                <a:lnTo>
                  <a:pt x="192" y="866"/>
                </a:lnTo>
                <a:lnTo>
                  <a:pt x="181" y="868"/>
                </a:lnTo>
                <a:lnTo>
                  <a:pt x="176" y="868"/>
                </a:lnTo>
                <a:lnTo>
                  <a:pt x="167" y="947"/>
                </a:lnTo>
                <a:lnTo>
                  <a:pt x="0" y="75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3366FF"/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grpSp>
        <p:nvGrpSpPr>
          <p:cNvPr id="22" name="Group 103"/>
          <p:cNvGrpSpPr>
            <a:grpSpLocks/>
          </p:cNvGrpSpPr>
          <p:nvPr/>
        </p:nvGrpSpPr>
        <p:grpSpPr bwMode="auto">
          <a:xfrm>
            <a:off x="1066800" y="5516563"/>
            <a:ext cx="731838" cy="731837"/>
            <a:chOff x="2209800" y="5364480"/>
            <a:chExt cx="731520" cy="731520"/>
          </a:xfrm>
        </p:grpSpPr>
        <p:grpSp>
          <p:nvGrpSpPr>
            <p:cNvPr id="53306" name="Group 11"/>
            <p:cNvGrpSpPr>
              <a:grpSpLocks/>
            </p:cNvGrpSpPr>
            <p:nvPr/>
          </p:nvGrpSpPr>
          <p:grpSpPr bwMode="auto">
            <a:xfrm>
              <a:off x="2209800" y="5364480"/>
              <a:ext cx="731520" cy="731520"/>
              <a:chOff x="2016" y="1920"/>
              <a:chExt cx="1680" cy="1680"/>
            </a:xfrm>
          </p:grpSpPr>
          <p:sp>
            <p:nvSpPr>
              <p:cNvPr id="53308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09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6" name="Text Box 24"/>
            <p:cNvSpPr txBox="1">
              <a:spLocks noChangeArrowheads="1"/>
            </p:cNvSpPr>
            <p:nvPr/>
          </p:nvSpPr>
          <p:spPr bwMode="gray">
            <a:xfrm>
              <a:off x="22859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1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109" name="Freeform 5"/>
          <p:cNvSpPr>
            <a:spLocks/>
          </p:cNvSpPr>
          <p:nvPr/>
        </p:nvSpPr>
        <p:spPr bwMode="gray">
          <a:xfrm rot="7886997" flipH="1" flipV="1">
            <a:off x="2189956" y="4764882"/>
            <a:ext cx="849313" cy="736600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191" y="591"/>
              </a:cxn>
              <a:cxn ang="0">
                <a:pos x="190" y="672"/>
              </a:cxn>
              <a:cxn ang="0">
                <a:pos x="194" y="672"/>
              </a:cxn>
              <a:cxn ang="0">
                <a:pos x="205" y="672"/>
              </a:cxn>
              <a:cxn ang="0">
                <a:pos x="225" y="671"/>
              </a:cxn>
              <a:cxn ang="0">
                <a:pos x="250" y="667"/>
              </a:cxn>
              <a:cxn ang="0">
                <a:pos x="281" y="662"/>
              </a:cxn>
              <a:cxn ang="0">
                <a:pos x="316" y="653"/>
              </a:cxn>
              <a:cxn ang="0">
                <a:pos x="356" y="641"/>
              </a:cxn>
              <a:cxn ang="0">
                <a:pos x="399" y="626"/>
              </a:cxn>
              <a:cxn ang="0">
                <a:pos x="444" y="605"/>
              </a:cxn>
              <a:cxn ang="0">
                <a:pos x="492" y="578"/>
              </a:cxn>
              <a:cxn ang="0">
                <a:pos x="540" y="547"/>
              </a:cxn>
              <a:cxn ang="0">
                <a:pos x="587" y="508"/>
              </a:cxn>
              <a:cxn ang="0">
                <a:pos x="635" y="463"/>
              </a:cxn>
              <a:cxn ang="0">
                <a:pos x="689" y="405"/>
              </a:cxn>
              <a:cxn ang="0">
                <a:pos x="737" y="350"/>
              </a:cxn>
              <a:cxn ang="0">
                <a:pos x="780" y="298"/>
              </a:cxn>
              <a:cxn ang="0">
                <a:pos x="816" y="249"/>
              </a:cxn>
              <a:cxn ang="0">
                <a:pos x="847" y="204"/>
              </a:cxn>
              <a:cxn ang="0">
                <a:pos x="873" y="164"/>
              </a:cxn>
              <a:cxn ang="0">
                <a:pos x="895" y="126"/>
              </a:cxn>
              <a:cxn ang="0">
                <a:pos x="913" y="94"/>
              </a:cxn>
              <a:cxn ang="0">
                <a:pos x="926" y="66"/>
              </a:cxn>
              <a:cxn ang="0">
                <a:pos x="936" y="42"/>
              </a:cxn>
              <a:cxn ang="0">
                <a:pos x="944" y="24"/>
              </a:cxn>
              <a:cxn ang="0">
                <a:pos x="949" y="12"/>
              </a:cxn>
              <a:cxn ang="0">
                <a:pos x="952" y="2"/>
              </a:cxn>
              <a:cxn ang="0">
                <a:pos x="952" y="0"/>
              </a:cxn>
              <a:cxn ang="0">
                <a:pos x="952" y="4"/>
              </a:cxn>
              <a:cxn ang="0">
                <a:pos x="950" y="17"/>
              </a:cxn>
              <a:cxn ang="0">
                <a:pos x="948" y="36"/>
              </a:cxn>
              <a:cxn ang="0">
                <a:pos x="942" y="62"/>
              </a:cxn>
              <a:cxn ang="0">
                <a:pos x="936" y="93"/>
              </a:cxn>
              <a:cxn ang="0">
                <a:pos x="927" y="130"/>
              </a:cxn>
              <a:cxn ang="0">
                <a:pos x="914" y="172"/>
              </a:cxn>
              <a:cxn ang="0">
                <a:pos x="899" y="217"/>
              </a:cxn>
              <a:cxn ang="0">
                <a:pos x="881" y="264"/>
              </a:cxn>
              <a:cxn ang="0">
                <a:pos x="857" y="315"/>
              </a:cxn>
              <a:cxn ang="0">
                <a:pos x="830" y="368"/>
              </a:cxn>
              <a:cxn ang="0">
                <a:pos x="798" y="421"/>
              </a:cxn>
              <a:cxn ang="0">
                <a:pos x="762" y="475"/>
              </a:cxn>
              <a:cxn ang="0">
                <a:pos x="719" y="529"/>
              </a:cxn>
              <a:cxn ang="0">
                <a:pos x="671" y="582"/>
              </a:cxn>
              <a:cxn ang="0">
                <a:pos x="613" y="637"/>
              </a:cxn>
              <a:cxn ang="0">
                <a:pos x="555" y="685"/>
              </a:cxn>
              <a:cxn ang="0">
                <a:pos x="500" y="726"/>
              </a:cxn>
              <a:cxn ang="0">
                <a:pos x="447" y="761"/>
              </a:cxn>
              <a:cxn ang="0">
                <a:pos x="396" y="790"/>
              </a:cxn>
              <a:cxn ang="0">
                <a:pos x="350" y="813"/>
              </a:cxn>
              <a:cxn ang="0">
                <a:pos x="307" y="831"/>
              </a:cxn>
              <a:cxn ang="0">
                <a:pos x="270" y="845"/>
              </a:cxn>
              <a:cxn ang="0">
                <a:pos x="238" y="855"/>
              </a:cxn>
              <a:cxn ang="0">
                <a:pos x="212" y="862"/>
              </a:cxn>
              <a:cxn ang="0">
                <a:pos x="192" y="866"/>
              </a:cxn>
              <a:cxn ang="0">
                <a:pos x="181" y="868"/>
              </a:cxn>
              <a:cxn ang="0">
                <a:pos x="176" y="868"/>
              </a:cxn>
              <a:cxn ang="0">
                <a:pos x="167" y="947"/>
              </a:cxn>
              <a:cxn ang="0">
                <a:pos x="0" y="756"/>
              </a:cxn>
            </a:cxnLst>
            <a:rect l="0" t="0" r="r" b="b"/>
            <a:pathLst>
              <a:path w="952" h="947">
                <a:moveTo>
                  <a:pt x="0" y="756"/>
                </a:moveTo>
                <a:lnTo>
                  <a:pt x="191" y="591"/>
                </a:lnTo>
                <a:lnTo>
                  <a:pt x="190" y="672"/>
                </a:lnTo>
                <a:lnTo>
                  <a:pt x="194" y="672"/>
                </a:lnTo>
                <a:lnTo>
                  <a:pt x="205" y="672"/>
                </a:lnTo>
                <a:lnTo>
                  <a:pt x="225" y="671"/>
                </a:lnTo>
                <a:lnTo>
                  <a:pt x="250" y="667"/>
                </a:lnTo>
                <a:lnTo>
                  <a:pt x="281" y="662"/>
                </a:lnTo>
                <a:lnTo>
                  <a:pt x="316" y="653"/>
                </a:lnTo>
                <a:lnTo>
                  <a:pt x="356" y="641"/>
                </a:lnTo>
                <a:lnTo>
                  <a:pt x="399" y="626"/>
                </a:lnTo>
                <a:lnTo>
                  <a:pt x="444" y="605"/>
                </a:lnTo>
                <a:lnTo>
                  <a:pt x="492" y="578"/>
                </a:lnTo>
                <a:lnTo>
                  <a:pt x="540" y="547"/>
                </a:lnTo>
                <a:lnTo>
                  <a:pt x="587" y="508"/>
                </a:lnTo>
                <a:lnTo>
                  <a:pt x="635" y="463"/>
                </a:lnTo>
                <a:lnTo>
                  <a:pt x="689" y="405"/>
                </a:lnTo>
                <a:lnTo>
                  <a:pt x="737" y="350"/>
                </a:lnTo>
                <a:lnTo>
                  <a:pt x="780" y="298"/>
                </a:lnTo>
                <a:lnTo>
                  <a:pt x="816" y="249"/>
                </a:lnTo>
                <a:lnTo>
                  <a:pt x="847" y="204"/>
                </a:lnTo>
                <a:lnTo>
                  <a:pt x="873" y="164"/>
                </a:lnTo>
                <a:lnTo>
                  <a:pt x="895" y="126"/>
                </a:lnTo>
                <a:lnTo>
                  <a:pt x="913" y="94"/>
                </a:lnTo>
                <a:lnTo>
                  <a:pt x="926" y="66"/>
                </a:lnTo>
                <a:lnTo>
                  <a:pt x="936" y="42"/>
                </a:lnTo>
                <a:lnTo>
                  <a:pt x="944" y="24"/>
                </a:lnTo>
                <a:lnTo>
                  <a:pt x="949" y="12"/>
                </a:lnTo>
                <a:lnTo>
                  <a:pt x="952" y="2"/>
                </a:lnTo>
                <a:lnTo>
                  <a:pt x="952" y="0"/>
                </a:lnTo>
                <a:lnTo>
                  <a:pt x="952" y="4"/>
                </a:lnTo>
                <a:lnTo>
                  <a:pt x="950" y="17"/>
                </a:lnTo>
                <a:lnTo>
                  <a:pt x="948" y="36"/>
                </a:lnTo>
                <a:lnTo>
                  <a:pt x="942" y="62"/>
                </a:lnTo>
                <a:lnTo>
                  <a:pt x="936" y="93"/>
                </a:lnTo>
                <a:lnTo>
                  <a:pt x="927" y="130"/>
                </a:lnTo>
                <a:lnTo>
                  <a:pt x="914" y="172"/>
                </a:lnTo>
                <a:lnTo>
                  <a:pt x="899" y="217"/>
                </a:lnTo>
                <a:lnTo>
                  <a:pt x="881" y="264"/>
                </a:lnTo>
                <a:lnTo>
                  <a:pt x="857" y="315"/>
                </a:lnTo>
                <a:lnTo>
                  <a:pt x="830" y="368"/>
                </a:lnTo>
                <a:lnTo>
                  <a:pt x="798" y="421"/>
                </a:lnTo>
                <a:lnTo>
                  <a:pt x="762" y="475"/>
                </a:lnTo>
                <a:lnTo>
                  <a:pt x="719" y="529"/>
                </a:lnTo>
                <a:lnTo>
                  <a:pt x="671" y="582"/>
                </a:lnTo>
                <a:lnTo>
                  <a:pt x="613" y="637"/>
                </a:lnTo>
                <a:lnTo>
                  <a:pt x="555" y="685"/>
                </a:lnTo>
                <a:lnTo>
                  <a:pt x="500" y="726"/>
                </a:lnTo>
                <a:lnTo>
                  <a:pt x="447" y="761"/>
                </a:lnTo>
                <a:lnTo>
                  <a:pt x="396" y="790"/>
                </a:lnTo>
                <a:lnTo>
                  <a:pt x="350" y="813"/>
                </a:lnTo>
                <a:lnTo>
                  <a:pt x="307" y="831"/>
                </a:lnTo>
                <a:lnTo>
                  <a:pt x="270" y="845"/>
                </a:lnTo>
                <a:lnTo>
                  <a:pt x="238" y="855"/>
                </a:lnTo>
                <a:lnTo>
                  <a:pt x="212" y="862"/>
                </a:lnTo>
                <a:lnTo>
                  <a:pt x="192" y="866"/>
                </a:lnTo>
                <a:lnTo>
                  <a:pt x="181" y="868"/>
                </a:lnTo>
                <a:lnTo>
                  <a:pt x="176" y="868"/>
                </a:lnTo>
                <a:lnTo>
                  <a:pt x="167" y="947"/>
                </a:lnTo>
                <a:lnTo>
                  <a:pt x="0" y="75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3366FF"/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grpSp>
        <p:nvGrpSpPr>
          <p:cNvPr id="24" name="Group 109"/>
          <p:cNvGrpSpPr>
            <a:grpSpLocks/>
          </p:cNvGrpSpPr>
          <p:nvPr/>
        </p:nvGrpSpPr>
        <p:grpSpPr bwMode="auto">
          <a:xfrm>
            <a:off x="1905000" y="5516563"/>
            <a:ext cx="731838" cy="731837"/>
            <a:chOff x="2209800" y="5364480"/>
            <a:chExt cx="731520" cy="731520"/>
          </a:xfrm>
        </p:grpSpPr>
        <p:grpSp>
          <p:nvGrpSpPr>
            <p:cNvPr id="53302" name="Group 11"/>
            <p:cNvGrpSpPr>
              <a:grpSpLocks/>
            </p:cNvGrpSpPr>
            <p:nvPr/>
          </p:nvGrpSpPr>
          <p:grpSpPr bwMode="auto">
            <a:xfrm>
              <a:off x="2209800" y="5364480"/>
              <a:ext cx="731520" cy="731520"/>
              <a:chOff x="2016" y="1920"/>
              <a:chExt cx="1680" cy="1680"/>
            </a:xfrm>
          </p:grpSpPr>
          <p:sp>
            <p:nvSpPr>
              <p:cNvPr id="53304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05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2" name="Text Box 24"/>
            <p:cNvSpPr txBox="1">
              <a:spLocks noChangeArrowheads="1"/>
            </p:cNvSpPr>
            <p:nvPr/>
          </p:nvSpPr>
          <p:spPr bwMode="gray">
            <a:xfrm>
              <a:off x="22859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5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26" name="Group 114"/>
          <p:cNvGrpSpPr>
            <a:grpSpLocks/>
          </p:cNvGrpSpPr>
          <p:nvPr/>
        </p:nvGrpSpPr>
        <p:grpSpPr bwMode="auto">
          <a:xfrm>
            <a:off x="2743200" y="6248400"/>
            <a:ext cx="762000" cy="615950"/>
            <a:chOff x="2209800" y="6108700"/>
            <a:chExt cx="762000" cy="616010"/>
          </a:xfrm>
        </p:grpSpPr>
        <p:sp>
          <p:nvSpPr>
            <p:cNvPr id="53300" name="Text Box 24"/>
            <p:cNvSpPr txBox="1">
              <a:spLocks noChangeArrowheads="1"/>
            </p:cNvSpPr>
            <p:nvPr/>
          </p:nvSpPr>
          <p:spPr bwMode="gray">
            <a:xfrm>
              <a:off x="2209800" y="6324600"/>
              <a:ext cx="762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b="1">
                  <a:solidFill>
                    <a:srgbClr val="FF0000"/>
                  </a:solidFill>
                  <a:latin typeface="Tahoma" pitchFamily="34" charset="0"/>
                  <a:cs typeface="Tahoma" pitchFamily="34" charset="0"/>
                </a:rPr>
                <a:t>j</a:t>
              </a:r>
              <a:endParaRPr lang="en-US" sz="2000" b="1" baseline="-25000">
                <a:solidFill>
                  <a:srgbClr val="FF0000"/>
                </a:solidFill>
                <a:latin typeface="Tahoma" pitchFamily="34" charset="0"/>
                <a:cs typeface="Tahoma" pitchFamily="34" charset="0"/>
              </a:endParaRPr>
            </a:p>
          </p:txBody>
        </p:sp>
        <p:cxnSp>
          <p:nvCxnSpPr>
            <p:cNvPr id="117" name="Straight Arrow Connector 116"/>
            <p:cNvCxnSpPr/>
            <p:nvPr/>
          </p:nvCxnSpPr>
          <p:spPr>
            <a:xfrm rot="5400000" flipH="1" flipV="1">
              <a:off x="2446323" y="6253177"/>
              <a:ext cx="290541" cy="1588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117"/>
          <p:cNvGrpSpPr>
            <a:grpSpLocks/>
          </p:cNvGrpSpPr>
          <p:nvPr/>
        </p:nvGrpSpPr>
        <p:grpSpPr bwMode="auto">
          <a:xfrm>
            <a:off x="3581400" y="6248400"/>
            <a:ext cx="762000" cy="615950"/>
            <a:chOff x="2209800" y="6108700"/>
            <a:chExt cx="762000" cy="616010"/>
          </a:xfrm>
        </p:grpSpPr>
        <p:sp>
          <p:nvSpPr>
            <p:cNvPr id="53298" name="Text Box 24"/>
            <p:cNvSpPr txBox="1">
              <a:spLocks noChangeArrowheads="1"/>
            </p:cNvSpPr>
            <p:nvPr/>
          </p:nvSpPr>
          <p:spPr bwMode="gray">
            <a:xfrm>
              <a:off x="2209800" y="6324600"/>
              <a:ext cx="762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b="1">
                  <a:solidFill>
                    <a:srgbClr val="FF0000"/>
                  </a:solidFill>
                  <a:latin typeface="Tahoma" pitchFamily="34" charset="0"/>
                  <a:cs typeface="Tahoma" pitchFamily="34" charset="0"/>
                </a:rPr>
                <a:t>j</a:t>
              </a:r>
              <a:endParaRPr lang="en-US" sz="2000" b="1" baseline="-25000">
                <a:solidFill>
                  <a:srgbClr val="FF0000"/>
                </a:solidFill>
                <a:latin typeface="Tahoma" pitchFamily="34" charset="0"/>
                <a:cs typeface="Tahoma" pitchFamily="34" charset="0"/>
              </a:endParaRPr>
            </a:p>
          </p:txBody>
        </p:sp>
        <p:cxnSp>
          <p:nvCxnSpPr>
            <p:cNvPr id="120" name="Straight Arrow Connector 119"/>
            <p:cNvCxnSpPr/>
            <p:nvPr/>
          </p:nvCxnSpPr>
          <p:spPr>
            <a:xfrm rot="5400000" flipH="1" flipV="1">
              <a:off x="2446323" y="6253177"/>
              <a:ext cx="290541" cy="1588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Freeform 5"/>
          <p:cNvSpPr>
            <a:spLocks/>
          </p:cNvSpPr>
          <p:nvPr/>
        </p:nvSpPr>
        <p:spPr bwMode="gray">
          <a:xfrm rot="11481075" flipH="1">
            <a:off x="2511425" y="4413250"/>
            <a:ext cx="701675" cy="1031875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191" y="591"/>
              </a:cxn>
              <a:cxn ang="0">
                <a:pos x="190" y="672"/>
              </a:cxn>
              <a:cxn ang="0">
                <a:pos x="194" y="672"/>
              </a:cxn>
              <a:cxn ang="0">
                <a:pos x="205" y="672"/>
              </a:cxn>
              <a:cxn ang="0">
                <a:pos x="225" y="671"/>
              </a:cxn>
              <a:cxn ang="0">
                <a:pos x="250" y="667"/>
              </a:cxn>
              <a:cxn ang="0">
                <a:pos x="281" y="662"/>
              </a:cxn>
              <a:cxn ang="0">
                <a:pos x="316" y="653"/>
              </a:cxn>
              <a:cxn ang="0">
                <a:pos x="356" y="641"/>
              </a:cxn>
              <a:cxn ang="0">
                <a:pos x="399" y="626"/>
              </a:cxn>
              <a:cxn ang="0">
                <a:pos x="444" y="605"/>
              </a:cxn>
              <a:cxn ang="0">
                <a:pos x="492" y="578"/>
              </a:cxn>
              <a:cxn ang="0">
                <a:pos x="540" y="547"/>
              </a:cxn>
              <a:cxn ang="0">
                <a:pos x="587" y="508"/>
              </a:cxn>
              <a:cxn ang="0">
                <a:pos x="635" y="463"/>
              </a:cxn>
              <a:cxn ang="0">
                <a:pos x="689" y="405"/>
              </a:cxn>
              <a:cxn ang="0">
                <a:pos x="737" y="350"/>
              </a:cxn>
              <a:cxn ang="0">
                <a:pos x="780" y="298"/>
              </a:cxn>
              <a:cxn ang="0">
                <a:pos x="816" y="249"/>
              </a:cxn>
              <a:cxn ang="0">
                <a:pos x="847" y="204"/>
              </a:cxn>
              <a:cxn ang="0">
                <a:pos x="873" y="164"/>
              </a:cxn>
              <a:cxn ang="0">
                <a:pos x="895" y="126"/>
              </a:cxn>
              <a:cxn ang="0">
                <a:pos x="913" y="94"/>
              </a:cxn>
              <a:cxn ang="0">
                <a:pos x="926" y="66"/>
              </a:cxn>
              <a:cxn ang="0">
                <a:pos x="936" y="42"/>
              </a:cxn>
              <a:cxn ang="0">
                <a:pos x="944" y="24"/>
              </a:cxn>
              <a:cxn ang="0">
                <a:pos x="949" y="12"/>
              </a:cxn>
              <a:cxn ang="0">
                <a:pos x="952" y="2"/>
              </a:cxn>
              <a:cxn ang="0">
                <a:pos x="952" y="0"/>
              </a:cxn>
              <a:cxn ang="0">
                <a:pos x="952" y="4"/>
              </a:cxn>
              <a:cxn ang="0">
                <a:pos x="950" y="17"/>
              </a:cxn>
              <a:cxn ang="0">
                <a:pos x="948" y="36"/>
              </a:cxn>
              <a:cxn ang="0">
                <a:pos x="942" y="62"/>
              </a:cxn>
              <a:cxn ang="0">
                <a:pos x="936" y="93"/>
              </a:cxn>
              <a:cxn ang="0">
                <a:pos x="927" y="130"/>
              </a:cxn>
              <a:cxn ang="0">
                <a:pos x="914" y="172"/>
              </a:cxn>
              <a:cxn ang="0">
                <a:pos x="899" y="217"/>
              </a:cxn>
              <a:cxn ang="0">
                <a:pos x="881" y="264"/>
              </a:cxn>
              <a:cxn ang="0">
                <a:pos x="857" y="315"/>
              </a:cxn>
              <a:cxn ang="0">
                <a:pos x="830" y="368"/>
              </a:cxn>
              <a:cxn ang="0">
                <a:pos x="798" y="421"/>
              </a:cxn>
              <a:cxn ang="0">
                <a:pos x="762" y="475"/>
              </a:cxn>
              <a:cxn ang="0">
                <a:pos x="719" y="529"/>
              </a:cxn>
              <a:cxn ang="0">
                <a:pos x="671" y="582"/>
              </a:cxn>
              <a:cxn ang="0">
                <a:pos x="613" y="637"/>
              </a:cxn>
              <a:cxn ang="0">
                <a:pos x="555" y="685"/>
              </a:cxn>
              <a:cxn ang="0">
                <a:pos x="500" y="726"/>
              </a:cxn>
              <a:cxn ang="0">
                <a:pos x="447" y="761"/>
              </a:cxn>
              <a:cxn ang="0">
                <a:pos x="396" y="790"/>
              </a:cxn>
              <a:cxn ang="0">
                <a:pos x="350" y="813"/>
              </a:cxn>
              <a:cxn ang="0">
                <a:pos x="307" y="831"/>
              </a:cxn>
              <a:cxn ang="0">
                <a:pos x="270" y="845"/>
              </a:cxn>
              <a:cxn ang="0">
                <a:pos x="238" y="855"/>
              </a:cxn>
              <a:cxn ang="0">
                <a:pos x="212" y="862"/>
              </a:cxn>
              <a:cxn ang="0">
                <a:pos x="192" y="866"/>
              </a:cxn>
              <a:cxn ang="0">
                <a:pos x="181" y="868"/>
              </a:cxn>
              <a:cxn ang="0">
                <a:pos x="176" y="868"/>
              </a:cxn>
              <a:cxn ang="0">
                <a:pos x="167" y="947"/>
              </a:cxn>
              <a:cxn ang="0">
                <a:pos x="0" y="756"/>
              </a:cxn>
            </a:cxnLst>
            <a:rect l="0" t="0" r="r" b="b"/>
            <a:pathLst>
              <a:path w="952" h="947">
                <a:moveTo>
                  <a:pt x="0" y="756"/>
                </a:moveTo>
                <a:lnTo>
                  <a:pt x="191" y="591"/>
                </a:lnTo>
                <a:lnTo>
                  <a:pt x="190" y="672"/>
                </a:lnTo>
                <a:lnTo>
                  <a:pt x="194" y="672"/>
                </a:lnTo>
                <a:lnTo>
                  <a:pt x="205" y="672"/>
                </a:lnTo>
                <a:lnTo>
                  <a:pt x="225" y="671"/>
                </a:lnTo>
                <a:lnTo>
                  <a:pt x="250" y="667"/>
                </a:lnTo>
                <a:lnTo>
                  <a:pt x="281" y="662"/>
                </a:lnTo>
                <a:lnTo>
                  <a:pt x="316" y="653"/>
                </a:lnTo>
                <a:lnTo>
                  <a:pt x="356" y="641"/>
                </a:lnTo>
                <a:lnTo>
                  <a:pt x="399" y="626"/>
                </a:lnTo>
                <a:lnTo>
                  <a:pt x="444" y="605"/>
                </a:lnTo>
                <a:lnTo>
                  <a:pt x="492" y="578"/>
                </a:lnTo>
                <a:lnTo>
                  <a:pt x="540" y="547"/>
                </a:lnTo>
                <a:lnTo>
                  <a:pt x="587" y="508"/>
                </a:lnTo>
                <a:lnTo>
                  <a:pt x="635" y="463"/>
                </a:lnTo>
                <a:lnTo>
                  <a:pt x="689" y="405"/>
                </a:lnTo>
                <a:lnTo>
                  <a:pt x="737" y="350"/>
                </a:lnTo>
                <a:lnTo>
                  <a:pt x="780" y="298"/>
                </a:lnTo>
                <a:lnTo>
                  <a:pt x="816" y="249"/>
                </a:lnTo>
                <a:lnTo>
                  <a:pt x="847" y="204"/>
                </a:lnTo>
                <a:lnTo>
                  <a:pt x="873" y="164"/>
                </a:lnTo>
                <a:lnTo>
                  <a:pt x="895" y="126"/>
                </a:lnTo>
                <a:lnTo>
                  <a:pt x="913" y="94"/>
                </a:lnTo>
                <a:lnTo>
                  <a:pt x="926" y="66"/>
                </a:lnTo>
                <a:lnTo>
                  <a:pt x="936" y="42"/>
                </a:lnTo>
                <a:lnTo>
                  <a:pt x="944" y="24"/>
                </a:lnTo>
                <a:lnTo>
                  <a:pt x="949" y="12"/>
                </a:lnTo>
                <a:lnTo>
                  <a:pt x="952" y="2"/>
                </a:lnTo>
                <a:lnTo>
                  <a:pt x="952" y="0"/>
                </a:lnTo>
                <a:lnTo>
                  <a:pt x="952" y="4"/>
                </a:lnTo>
                <a:lnTo>
                  <a:pt x="950" y="17"/>
                </a:lnTo>
                <a:lnTo>
                  <a:pt x="948" y="36"/>
                </a:lnTo>
                <a:lnTo>
                  <a:pt x="942" y="62"/>
                </a:lnTo>
                <a:lnTo>
                  <a:pt x="936" y="93"/>
                </a:lnTo>
                <a:lnTo>
                  <a:pt x="927" y="130"/>
                </a:lnTo>
                <a:lnTo>
                  <a:pt x="914" y="172"/>
                </a:lnTo>
                <a:lnTo>
                  <a:pt x="899" y="217"/>
                </a:lnTo>
                <a:lnTo>
                  <a:pt x="881" y="264"/>
                </a:lnTo>
                <a:lnTo>
                  <a:pt x="857" y="315"/>
                </a:lnTo>
                <a:lnTo>
                  <a:pt x="830" y="368"/>
                </a:lnTo>
                <a:lnTo>
                  <a:pt x="798" y="421"/>
                </a:lnTo>
                <a:lnTo>
                  <a:pt x="762" y="475"/>
                </a:lnTo>
                <a:lnTo>
                  <a:pt x="719" y="529"/>
                </a:lnTo>
                <a:lnTo>
                  <a:pt x="671" y="582"/>
                </a:lnTo>
                <a:lnTo>
                  <a:pt x="613" y="637"/>
                </a:lnTo>
                <a:lnTo>
                  <a:pt x="555" y="685"/>
                </a:lnTo>
                <a:lnTo>
                  <a:pt x="500" y="726"/>
                </a:lnTo>
                <a:lnTo>
                  <a:pt x="447" y="761"/>
                </a:lnTo>
                <a:lnTo>
                  <a:pt x="396" y="790"/>
                </a:lnTo>
                <a:lnTo>
                  <a:pt x="350" y="813"/>
                </a:lnTo>
                <a:lnTo>
                  <a:pt x="307" y="831"/>
                </a:lnTo>
                <a:lnTo>
                  <a:pt x="270" y="845"/>
                </a:lnTo>
                <a:lnTo>
                  <a:pt x="238" y="855"/>
                </a:lnTo>
                <a:lnTo>
                  <a:pt x="212" y="862"/>
                </a:lnTo>
                <a:lnTo>
                  <a:pt x="192" y="866"/>
                </a:lnTo>
                <a:lnTo>
                  <a:pt x="181" y="868"/>
                </a:lnTo>
                <a:lnTo>
                  <a:pt x="176" y="868"/>
                </a:lnTo>
                <a:lnTo>
                  <a:pt x="167" y="947"/>
                </a:lnTo>
                <a:lnTo>
                  <a:pt x="0" y="75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3366FF"/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22" name="Freeform 5"/>
          <p:cNvSpPr>
            <a:spLocks/>
          </p:cNvSpPr>
          <p:nvPr/>
        </p:nvSpPr>
        <p:spPr bwMode="gray">
          <a:xfrm rot="19932085" flipV="1">
            <a:off x="3189288" y="4930775"/>
            <a:ext cx="1449387" cy="963613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191" y="591"/>
              </a:cxn>
              <a:cxn ang="0">
                <a:pos x="190" y="672"/>
              </a:cxn>
              <a:cxn ang="0">
                <a:pos x="194" y="672"/>
              </a:cxn>
              <a:cxn ang="0">
                <a:pos x="205" y="672"/>
              </a:cxn>
              <a:cxn ang="0">
                <a:pos x="225" y="671"/>
              </a:cxn>
              <a:cxn ang="0">
                <a:pos x="250" y="667"/>
              </a:cxn>
              <a:cxn ang="0">
                <a:pos x="281" y="662"/>
              </a:cxn>
              <a:cxn ang="0">
                <a:pos x="316" y="653"/>
              </a:cxn>
              <a:cxn ang="0">
                <a:pos x="356" y="641"/>
              </a:cxn>
              <a:cxn ang="0">
                <a:pos x="399" y="626"/>
              </a:cxn>
              <a:cxn ang="0">
                <a:pos x="444" y="605"/>
              </a:cxn>
              <a:cxn ang="0">
                <a:pos x="492" y="578"/>
              </a:cxn>
              <a:cxn ang="0">
                <a:pos x="540" y="547"/>
              </a:cxn>
              <a:cxn ang="0">
                <a:pos x="587" y="508"/>
              </a:cxn>
              <a:cxn ang="0">
                <a:pos x="635" y="463"/>
              </a:cxn>
              <a:cxn ang="0">
                <a:pos x="689" y="405"/>
              </a:cxn>
              <a:cxn ang="0">
                <a:pos x="737" y="350"/>
              </a:cxn>
              <a:cxn ang="0">
                <a:pos x="780" y="298"/>
              </a:cxn>
              <a:cxn ang="0">
                <a:pos x="816" y="249"/>
              </a:cxn>
              <a:cxn ang="0">
                <a:pos x="847" y="204"/>
              </a:cxn>
              <a:cxn ang="0">
                <a:pos x="873" y="164"/>
              </a:cxn>
              <a:cxn ang="0">
                <a:pos x="895" y="126"/>
              </a:cxn>
              <a:cxn ang="0">
                <a:pos x="913" y="94"/>
              </a:cxn>
              <a:cxn ang="0">
                <a:pos x="926" y="66"/>
              </a:cxn>
              <a:cxn ang="0">
                <a:pos x="936" y="42"/>
              </a:cxn>
              <a:cxn ang="0">
                <a:pos x="944" y="24"/>
              </a:cxn>
              <a:cxn ang="0">
                <a:pos x="949" y="12"/>
              </a:cxn>
              <a:cxn ang="0">
                <a:pos x="952" y="2"/>
              </a:cxn>
              <a:cxn ang="0">
                <a:pos x="952" y="0"/>
              </a:cxn>
              <a:cxn ang="0">
                <a:pos x="952" y="4"/>
              </a:cxn>
              <a:cxn ang="0">
                <a:pos x="950" y="17"/>
              </a:cxn>
              <a:cxn ang="0">
                <a:pos x="948" y="36"/>
              </a:cxn>
              <a:cxn ang="0">
                <a:pos x="942" y="62"/>
              </a:cxn>
              <a:cxn ang="0">
                <a:pos x="936" y="93"/>
              </a:cxn>
              <a:cxn ang="0">
                <a:pos x="927" y="130"/>
              </a:cxn>
              <a:cxn ang="0">
                <a:pos x="914" y="172"/>
              </a:cxn>
              <a:cxn ang="0">
                <a:pos x="899" y="217"/>
              </a:cxn>
              <a:cxn ang="0">
                <a:pos x="881" y="264"/>
              </a:cxn>
              <a:cxn ang="0">
                <a:pos x="857" y="315"/>
              </a:cxn>
              <a:cxn ang="0">
                <a:pos x="830" y="368"/>
              </a:cxn>
              <a:cxn ang="0">
                <a:pos x="798" y="421"/>
              </a:cxn>
              <a:cxn ang="0">
                <a:pos x="762" y="475"/>
              </a:cxn>
              <a:cxn ang="0">
                <a:pos x="719" y="529"/>
              </a:cxn>
              <a:cxn ang="0">
                <a:pos x="671" y="582"/>
              </a:cxn>
              <a:cxn ang="0">
                <a:pos x="613" y="637"/>
              </a:cxn>
              <a:cxn ang="0">
                <a:pos x="555" y="685"/>
              </a:cxn>
              <a:cxn ang="0">
                <a:pos x="500" y="726"/>
              </a:cxn>
              <a:cxn ang="0">
                <a:pos x="447" y="761"/>
              </a:cxn>
              <a:cxn ang="0">
                <a:pos x="396" y="790"/>
              </a:cxn>
              <a:cxn ang="0">
                <a:pos x="350" y="813"/>
              </a:cxn>
              <a:cxn ang="0">
                <a:pos x="307" y="831"/>
              </a:cxn>
              <a:cxn ang="0">
                <a:pos x="270" y="845"/>
              </a:cxn>
              <a:cxn ang="0">
                <a:pos x="238" y="855"/>
              </a:cxn>
              <a:cxn ang="0">
                <a:pos x="212" y="862"/>
              </a:cxn>
              <a:cxn ang="0">
                <a:pos x="192" y="866"/>
              </a:cxn>
              <a:cxn ang="0">
                <a:pos x="181" y="868"/>
              </a:cxn>
              <a:cxn ang="0">
                <a:pos x="176" y="868"/>
              </a:cxn>
              <a:cxn ang="0">
                <a:pos x="167" y="947"/>
              </a:cxn>
              <a:cxn ang="0">
                <a:pos x="0" y="756"/>
              </a:cxn>
            </a:cxnLst>
            <a:rect l="0" t="0" r="r" b="b"/>
            <a:pathLst>
              <a:path w="952" h="947">
                <a:moveTo>
                  <a:pt x="0" y="756"/>
                </a:moveTo>
                <a:lnTo>
                  <a:pt x="191" y="591"/>
                </a:lnTo>
                <a:lnTo>
                  <a:pt x="190" y="672"/>
                </a:lnTo>
                <a:lnTo>
                  <a:pt x="194" y="672"/>
                </a:lnTo>
                <a:lnTo>
                  <a:pt x="205" y="672"/>
                </a:lnTo>
                <a:lnTo>
                  <a:pt x="225" y="671"/>
                </a:lnTo>
                <a:lnTo>
                  <a:pt x="250" y="667"/>
                </a:lnTo>
                <a:lnTo>
                  <a:pt x="281" y="662"/>
                </a:lnTo>
                <a:lnTo>
                  <a:pt x="316" y="653"/>
                </a:lnTo>
                <a:lnTo>
                  <a:pt x="356" y="641"/>
                </a:lnTo>
                <a:lnTo>
                  <a:pt x="399" y="626"/>
                </a:lnTo>
                <a:lnTo>
                  <a:pt x="444" y="605"/>
                </a:lnTo>
                <a:lnTo>
                  <a:pt x="492" y="578"/>
                </a:lnTo>
                <a:lnTo>
                  <a:pt x="540" y="547"/>
                </a:lnTo>
                <a:lnTo>
                  <a:pt x="587" y="508"/>
                </a:lnTo>
                <a:lnTo>
                  <a:pt x="635" y="463"/>
                </a:lnTo>
                <a:lnTo>
                  <a:pt x="689" y="405"/>
                </a:lnTo>
                <a:lnTo>
                  <a:pt x="737" y="350"/>
                </a:lnTo>
                <a:lnTo>
                  <a:pt x="780" y="298"/>
                </a:lnTo>
                <a:lnTo>
                  <a:pt x="816" y="249"/>
                </a:lnTo>
                <a:lnTo>
                  <a:pt x="847" y="204"/>
                </a:lnTo>
                <a:lnTo>
                  <a:pt x="873" y="164"/>
                </a:lnTo>
                <a:lnTo>
                  <a:pt x="895" y="126"/>
                </a:lnTo>
                <a:lnTo>
                  <a:pt x="913" y="94"/>
                </a:lnTo>
                <a:lnTo>
                  <a:pt x="926" y="66"/>
                </a:lnTo>
                <a:lnTo>
                  <a:pt x="936" y="42"/>
                </a:lnTo>
                <a:lnTo>
                  <a:pt x="944" y="24"/>
                </a:lnTo>
                <a:lnTo>
                  <a:pt x="949" y="12"/>
                </a:lnTo>
                <a:lnTo>
                  <a:pt x="952" y="2"/>
                </a:lnTo>
                <a:lnTo>
                  <a:pt x="952" y="0"/>
                </a:lnTo>
                <a:lnTo>
                  <a:pt x="952" y="4"/>
                </a:lnTo>
                <a:lnTo>
                  <a:pt x="950" y="17"/>
                </a:lnTo>
                <a:lnTo>
                  <a:pt x="948" y="36"/>
                </a:lnTo>
                <a:lnTo>
                  <a:pt x="942" y="62"/>
                </a:lnTo>
                <a:lnTo>
                  <a:pt x="936" y="93"/>
                </a:lnTo>
                <a:lnTo>
                  <a:pt x="927" y="130"/>
                </a:lnTo>
                <a:lnTo>
                  <a:pt x="914" y="172"/>
                </a:lnTo>
                <a:lnTo>
                  <a:pt x="899" y="217"/>
                </a:lnTo>
                <a:lnTo>
                  <a:pt x="881" y="264"/>
                </a:lnTo>
                <a:lnTo>
                  <a:pt x="857" y="315"/>
                </a:lnTo>
                <a:lnTo>
                  <a:pt x="830" y="368"/>
                </a:lnTo>
                <a:lnTo>
                  <a:pt x="798" y="421"/>
                </a:lnTo>
                <a:lnTo>
                  <a:pt x="762" y="475"/>
                </a:lnTo>
                <a:lnTo>
                  <a:pt x="719" y="529"/>
                </a:lnTo>
                <a:lnTo>
                  <a:pt x="671" y="582"/>
                </a:lnTo>
                <a:lnTo>
                  <a:pt x="613" y="637"/>
                </a:lnTo>
                <a:lnTo>
                  <a:pt x="555" y="685"/>
                </a:lnTo>
                <a:lnTo>
                  <a:pt x="500" y="726"/>
                </a:lnTo>
                <a:lnTo>
                  <a:pt x="447" y="761"/>
                </a:lnTo>
                <a:lnTo>
                  <a:pt x="396" y="790"/>
                </a:lnTo>
                <a:lnTo>
                  <a:pt x="350" y="813"/>
                </a:lnTo>
                <a:lnTo>
                  <a:pt x="307" y="831"/>
                </a:lnTo>
                <a:lnTo>
                  <a:pt x="270" y="845"/>
                </a:lnTo>
                <a:lnTo>
                  <a:pt x="238" y="855"/>
                </a:lnTo>
                <a:lnTo>
                  <a:pt x="212" y="862"/>
                </a:lnTo>
                <a:lnTo>
                  <a:pt x="192" y="866"/>
                </a:lnTo>
                <a:lnTo>
                  <a:pt x="181" y="868"/>
                </a:lnTo>
                <a:lnTo>
                  <a:pt x="176" y="868"/>
                </a:lnTo>
                <a:lnTo>
                  <a:pt x="167" y="947"/>
                </a:lnTo>
                <a:lnTo>
                  <a:pt x="0" y="75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3366FF"/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grpSp>
        <p:nvGrpSpPr>
          <p:cNvPr id="28" name="Group 122"/>
          <p:cNvGrpSpPr>
            <a:grpSpLocks/>
          </p:cNvGrpSpPr>
          <p:nvPr/>
        </p:nvGrpSpPr>
        <p:grpSpPr bwMode="auto">
          <a:xfrm>
            <a:off x="2743200" y="5516563"/>
            <a:ext cx="731838" cy="731837"/>
            <a:chOff x="4724400" y="5364480"/>
            <a:chExt cx="731520" cy="731520"/>
          </a:xfrm>
        </p:grpSpPr>
        <p:grpSp>
          <p:nvGrpSpPr>
            <p:cNvPr id="53294" name="Group 11"/>
            <p:cNvGrpSpPr>
              <a:grpSpLocks/>
            </p:cNvGrpSpPr>
            <p:nvPr/>
          </p:nvGrpSpPr>
          <p:grpSpPr bwMode="auto">
            <a:xfrm>
              <a:off x="4724400" y="5364480"/>
              <a:ext cx="731520" cy="731520"/>
              <a:chOff x="2016" y="1920"/>
              <a:chExt cx="1680" cy="1680"/>
            </a:xfrm>
          </p:grpSpPr>
          <p:sp>
            <p:nvSpPr>
              <p:cNvPr id="53296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97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5" name="Text Box 24"/>
            <p:cNvSpPr txBox="1">
              <a:spLocks noChangeArrowheads="1"/>
            </p:cNvSpPr>
            <p:nvPr/>
          </p:nvSpPr>
          <p:spPr bwMode="gray">
            <a:xfrm>
              <a:off x="48005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6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41" name="Group 127"/>
          <p:cNvGrpSpPr>
            <a:grpSpLocks/>
          </p:cNvGrpSpPr>
          <p:nvPr/>
        </p:nvGrpSpPr>
        <p:grpSpPr bwMode="auto">
          <a:xfrm>
            <a:off x="4419600" y="5516563"/>
            <a:ext cx="731838" cy="731837"/>
            <a:chOff x="4724400" y="5364480"/>
            <a:chExt cx="731520" cy="731520"/>
          </a:xfrm>
        </p:grpSpPr>
        <p:grpSp>
          <p:nvGrpSpPr>
            <p:cNvPr id="53290" name="Group 11"/>
            <p:cNvGrpSpPr>
              <a:grpSpLocks/>
            </p:cNvGrpSpPr>
            <p:nvPr/>
          </p:nvGrpSpPr>
          <p:grpSpPr bwMode="auto">
            <a:xfrm>
              <a:off x="4724400" y="5364480"/>
              <a:ext cx="731520" cy="731520"/>
              <a:chOff x="2016" y="1920"/>
              <a:chExt cx="1680" cy="1680"/>
            </a:xfrm>
          </p:grpSpPr>
          <p:sp>
            <p:nvSpPr>
              <p:cNvPr id="53292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93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0" name="Text Box 24"/>
            <p:cNvSpPr txBox="1">
              <a:spLocks noChangeArrowheads="1"/>
            </p:cNvSpPr>
            <p:nvPr/>
          </p:nvSpPr>
          <p:spPr bwMode="gray">
            <a:xfrm>
              <a:off x="48005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8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46" name="Group 132"/>
          <p:cNvGrpSpPr>
            <a:grpSpLocks/>
          </p:cNvGrpSpPr>
          <p:nvPr/>
        </p:nvGrpSpPr>
        <p:grpSpPr bwMode="auto">
          <a:xfrm>
            <a:off x="4419600" y="6248400"/>
            <a:ext cx="762000" cy="615950"/>
            <a:chOff x="2209800" y="6108700"/>
            <a:chExt cx="762000" cy="616010"/>
          </a:xfrm>
        </p:grpSpPr>
        <p:sp>
          <p:nvSpPr>
            <p:cNvPr id="53288" name="Text Box 24"/>
            <p:cNvSpPr txBox="1">
              <a:spLocks noChangeArrowheads="1"/>
            </p:cNvSpPr>
            <p:nvPr/>
          </p:nvSpPr>
          <p:spPr bwMode="gray">
            <a:xfrm>
              <a:off x="2209800" y="6324600"/>
              <a:ext cx="762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b="1">
                  <a:solidFill>
                    <a:srgbClr val="FF0000"/>
                  </a:solidFill>
                  <a:latin typeface="Tahoma" pitchFamily="34" charset="0"/>
                  <a:cs typeface="Tahoma" pitchFamily="34" charset="0"/>
                </a:rPr>
                <a:t>j</a:t>
              </a:r>
              <a:endParaRPr lang="en-US" sz="2000" b="1" baseline="-25000">
                <a:solidFill>
                  <a:srgbClr val="FF0000"/>
                </a:solidFill>
                <a:latin typeface="Tahoma" pitchFamily="34" charset="0"/>
                <a:cs typeface="Tahoma" pitchFamily="34" charset="0"/>
              </a:endParaRPr>
            </a:p>
          </p:txBody>
        </p:sp>
        <p:cxnSp>
          <p:nvCxnSpPr>
            <p:cNvPr id="135" name="Straight Arrow Connector 134"/>
            <p:cNvCxnSpPr/>
            <p:nvPr/>
          </p:nvCxnSpPr>
          <p:spPr>
            <a:xfrm rot="5400000" flipH="1" flipV="1">
              <a:off x="2446323" y="6253177"/>
              <a:ext cx="290541" cy="1588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arrow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6" name="Freeform 5"/>
          <p:cNvSpPr>
            <a:spLocks/>
          </p:cNvSpPr>
          <p:nvPr/>
        </p:nvSpPr>
        <p:spPr bwMode="gray">
          <a:xfrm rot="3399334" flipH="1" flipV="1">
            <a:off x="2505075" y="4002088"/>
            <a:ext cx="2447925" cy="1660525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191" y="591"/>
              </a:cxn>
              <a:cxn ang="0">
                <a:pos x="190" y="672"/>
              </a:cxn>
              <a:cxn ang="0">
                <a:pos x="194" y="672"/>
              </a:cxn>
              <a:cxn ang="0">
                <a:pos x="205" y="672"/>
              </a:cxn>
              <a:cxn ang="0">
                <a:pos x="225" y="671"/>
              </a:cxn>
              <a:cxn ang="0">
                <a:pos x="250" y="667"/>
              </a:cxn>
              <a:cxn ang="0">
                <a:pos x="281" y="662"/>
              </a:cxn>
              <a:cxn ang="0">
                <a:pos x="316" y="653"/>
              </a:cxn>
              <a:cxn ang="0">
                <a:pos x="356" y="641"/>
              </a:cxn>
              <a:cxn ang="0">
                <a:pos x="399" y="626"/>
              </a:cxn>
              <a:cxn ang="0">
                <a:pos x="444" y="605"/>
              </a:cxn>
              <a:cxn ang="0">
                <a:pos x="492" y="578"/>
              </a:cxn>
              <a:cxn ang="0">
                <a:pos x="540" y="547"/>
              </a:cxn>
              <a:cxn ang="0">
                <a:pos x="587" y="508"/>
              </a:cxn>
              <a:cxn ang="0">
                <a:pos x="635" y="463"/>
              </a:cxn>
              <a:cxn ang="0">
                <a:pos x="689" y="405"/>
              </a:cxn>
              <a:cxn ang="0">
                <a:pos x="737" y="350"/>
              </a:cxn>
              <a:cxn ang="0">
                <a:pos x="780" y="298"/>
              </a:cxn>
              <a:cxn ang="0">
                <a:pos x="816" y="249"/>
              </a:cxn>
              <a:cxn ang="0">
                <a:pos x="847" y="204"/>
              </a:cxn>
              <a:cxn ang="0">
                <a:pos x="873" y="164"/>
              </a:cxn>
              <a:cxn ang="0">
                <a:pos x="895" y="126"/>
              </a:cxn>
              <a:cxn ang="0">
                <a:pos x="913" y="94"/>
              </a:cxn>
              <a:cxn ang="0">
                <a:pos x="926" y="66"/>
              </a:cxn>
              <a:cxn ang="0">
                <a:pos x="936" y="42"/>
              </a:cxn>
              <a:cxn ang="0">
                <a:pos x="944" y="24"/>
              </a:cxn>
              <a:cxn ang="0">
                <a:pos x="949" y="12"/>
              </a:cxn>
              <a:cxn ang="0">
                <a:pos x="952" y="2"/>
              </a:cxn>
              <a:cxn ang="0">
                <a:pos x="952" y="0"/>
              </a:cxn>
              <a:cxn ang="0">
                <a:pos x="952" y="4"/>
              </a:cxn>
              <a:cxn ang="0">
                <a:pos x="950" y="17"/>
              </a:cxn>
              <a:cxn ang="0">
                <a:pos x="948" y="36"/>
              </a:cxn>
              <a:cxn ang="0">
                <a:pos x="942" y="62"/>
              </a:cxn>
              <a:cxn ang="0">
                <a:pos x="936" y="93"/>
              </a:cxn>
              <a:cxn ang="0">
                <a:pos x="927" y="130"/>
              </a:cxn>
              <a:cxn ang="0">
                <a:pos x="914" y="172"/>
              </a:cxn>
              <a:cxn ang="0">
                <a:pos x="899" y="217"/>
              </a:cxn>
              <a:cxn ang="0">
                <a:pos x="881" y="264"/>
              </a:cxn>
              <a:cxn ang="0">
                <a:pos x="857" y="315"/>
              </a:cxn>
              <a:cxn ang="0">
                <a:pos x="830" y="368"/>
              </a:cxn>
              <a:cxn ang="0">
                <a:pos x="798" y="421"/>
              </a:cxn>
              <a:cxn ang="0">
                <a:pos x="762" y="475"/>
              </a:cxn>
              <a:cxn ang="0">
                <a:pos x="719" y="529"/>
              </a:cxn>
              <a:cxn ang="0">
                <a:pos x="671" y="582"/>
              </a:cxn>
              <a:cxn ang="0">
                <a:pos x="613" y="637"/>
              </a:cxn>
              <a:cxn ang="0">
                <a:pos x="555" y="685"/>
              </a:cxn>
              <a:cxn ang="0">
                <a:pos x="500" y="726"/>
              </a:cxn>
              <a:cxn ang="0">
                <a:pos x="447" y="761"/>
              </a:cxn>
              <a:cxn ang="0">
                <a:pos x="396" y="790"/>
              </a:cxn>
              <a:cxn ang="0">
                <a:pos x="350" y="813"/>
              </a:cxn>
              <a:cxn ang="0">
                <a:pos x="307" y="831"/>
              </a:cxn>
              <a:cxn ang="0">
                <a:pos x="270" y="845"/>
              </a:cxn>
              <a:cxn ang="0">
                <a:pos x="238" y="855"/>
              </a:cxn>
              <a:cxn ang="0">
                <a:pos x="212" y="862"/>
              </a:cxn>
              <a:cxn ang="0">
                <a:pos x="192" y="866"/>
              </a:cxn>
              <a:cxn ang="0">
                <a:pos x="181" y="868"/>
              </a:cxn>
              <a:cxn ang="0">
                <a:pos x="176" y="868"/>
              </a:cxn>
              <a:cxn ang="0">
                <a:pos x="167" y="947"/>
              </a:cxn>
              <a:cxn ang="0">
                <a:pos x="0" y="756"/>
              </a:cxn>
            </a:cxnLst>
            <a:rect l="0" t="0" r="r" b="b"/>
            <a:pathLst>
              <a:path w="952" h="947">
                <a:moveTo>
                  <a:pt x="0" y="756"/>
                </a:moveTo>
                <a:lnTo>
                  <a:pt x="191" y="591"/>
                </a:lnTo>
                <a:lnTo>
                  <a:pt x="190" y="672"/>
                </a:lnTo>
                <a:lnTo>
                  <a:pt x="194" y="672"/>
                </a:lnTo>
                <a:lnTo>
                  <a:pt x="205" y="672"/>
                </a:lnTo>
                <a:lnTo>
                  <a:pt x="225" y="671"/>
                </a:lnTo>
                <a:lnTo>
                  <a:pt x="250" y="667"/>
                </a:lnTo>
                <a:lnTo>
                  <a:pt x="281" y="662"/>
                </a:lnTo>
                <a:lnTo>
                  <a:pt x="316" y="653"/>
                </a:lnTo>
                <a:lnTo>
                  <a:pt x="356" y="641"/>
                </a:lnTo>
                <a:lnTo>
                  <a:pt x="399" y="626"/>
                </a:lnTo>
                <a:lnTo>
                  <a:pt x="444" y="605"/>
                </a:lnTo>
                <a:lnTo>
                  <a:pt x="492" y="578"/>
                </a:lnTo>
                <a:lnTo>
                  <a:pt x="540" y="547"/>
                </a:lnTo>
                <a:lnTo>
                  <a:pt x="587" y="508"/>
                </a:lnTo>
                <a:lnTo>
                  <a:pt x="635" y="463"/>
                </a:lnTo>
                <a:lnTo>
                  <a:pt x="689" y="405"/>
                </a:lnTo>
                <a:lnTo>
                  <a:pt x="737" y="350"/>
                </a:lnTo>
                <a:lnTo>
                  <a:pt x="780" y="298"/>
                </a:lnTo>
                <a:lnTo>
                  <a:pt x="816" y="249"/>
                </a:lnTo>
                <a:lnTo>
                  <a:pt x="847" y="204"/>
                </a:lnTo>
                <a:lnTo>
                  <a:pt x="873" y="164"/>
                </a:lnTo>
                <a:lnTo>
                  <a:pt x="895" y="126"/>
                </a:lnTo>
                <a:lnTo>
                  <a:pt x="913" y="94"/>
                </a:lnTo>
                <a:lnTo>
                  <a:pt x="926" y="66"/>
                </a:lnTo>
                <a:lnTo>
                  <a:pt x="936" y="42"/>
                </a:lnTo>
                <a:lnTo>
                  <a:pt x="944" y="24"/>
                </a:lnTo>
                <a:lnTo>
                  <a:pt x="949" y="12"/>
                </a:lnTo>
                <a:lnTo>
                  <a:pt x="952" y="2"/>
                </a:lnTo>
                <a:lnTo>
                  <a:pt x="952" y="0"/>
                </a:lnTo>
                <a:lnTo>
                  <a:pt x="952" y="4"/>
                </a:lnTo>
                <a:lnTo>
                  <a:pt x="950" y="17"/>
                </a:lnTo>
                <a:lnTo>
                  <a:pt x="948" y="36"/>
                </a:lnTo>
                <a:lnTo>
                  <a:pt x="942" y="62"/>
                </a:lnTo>
                <a:lnTo>
                  <a:pt x="936" y="93"/>
                </a:lnTo>
                <a:lnTo>
                  <a:pt x="927" y="130"/>
                </a:lnTo>
                <a:lnTo>
                  <a:pt x="914" y="172"/>
                </a:lnTo>
                <a:lnTo>
                  <a:pt x="899" y="217"/>
                </a:lnTo>
                <a:lnTo>
                  <a:pt x="881" y="264"/>
                </a:lnTo>
                <a:lnTo>
                  <a:pt x="857" y="315"/>
                </a:lnTo>
                <a:lnTo>
                  <a:pt x="830" y="368"/>
                </a:lnTo>
                <a:lnTo>
                  <a:pt x="798" y="421"/>
                </a:lnTo>
                <a:lnTo>
                  <a:pt x="762" y="475"/>
                </a:lnTo>
                <a:lnTo>
                  <a:pt x="719" y="529"/>
                </a:lnTo>
                <a:lnTo>
                  <a:pt x="671" y="582"/>
                </a:lnTo>
                <a:lnTo>
                  <a:pt x="613" y="637"/>
                </a:lnTo>
                <a:lnTo>
                  <a:pt x="555" y="685"/>
                </a:lnTo>
                <a:lnTo>
                  <a:pt x="500" y="726"/>
                </a:lnTo>
                <a:lnTo>
                  <a:pt x="447" y="761"/>
                </a:lnTo>
                <a:lnTo>
                  <a:pt x="396" y="790"/>
                </a:lnTo>
                <a:lnTo>
                  <a:pt x="350" y="813"/>
                </a:lnTo>
                <a:lnTo>
                  <a:pt x="307" y="831"/>
                </a:lnTo>
                <a:lnTo>
                  <a:pt x="270" y="845"/>
                </a:lnTo>
                <a:lnTo>
                  <a:pt x="238" y="855"/>
                </a:lnTo>
                <a:lnTo>
                  <a:pt x="212" y="862"/>
                </a:lnTo>
                <a:lnTo>
                  <a:pt x="192" y="866"/>
                </a:lnTo>
                <a:lnTo>
                  <a:pt x="181" y="868"/>
                </a:lnTo>
                <a:lnTo>
                  <a:pt x="176" y="868"/>
                </a:lnTo>
                <a:lnTo>
                  <a:pt x="167" y="947"/>
                </a:lnTo>
                <a:lnTo>
                  <a:pt x="0" y="75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3366FF"/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9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9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9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85185E-6 L 0.09167 1.85185E-6 " pathEditMode="relative" rAng="0" ptsTypes="AA">
                                      <p:cBhvr>
                                        <p:cTn id="1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8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1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3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167 1.85185E-6 L 0.18334 1.85185E-6 " pathEditMode="relative" rAng="0" ptsTypes="AA">
                                      <p:cBhvr>
                                        <p:cTn id="1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6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8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1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3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334 1.85185E-6 L 0.275 1.85185E-6 " pathEditMode="relative" rAng="0" ptsTypes="AA">
                                      <p:cBhvr>
                                        <p:cTn id="1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56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8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1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85185E-6 L 0.09166 1.85185E-6 " pathEditMode="relative" rAng="0" ptsTypes="AA">
                                      <p:cBhvr>
                                        <p:cTn id="1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9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9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8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2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84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0.00186 L 0.09167 0.00186 " pathEditMode="relative" rAng="0" ptsTypes="AA">
                                      <p:cBhvr>
                                        <p:cTn id="18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8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9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0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2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94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167 0.00185 L 0.18333 0.00185 " pathEditMode="relative" rAng="0" ptsTypes="AA">
                                      <p:cBhvr>
                                        <p:cTn id="19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9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8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9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1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2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166 1.85185E-6 L 0.18333 1.85185E-6 " pathEditMode="relative" rAng="0" ptsTypes="AA">
                                      <p:cBhvr>
                                        <p:cTn id="20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9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0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1" presetID="26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3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2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00186 L 0.09166 0.00186 " pathEditMode="relative" rAng="0" ptsTypes="AA">
                                      <p:cBhvr>
                                        <p:cTn id="2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2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0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2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3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 nodeType="clickPar">
                      <p:stCondLst>
                        <p:cond delay="indefinite"/>
                      </p:stCondLst>
                      <p:childTnLst>
                        <p:par>
                          <p:cTn id="2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333 -0.00232 L 0.275 -0.00232 " pathEditMode="relative" rAng="0" ptsTypes="AA">
                                      <p:cBhvr>
                                        <p:cTn id="28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00" y="0"/>
                                    </p:animMotion>
                                  </p:childTnLst>
                                </p:cTn>
                              </p:par>
                              <p:par>
                                <p:cTn id="2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9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1" presetID="26" presetClass="emph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2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3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5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6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 nodeType="clickPar">
                      <p:stCondLst>
                        <p:cond delay="indefinite"/>
                      </p:stCondLst>
                      <p:childTnLst>
                        <p:par>
                          <p:cTn id="2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9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0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1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2" presetID="26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3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4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5" presetID="26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6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7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8" presetID="26" presetClass="emph" presetSubtype="0" repeatCount="2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0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1" presetID="26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3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6" grpId="0"/>
      <p:bldP spid="37" grpId="0"/>
      <p:bldP spid="38" grpId="0"/>
      <p:bldP spid="39" grpId="0"/>
      <p:bldP spid="39" grpId="1"/>
      <p:bldP spid="39" grpId="2"/>
      <p:bldP spid="39" grpId="3"/>
      <p:bldP spid="39" grpId="4"/>
      <p:bldP spid="39" grpId="5"/>
      <p:bldP spid="40" grpId="0"/>
      <p:bldP spid="8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Hàm Sắp Xếp T</a:t>
            </a:r>
            <a:r>
              <a:rPr lang="vi-VN" smtClean="0"/>
              <a:t>ă</a:t>
            </a:r>
            <a:r>
              <a:rPr lang="en-US" smtClean="0"/>
              <a:t>ng</a:t>
            </a:r>
          </a:p>
        </p:txBody>
      </p:sp>
      <p:sp>
        <p:nvSpPr>
          <p:cNvPr id="5427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4114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4277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SapXepTang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a[], int n)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i, j;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 = 0; i &lt; n – 1;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for (j = i + 1; j &lt; n; j++)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if (a[i] &gt; a[j])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	HoanVi(a[i], a[j]);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0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3429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15875" y="40386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Thêm một phần tử vào mảng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686800" cy="4800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Yêu cầu</a:t>
            </a:r>
          </a:p>
          <a:p>
            <a:pPr lvl="1" eaLnBrk="1" hangingPunct="1">
              <a:defRPr/>
            </a:pPr>
            <a:r>
              <a:rPr lang="en-US" sz="2400" smtClean="0"/>
              <a:t>Thêm phần tử </a:t>
            </a:r>
            <a:r>
              <a:rPr lang="en-US" sz="2400" smtClean="0">
                <a:solidFill>
                  <a:srgbClr val="FF0000"/>
                </a:solidFill>
              </a:rPr>
              <a:t>x</a:t>
            </a:r>
            <a:r>
              <a:rPr lang="en-US" sz="2400" smtClean="0"/>
              <a:t> vào mảng </a:t>
            </a:r>
            <a:r>
              <a:rPr lang="en-US" sz="2400" smtClean="0">
                <a:solidFill>
                  <a:srgbClr val="FF0000"/>
                </a:solidFill>
              </a:rPr>
              <a:t>a</a:t>
            </a:r>
            <a:r>
              <a:rPr lang="en-US" sz="2400" smtClean="0"/>
              <a:t> kích th</a:t>
            </a:r>
            <a:r>
              <a:rPr lang="vi-VN" sz="2400" smtClean="0"/>
              <a:t>ướ</a:t>
            </a:r>
            <a:r>
              <a:rPr lang="en-US" sz="2400" smtClean="0"/>
              <a:t>c </a:t>
            </a:r>
            <a:r>
              <a:rPr lang="en-US" sz="2400" smtClean="0">
                <a:solidFill>
                  <a:srgbClr val="FF0000"/>
                </a:solidFill>
              </a:rPr>
              <a:t>n</a:t>
            </a:r>
            <a:r>
              <a:rPr lang="en-US" sz="2400" smtClean="0"/>
              <a:t> tại vị trí </a:t>
            </a:r>
            <a:r>
              <a:rPr lang="en-US" sz="2400" smtClean="0">
                <a:solidFill>
                  <a:srgbClr val="FF0000"/>
                </a:solidFill>
              </a:rPr>
              <a:t>vt</a:t>
            </a:r>
            <a:r>
              <a:rPr lang="en-US" sz="2400" smtClean="0"/>
              <a:t>.</a:t>
            </a:r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Ý t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ưở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</a:t>
            </a:r>
          </a:p>
          <a:p>
            <a:pPr lvl="1" eaLnBrk="1" hangingPunct="1">
              <a:defRPr/>
            </a:pPr>
            <a:r>
              <a:rPr lang="en-US" sz="2400" smtClean="0"/>
              <a:t>“Đẩy” các phần tử bắt </a:t>
            </a:r>
            <a:r>
              <a:rPr lang="vi-VN" sz="2400" smtClean="0"/>
              <a:t>đầ</a:t>
            </a:r>
            <a:r>
              <a:rPr lang="en-US" sz="2400" smtClean="0"/>
              <a:t>u tại vị trí </a:t>
            </a:r>
            <a:r>
              <a:rPr lang="en-US" sz="2400" smtClean="0">
                <a:solidFill>
                  <a:srgbClr val="FF0000"/>
                </a:solidFill>
              </a:rPr>
              <a:t>vt</a:t>
            </a:r>
            <a:r>
              <a:rPr lang="en-US" sz="2400" smtClean="0"/>
              <a:t> sang phải </a:t>
            </a:r>
            <a:r>
              <a:rPr lang="en-US" sz="2400" smtClean="0">
                <a:solidFill>
                  <a:srgbClr val="FF0000"/>
                </a:solidFill>
              </a:rPr>
              <a:t>1 vị trí</a:t>
            </a:r>
            <a:r>
              <a:rPr lang="en-US" sz="2400" smtClean="0"/>
              <a:t>.</a:t>
            </a:r>
          </a:p>
          <a:p>
            <a:pPr lvl="1" eaLnBrk="1" hangingPunct="1">
              <a:defRPr/>
            </a:pPr>
            <a:r>
              <a:rPr lang="en-US" sz="2400" smtClean="0"/>
              <a:t>Đ</a:t>
            </a:r>
            <a:r>
              <a:rPr lang="vi-VN" sz="2400" smtClean="0"/>
              <a:t>ư</a:t>
            </a:r>
            <a:r>
              <a:rPr lang="en-US" sz="2400" smtClean="0"/>
              <a:t>a </a:t>
            </a:r>
            <a:r>
              <a:rPr lang="en-US" sz="2400" smtClean="0">
                <a:solidFill>
                  <a:srgbClr val="FF0000"/>
                </a:solidFill>
              </a:rPr>
              <a:t>x</a:t>
            </a:r>
            <a:r>
              <a:rPr lang="en-US" sz="2400" smtClean="0"/>
              <a:t> vào vị trí </a:t>
            </a:r>
            <a:r>
              <a:rPr lang="en-US" sz="2400" smtClean="0">
                <a:solidFill>
                  <a:srgbClr val="FF0000"/>
                </a:solidFill>
              </a:rPr>
              <a:t>vt</a:t>
            </a:r>
            <a:r>
              <a:rPr lang="en-US" sz="2400" smtClean="0"/>
              <a:t> trong mảng.</a:t>
            </a:r>
          </a:p>
          <a:p>
            <a:pPr lvl="1" eaLnBrk="1" hangingPunct="1">
              <a:defRPr/>
            </a:pPr>
            <a:r>
              <a:rPr lang="en-US" sz="2400" smtClean="0"/>
              <a:t>T</a:t>
            </a:r>
            <a:r>
              <a:rPr lang="vi-VN" sz="2400" smtClean="0"/>
              <a:t>ă</a:t>
            </a:r>
            <a:r>
              <a:rPr lang="en-US" sz="2400" smtClean="0"/>
              <a:t>ng </a:t>
            </a:r>
            <a:r>
              <a:rPr lang="en-US" sz="2400" smtClean="0">
                <a:solidFill>
                  <a:srgbClr val="FF0000"/>
                </a:solidFill>
              </a:rPr>
              <a:t>n</a:t>
            </a:r>
            <a:r>
              <a:rPr lang="en-US" sz="2400" smtClean="0"/>
              <a:t> lên </a:t>
            </a:r>
            <a:r>
              <a:rPr lang="en-US" sz="2400" smtClean="0">
                <a:solidFill>
                  <a:srgbClr val="FF0000"/>
                </a:solidFill>
              </a:rPr>
              <a:t>1 </a:t>
            </a:r>
            <a:r>
              <a:rPr lang="vi-VN" sz="2400" smtClean="0">
                <a:solidFill>
                  <a:srgbClr val="FF0000"/>
                </a:solidFill>
              </a:rPr>
              <a:t>đơ</a:t>
            </a:r>
            <a:r>
              <a:rPr lang="en-US" sz="2400" smtClean="0">
                <a:solidFill>
                  <a:srgbClr val="FF0000"/>
                </a:solidFill>
              </a:rPr>
              <a:t>n vị</a:t>
            </a:r>
            <a:r>
              <a:rPr lang="en-US" sz="2400" smtClean="0"/>
              <a:t>.</a:t>
            </a:r>
          </a:p>
        </p:txBody>
      </p:sp>
      <p:sp>
        <p:nvSpPr>
          <p:cNvPr id="5530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29" name="AutoShape 4"/>
          <p:cNvSpPr>
            <a:spLocks noChangeArrowheads="1"/>
          </p:cNvSpPr>
          <p:nvPr/>
        </p:nvSpPr>
        <p:spPr bwMode="gray">
          <a:xfrm>
            <a:off x="1021080" y="5165538"/>
            <a:ext cx="4998720" cy="1295400"/>
          </a:xfrm>
          <a:prstGeom prst="roundRect">
            <a:avLst>
              <a:gd name="adj" fmla="val 7935"/>
            </a:avLst>
          </a:prstGeom>
          <a:ln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0" name="AutoShape 4"/>
          <p:cNvSpPr>
            <a:spLocks noChangeArrowheads="1"/>
          </p:cNvSpPr>
          <p:nvPr/>
        </p:nvSpPr>
        <p:spPr bwMode="gray">
          <a:xfrm>
            <a:off x="1021080" y="5162490"/>
            <a:ext cx="4160520" cy="1295400"/>
          </a:xfrm>
          <a:prstGeom prst="roundRect">
            <a:avLst>
              <a:gd name="adj" fmla="val 7935"/>
            </a:avLst>
          </a:prstGeom>
          <a:ln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5" name="Group 58"/>
          <p:cNvGrpSpPr>
            <a:grpSpLocks/>
          </p:cNvGrpSpPr>
          <p:nvPr/>
        </p:nvGrpSpPr>
        <p:grpSpPr bwMode="auto">
          <a:xfrm>
            <a:off x="2743200" y="5573713"/>
            <a:ext cx="731838" cy="731837"/>
            <a:chOff x="3048000" y="5364480"/>
            <a:chExt cx="731520" cy="731520"/>
          </a:xfrm>
        </p:grpSpPr>
        <p:grpSp>
          <p:nvGrpSpPr>
            <p:cNvPr id="55359" name="Group 11"/>
            <p:cNvGrpSpPr>
              <a:grpSpLocks/>
            </p:cNvGrpSpPr>
            <p:nvPr/>
          </p:nvGrpSpPr>
          <p:grpSpPr bwMode="auto">
            <a:xfrm>
              <a:off x="3048000" y="5364480"/>
              <a:ext cx="731520" cy="731520"/>
              <a:chOff x="2016" y="1920"/>
              <a:chExt cx="1680" cy="1680"/>
            </a:xfrm>
          </p:grpSpPr>
          <p:sp>
            <p:nvSpPr>
              <p:cNvPr id="55361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362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3" name="Text Box 24"/>
            <p:cNvSpPr txBox="1">
              <a:spLocks noChangeArrowheads="1"/>
            </p:cNvSpPr>
            <p:nvPr/>
          </p:nvSpPr>
          <p:spPr bwMode="gray">
            <a:xfrm>
              <a:off x="31241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c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7" name="Group 63"/>
          <p:cNvGrpSpPr>
            <a:grpSpLocks/>
          </p:cNvGrpSpPr>
          <p:nvPr/>
        </p:nvGrpSpPr>
        <p:grpSpPr bwMode="auto">
          <a:xfrm>
            <a:off x="4419600" y="5573713"/>
            <a:ext cx="731838" cy="731837"/>
            <a:chOff x="4724400" y="5364480"/>
            <a:chExt cx="731520" cy="731520"/>
          </a:xfrm>
        </p:grpSpPr>
        <p:grpSp>
          <p:nvGrpSpPr>
            <p:cNvPr id="55355" name="Group 11"/>
            <p:cNvGrpSpPr>
              <a:grpSpLocks/>
            </p:cNvGrpSpPr>
            <p:nvPr/>
          </p:nvGrpSpPr>
          <p:grpSpPr bwMode="auto">
            <a:xfrm>
              <a:off x="4724400" y="5364480"/>
              <a:ext cx="731520" cy="731520"/>
              <a:chOff x="2016" y="1920"/>
              <a:chExt cx="1680" cy="1680"/>
            </a:xfrm>
          </p:grpSpPr>
          <p:sp>
            <p:nvSpPr>
              <p:cNvPr id="55357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358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8" name="Text Box 24"/>
            <p:cNvSpPr txBox="1">
              <a:spLocks noChangeArrowheads="1"/>
            </p:cNvSpPr>
            <p:nvPr/>
          </p:nvSpPr>
          <p:spPr bwMode="gray">
            <a:xfrm>
              <a:off x="48005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z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9" name="Group 63"/>
          <p:cNvGrpSpPr>
            <a:grpSpLocks/>
          </p:cNvGrpSpPr>
          <p:nvPr/>
        </p:nvGrpSpPr>
        <p:grpSpPr bwMode="auto">
          <a:xfrm>
            <a:off x="4419600" y="5573713"/>
            <a:ext cx="731838" cy="731837"/>
            <a:chOff x="4724400" y="5364480"/>
            <a:chExt cx="731520" cy="731520"/>
          </a:xfrm>
        </p:grpSpPr>
        <p:grpSp>
          <p:nvGrpSpPr>
            <p:cNvPr id="55351" name="Group 11"/>
            <p:cNvGrpSpPr>
              <a:grpSpLocks/>
            </p:cNvGrpSpPr>
            <p:nvPr/>
          </p:nvGrpSpPr>
          <p:grpSpPr bwMode="auto">
            <a:xfrm>
              <a:off x="4724400" y="5364480"/>
              <a:ext cx="731520" cy="731520"/>
              <a:chOff x="2016" y="1920"/>
              <a:chExt cx="1680" cy="1680"/>
            </a:xfrm>
          </p:grpSpPr>
          <p:sp>
            <p:nvSpPr>
              <p:cNvPr id="55353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354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" name="Text Box 24"/>
            <p:cNvSpPr txBox="1">
              <a:spLocks noChangeArrowheads="1"/>
            </p:cNvSpPr>
            <p:nvPr/>
          </p:nvSpPr>
          <p:spPr bwMode="gray">
            <a:xfrm>
              <a:off x="48005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z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47" name="Text Box 24"/>
          <p:cNvSpPr txBox="1">
            <a:spLocks noChangeArrowheads="1"/>
          </p:cNvSpPr>
          <p:nvPr/>
        </p:nvSpPr>
        <p:spPr bwMode="gray">
          <a:xfrm>
            <a:off x="3657600" y="5738813"/>
            <a:ext cx="609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cs typeface="Tahoma" pitchFamily="34" charset="0"/>
            </a:endParaRPr>
          </a:p>
        </p:txBody>
      </p:sp>
      <p:sp>
        <p:nvSpPr>
          <p:cNvPr id="50" name="Text Box 24"/>
          <p:cNvSpPr txBox="1">
            <a:spLocks noChangeArrowheads="1"/>
          </p:cNvSpPr>
          <p:nvPr/>
        </p:nvSpPr>
        <p:spPr bwMode="gray">
          <a:xfrm>
            <a:off x="1143000" y="5192713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0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53" name="Text Box 24"/>
          <p:cNvSpPr txBox="1">
            <a:spLocks noChangeArrowheads="1"/>
          </p:cNvSpPr>
          <p:nvPr/>
        </p:nvSpPr>
        <p:spPr bwMode="gray">
          <a:xfrm>
            <a:off x="1981200" y="5192713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1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56" name="Text Box 24"/>
          <p:cNvSpPr txBox="1">
            <a:spLocks noChangeArrowheads="1"/>
          </p:cNvSpPr>
          <p:nvPr/>
        </p:nvSpPr>
        <p:spPr bwMode="gray">
          <a:xfrm>
            <a:off x="2819400" y="5192713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2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11" name="Group 21"/>
          <p:cNvGrpSpPr>
            <a:grpSpLocks/>
          </p:cNvGrpSpPr>
          <p:nvPr/>
        </p:nvGrpSpPr>
        <p:grpSpPr bwMode="auto">
          <a:xfrm>
            <a:off x="6934200" y="5573713"/>
            <a:ext cx="731838" cy="731837"/>
            <a:chOff x="2016" y="1920"/>
            <a:chExt cx="1680" cy="1680"/>
          </a:xfrm>
        </p:grpSpPr>
        <p:sp>
          <p:nvSpPr>
            <p:cNvPr id="55349" name="Oval 22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A776F0"/>
                </a:gs>
                <a:gs pos="100000">
                  <a:srgbClr val="6A4B9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50" name="Freeform 23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228 w 1321"/>
                <a:gd name="T1" fmla="*/ 283 h 712"/>
                <a:gd name="T2" fmla="*/ 1244 w 1321"/>
                <a:gd name="T3" fmla="*/ 313 h 712"/>
                <a:gd name="T4" fmla="*/ 1247 w 1321"/>
                <a:gd name="T5" fmla="*/ 339 h 712"/>
                <a:gd name="T6" fmla="*/ 1242 w 1321"/>
                <a:gd name="T7" fmla="*/ 364 h 712"/>
                <a:gd name="T8" fmla="*/ 1225 w 1321"/>
                <a:gd name="T9" fmla="*/ 388 h 712"/>
                <a:gd name="T10" fmla="*/ 1201 w 1321"/>
                <a:gd name="T11" fmla="*/ 409 h 712"/>
                <a:gd name="T12" fmla="*/ 1170 w 1321"/>
                <a:gd name="T13" fmla="*/ 427 h 712"/>
                <a:gd name="T14" fmla="*/ 1129 w 1321"/>
                <a:gd name="T15" fmla="*/ 443 h 712"/>
                <a:gd name="T16" fmla="*/ 1083 w 1321"/>
                <a:gd name="T17" fmla="*/ 459 h 712"/>
                <a:gd name="T18" fmla="*/ 1031 w 1321"/>
                <a:gd name="T19" fmla="*/ 471 h 712"/>
                <a:gd name="T20" fmla="*/ 973 w 1321"/>
                <a:gd name="T21" fmla="*/ 482 h 712"/>
                <a:gd name="T22" fmla="*/ 913 w 1321"/>
                <a:gd name="T23" fmla="*/ 490 h 712"/>
                <a:gd name="T24" fmla="*/ 846 w 1321"/>
                <a:gd name="T25" fmla="*/ 497 h 712"/>
                <a:gd name="T26" fmla="*/ 778 w 1321"/>
                <a:gd name="T27" fmla="*/ 501 h 712"/>
                <a:gd name="T28" fmla="*/ 751 w 1321"/>
                <a:gd name="T29" fmla="*/ 503 h 712"/>
                <a:gd name="T30" fmla="*/ 449 w 1321"/>
                <a:gd name="T31" fmla="*/ 503 h 712"/>
                <a:gd name="T32" fmla="*/ 445 w 1321"/>
                <a:gd name="T33" fmla="*/ 503 h 712"/>
                <a:gd name="T34" fmla="*/ 386 w 1321"/>
                <a:gd name="T35" fmla="*/ 500 h 712"/>
                <a:gd name="T36" fmla="*/ 329 w 1321"/>
                <a:gd name="T37" fmla="*/ 497 h 712"/>
                <a:gd name="T38" fmla="*/ 275 w 1321"/>
                <a:gd name="T39" fmla="*/ 492 h 712"/>
                <a:gd name="T40" fmla="*/ 223 w 1321"/>
                <a:gd name="T41" fmla="*/ 487 h 712"/>
                <a:gd name="T42" fmla="*/ 176 w 1321"/>
                <a:gd name="T43" fmla="*/ 478 h 712"/>
                <a:gd name="T44" fmla="*/ 132 w 1321"/>
                <a:gd name="T45" fmla="*/ 467 h 712"/>
                <a:gd name="T46" fmla="*/ 96 w 1321"/>
                <a:gd name="T47" fmla="*/ 458 h 712"/>
                <a:gd name="T48" fmla="*/ 64 w 1321"/>
                <a:gd name="T49" fmla="*/ 445 h 712"/>
                <a:gd name="T50" fmla="*/ 36 w 1321"/>
                <a:gd name="T51" fmla="*/ 429 h 712"/>
                <a:gd name="T52" fmla="*/ 18 w 1321"/>
                <a:gd name="T53" fmla="*/ 411 h 712"/>
                <a:gd name="T54" fmla="*/ 6 w 1321"/>
                <a:gd name="T55" fmla="*/ 391 h 712"/>
                <a:gd name="T56" fmla="*/ 0 w 1321"/>
                <a:gd name="T57" fmla="*/ 370 h 712"/>
                <a:gd name="T58" fmla="*/ 0 w 1321"/>
                <a:gd name="T59" fmla="*/ 367 h 712"/>
                <a:gd name="T60" fmla="*/ 4 w 1321"/>
                <a:gd name="T61" fmla="*/ 344 h 712"/>
                <a:gd name="T62" fmla="*/ 16 w 1321"/>
                <a:gd name="T63" fmla="*/ 315 h 712"/>
                <a:gd name="T64" fmla="*/ 48 w 1321"/>
                <a:gd name="T65" fmla="*/ 261 h 712"/>
                <a:gd name="T66" fmla="*/ 88 w 1321"/>
                <a:gd name="T67" fmla="*/ 211 h 712"/>
                <a:gd name="T68" fmla="*/ 138 w 1321"/>
                <a:gd name="T69" fmla="*/ 166 h 712"/>
                <a:gd name="T70" fmla="*/ 192 w 1321"/>
                <a:gd name="T71" fmla="*/ 125 h 712"/>
                <a:gd name="T72" fmla="*/ 255 w 1321"/>
                <a:gd name="T73" fmla="*/ 88 h 712"/>
                <a:gd name="T74" fmla="*/ 323 w 1321"/>
                <a:gd name="T75" fmla="*/ 58 h 712"/>
                <a:gd name="T76" fmla="*/ 391 w 1321"/>
                <a:gd name="T77" fmla="*/ 33 h 712"/>
                <a:gd name="T78" fmla="*/ 470 w 1321"/>
                <a:gd name="T79" fmla="*/ 15 h 712"/>
                <a:gd name="T80" fmla="*/ 548 w 1321"/>
                <a:gd name="T81" fmla="*/ 4 h 712"/>
                <a:gd name="T82" fmla="*/ 630 w 1321"/>
                <a:gd name="T83" fmla="*/ 0 h 712"/>
                <a:gd name="T84" fmla="*/ 630 w 1321"/>
                <a:gd name="T85" fmla="*/ 0 h 712"/>
                <a:gd name="T86" fmla="*/ 717 w 1321"/>
                <a:gd name="T87" fmla="*/ 4 h 712"/>
                <a:gd name="T88" fmla="*/ 800 w 1321"/>
                <a:gd name="T89" fmla="*/ 16 h 712"/>
                <a:gd name="T90" fmla="*/ 880 w 1321"/>
                <a:gd name="T91" fmla="*/ 37 h 712"/>
                <a:gd name="T92" fmla="*/ 954 w 1321"/>
                <a:gd name="T93" fmla="*/ 63 h 712"/>
                <a:gd name="T94" fmla="*/ 1022 w 1321"/>
                <a:gd name="T95" fmla="*/ 97 h 712"/>
                <a:gd name="T96" fmla="*/ 1085 w 1321"/>
                <a:gd name="T97" fmla="*/ 137 h 712"/>
                <a:gd name="T98" fmla="*/ 1141 w 1321"/>
                <a:gd name="T99" fmla="*/ 181 h 712"/>
                <a:gd name="T100" fmla="*/ 1188 w 1321"/>
                <a:gd name="T101" fmla="*/ 229 h 712"/>
                <a:gd name="T102" fmla="*/ 1228 w 1321"/>
                <a:gd name="T103" fmla="*/ 283 h 712"/>
                <a:gd name="T104" fmla="*/ 1228 w 1321"/>
                <a:gd name="T105" fmla="*/ 283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21"/>
                <a:gd name="T160" fmla="*/ 0 h 712"/>
                <a:gd name="T161" fmla="*/ 1321 w 1321"/>
                <a:gd name="T162" fmla="*/ 712 h 71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A776F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" name="Text Box 24"/>
          <p:cNvSpPr txBox="1">
            <a:spLocks noChangeArrowheads="1"/>
          </p:cNvSpPr>
          <p:nvPr/>
        </p:nvSpPr>
        <p:spPr bwMode="gray">
          <a:xfrm>
            <a:off x="6705600" y="5192713"/>
            <a:ext cx="1219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MAX - 1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73" name="Text Box 24"/>
          <p:cNvSpPr txBox="1">
            <a:spLocks noChangeArrowheads="1"/>
          </p:cNvSpPr>
          <p:nvPr/>
        </p:nvSpPr>
        <p:spPr bwMode="gray">
          <a:xfrm>
            <a:off x="4343400" y="5162550"/>
            <a:ext cx="914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n – 1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74" name="Text Box 24"/>
          <p:cNvSpPr txBox="1">
            <a:spLocks noChangeArrowheads="1"/>
          </p:cNvSpPr>
          <p:nvPr/>
        </p:nvSpPr>
        <p:spPr bwMode="gray">
          <a:xfrm>
            <a:off x="6172200" y="5726113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75" name="Text Box 24"/>
          <p:cNvSpPr txBox="1">
            <a:spLocks noChangeArrowheads="1"/>
          </p:cNvSpPr>
          <p:nvPr/>
        </p:nvSpPr>
        <p:spPr bwMode="gray">
          <a:xfrm>
            <a:off x="3657600" y="5737225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76" name="Text Box 24"/>
          <p:cNvSpPr txBox="1">
            <a:spLocks noChangeArrowheads="1"/>
          </p:cNvSpPr>
          <p:nvPr/>
        </p:nvSpPr>
        <p:spPr bwMode="gray">
          <a:xfrm>
            <a:off x="5334000" y="5721350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12" name="Group 48"/>
          <p:cNvGrpSpPr>
            <a:grpSpLocks/>
          </p:cNvGrpSpPr>
          <p:nvPr/>
        </p:nvGrpSpPr>
        <p:grpSpPr bwMode="auto">
          <a:xfrm>
            <a:off x="1066800" y="5573713"/>
            <a:ext cx="731838" cy="731837"/>
            <a:chOff x="1371600" y="5364480"/>
            <a:chExt cx="731520" cy="731520"/>
          </a:xfrm>
        </p:grpSpPr>
        <p:grpSp>
          <p:nvGrpSpPr>
            <p:cNvPr id="55345" name="Group 11"/>
            <p:cNvGrpSpPr>
              <a:grpSpLocks/>
            </p:cNvGrpSpPr>
            <p:nvPr/>
          </p:nvGrpSpPr>
          <p:grpSpPr bwMode="auto">
            <a:xfrm>
              <a:off x="1371600" y="5364480"/>
              <a:ext cx="731520" cy="731520"/>
              <a:chOff x="2016" y="1920"/>
              <a:chExt cx="1680" cy="1680"/>
            </a:xfrm>
          </p:grpSpPr>
          <p:sp>
            <p:nvSpPr>
              <p:cNvPr id="55347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348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9" name="Text Box 24"/>
            <p:cNvSpPr txBox="1">
              <a:spLocks noChangeArrowheads="1"/>
            </p:cNvSpPr>
            <p:nvPr/>
          </p:nvSpPr>
          <p:spPr bwMode="gray">
            <a:xfrm>
              <a:off x="14477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a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14" name="Group 53"/>
          <p:cNvGrpSpPr>
            <a:grpSpLocks/>
          </p:cNvGrpSpPr>
          <p:nvPr/>
        </p:nvGrpSpPr>
        <p:grpSpPr bwMode="auto">
          <a:xfrm>
            <a:off x="1905000" y="5573713"/>
            <a:ext cx="731838" cy="731837"/>
            <a:chOff x="2209800" y="5364480"/>
            <a:chExt cx="731520" cy="731520"/>
          </a:xfrm>
        </p:grpSpPr>
        <p:grpSp>
          <p:nvGrpSpPr>
            <p:cNvPr id="55341" name="Group 11"/>
            <p:cNvGrpSpPr>
              <a:grpSpLocks/>
            </p:cNvGrpSpPr>
            <p:nvPr/>
          </p:nvGrpSpPr>
          <p:grpSpPr bwMode="auto">
            <a:xfrm>
              <a:off x="2209800" y="5364480"/>
              <a:ext cx="731520" cy="731520"/>
              <a:chOff x="2016" y="1920"/>
              <a:chExt cx="1680" cy="1680"/>
            </a:xfrm>
          </p:grpSpPr>
          <p:sp>
            <p:nvSpPr>
              <p:cNvPr id="55343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344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4" name="Text Box 24"/>
            <p:cNvSpPr txBox="1">
              <a:spLocks noChangeArrowheads="1"/>
            </p:cNvSpPr>
            <p:nvPr/>
          </p:nvSpPr>
          <p:spPr bwMode="gray">
            <a:xfrm>
              <a:off x="22859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b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16" name="Group 58"/>
          <p:cNvGrpSpPr>
            <a:grpSpLocks/>
          </p:cNvGrpSpPr>
          <p:nvPr/>
        </p:nvGrpSpPr>
        <p:grpSpPr bwMode="auto">
          <a:xfrm>
            <a:off x="2743200" y="5573713"/>
            <a:ext cx="731838" cy="731837"/>
            <a:chOff x="3048000" y="5364480"/>
            <a:chExt cx="731520" cy="731520"/>
          </a:xfrm>
        </p:grpSpPr>
        <p:grpSp>
          <p:nvGrpSpPr>
            <p:cNvPr id="55337" name="Group 11"/>
            <p:cNvGrpSpPr>
              <a:grpSpLocks/>
            </p:cNvGrpSpPr>
            <p:nvPr/>
          </p:nvGrpSpPr>
          <p:grpSpPr bwMode="auto">
            <a:xfrm>
              <a:off x="3048000" y="5364480"/>
              <a:ext cx="731520" cy="731520"/>
              <a:chOff x="2016" y="1920"/>
              <a:chExt cx="1680" cy="1680"/>
            </a:xfrm>
          </p:grpSpPr>
          <p:sp>
            <p:nvSpPr>
              <p:cNvPr id="55339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340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9" name="Text Box 24"/>
            <p:cNvSpPr txBox="1">
              <a:spLocks noChangeArrowheads="1"/>
            </p:cNvSpPr>
            <p:nvPr/>
          </p:nvSpPr>
          <p:spPr bwMode="gray">
            <a:xfrm>
              <a:off x="3124167" y="5562831"/>
              <a:ext cx="533168" cy="38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c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92" name="Freeform 5"/>
          <p:cNvSpPr>
            <a:spLocks/>
          </p:cNvSpPr>
          <p:nvPr/>
        </p:nvSpPr>
        <p:spPr bwMode="gray">
          <a:xfrm rot="5400000" flipH="1" flipV="1">
            <a:off x="2035968" y="4288632"/>
            <a:ext cx="1033463" cy="1600200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191" y="591"/>
              </a:cxn>
              <a:cxn ang="0">
                <a:pos x="190" y="672"/>
              </a:cxn>
              <a:cxn ang="0">
                <a:pos x="194" y="672"/>
              </a:cxn>
              <a:cxn ang="0">
                <a:pos x="205" y="672"/>
              </a:cxn>
              <a:cxn ang="0">
                <a:pos x="225" y="671"/>
              </a:cxn>
              <a:cxn ang="0">
                <a:pos x="250" y="667"/>
              </a:cxn>
              <a:cxn ang="0">
                <a:pos x="281" y="662"/>
              </a:cxn>
              <a:cxn ang="0">
                <a:pos x="316" y="653"/>
              </a:cxn>
              <a:cxn ang="0">
                <a:pos x="356" y="641"/>
              </a:cxn>
              <a:cxn ang="0">
                <a:pos x="399" y="626"/>
              </a:cxn>
              <a:cxn ang="0">
                <a:pos x="444" y="605"/>
              </a:cxn>
              <a:cxn ang="0">
                <a:pos x="492" y="578"/>
              </a:cxn>
              <a:cxn ang="0">
                <a:pos x="540" y="547"/>
              </a:cxn>
              <a:cxn ang="0">
                <a:pos x="587" y="508"/>
              </a:cxn>
              <a:cxn ang="0">
                <a:pos x="635" y="463"/>
              </a:cxn>
              <a:cxn ang="0">
                <a:pos x="689" y="405"/>
              </a:cxn>
              <a:cxn ang="0">
                <a:pos x="737" y="350"/>
              </a:cxn>
              <a:cxn ang="0">
                <a:pos x="780" y="298"/>
              </a:cxn>
              <a:cxn ang="0">
                <a:pos x="816" y="249"/>
              </a:cxn>
              <a:cxn ang="0">
                <a:pos x="847" y="204"/>
              </a:cxn>
              <a:cxn ang="0">
                <a:pos x="873" y="164"/>
              </a:cxn>
              <a:cxn ang="0">
                <a:pos x="895" y="126"/>
              </a:cxn>
              <a:cxn ang="0">
                <a:pos x="913" y="94"/>
              </a:cxn>
              <a:cxn ang="0">
                <a:pos x="926" y="66"/>
              </a:cxn>
              <a:cxn ang="0">
                <a:pos x="936" y="42"/>
              </a:cxn>
              <a:cxn ang="0">
                <a:pos x="944" y="24"/>
              </a:cxn>
              <a:cxn ang="0">
                <a:pos x="949" y="12"/>
              </a:cxn>
              <a:cxn ang="0">
                <a:pos x="952" y="2"/>
              </a:cxn>
              <a:cxn ang="0">
                <a:pos x="952" y="0"/>
              </a:cxn>
              <a:cxn ang="0">
                <a:pos x="952" y="4"/>
              </a:cxn>
              <a:cxn ang="0">
                <a:pos x="950" y="17"/>
              </a:cxn>
              <a:cxn ang="0">
                <a:pos x="948" y="36"/>
              </a:cxn>
              <a:cxn ang="0">
                <a:pos x="942" y="62"/>
              </a:cxn>
              <a:cxn ang="0">
                <a:pos x="936" y="93"/>
              </a:cxn>
              <a:cxn ang="0">
                <a:pos x="927" y="130"/>
              </a:cxn>
              <a:cxn ang="0">
                <a:pos x="914" y="172"/>
              </a:cxn>
              <a:cxn ang="0">
                <a:pos x="899" y="217"/>
              </a:cxn>
              <a:cxn ang="0">
                <a:pos x="881" y="264"/>
              </a:cxn>
              <a:cxn ang="0">
                <a:pos x="857" y="315"/>
              </a:cxn>
              <a:cxn ang="0">
                <a:pos x="830" y="368"/>
              </a:cxn>
              <a:cxn ang="0">
                <a:pos x="798" y="421"/>
              </a:cxn>
              <a:cxn ang="0">
                <a:pos x="762" y="475"/>
              </a:cxn>
              <a:cxn ang="0">
                <a:pos x="719" y="529"/>
              </a:cxn>
              <a:cxn ang="0">
                <a:pos x="671" y="582"/>
              </a:cxn>
              <a:cxn ang="0">
                <a:pos x="613" y="637"/>
              </a:cxn>
              <a:cxn ang="0">
                <a:pos x="555" y="685"/>
              </a:cxn>
              <a:cxn ang="0">
                <a:pos x="500" y="726"/>
              </a:cxn>
              <a:cxn ang="0">
                <a:pos x="447" y="761"/>
              </a:cxn>
              <a:cxn ang="0">
                <a:pos x="396" y="790"/>
              </a:cxn>
              <a:cxn ang="0">
                <a:pos x="350" y="813"/>
              </a:cxn>
              <a:cxn ang="0">
                <a:pos x="307" y="831"/>
              </a:cxn>
              <a:cxn ang="0">
                <a:pos x="270" y="845"/>
              </a:cxn>
              <a:cxn ang="0">
                <a:pos x="238" y="855"/>
              </a:cxn>
              <a:cxn ang="0">
                <a:pos x="212" y="862"/>
              </a:cxn>
              <a:cxn ang="0">
                <a:pos x="192" y="866"/>
              </a:cxn>
              <a:cxn ang="0">
                <a:pos x="181" y="868"/>
              </a:cxn>
              <a:cxn ang="0">
                <a:pos x="176" y="868"/>
              </a:cxn>
              <a:cxn ang="0">
                <a:pos x="167" y="947"/>
              </a:cxn>
              <a:cxn ang="0">
                <a:pos x="0" y="756"/>
              </a:cxn>
            </a:cxnLst>
            <a:rect l="0" t="0" r="r" b="b"/>
            <a:pathLst>
              <a:path w="952" h="947">
                <a:moveTo>
                  <a:pt x="0" y="756"/>
                </a:moveTo>
                <a:lnTo>
                  <a:pt x="191" y="591"/>
                </a:lnTo>
                <a:lnTo>
                  <a:pt x="190" y="672"/>
                </a:lnTo>
                <a:lnTo>
                  <a:pt x="194" y="672"/>
                </a:lnTo>
                <a:lnTo>
                  <a:pt x="205" y="672"/>
                </a:lnTo>
                <a:lnTo>
                  <a:pt x="225" y="671"/>
                </a:lnTo>
                <a:lnTo>
                  <a:pt x="250" y="667"/>
                </a:lnTo>
                <a:lnTo>
                  <a:pt x="281" y="662"/>
                </a:lnTo>
                <a:lnTo>
                  <a:pt x="316" y="653"/>
                </a:lnTo>
                <a:lnTo>
                  <a:pt x="356" y="641"/>
                </a:lnTo>
                <a:lnTo>
                  <a:pt x="399" y="626"/>
                </a:lnTo>
                <a:lnTo>
                  <a:pt x="444" y="605"/>
                </a:lnTo>
                <a:lnTo>
                  <a:pt x="492" y="578"/>
                </a:lnTo>
                <a:lnTo>
                  <a:pt x="540" y="547"/>
                </a:lnTo>
                <a:lnTo>
                  <a:pt x="587" y="508"/>
                </a:lnTo>
                <a:lnTo>
                  <a:pt x="635" y="463"/>
                </a:lnTo>
                <a:lnTo>
                  <a:pt x="689" y="405"/>
                </a:lnTo>
                <a:lnTo>
                  <a:pt x="737" y="350"/>
                </a:lnTo>
                <a:lnTo>
                  <a:pt x="780" y="298"/>
                </a:lnTo>
                <a:lnTo>
                  <a:pt x="816" y="249"/>
                </a:lnTo>
                <a:lnTo>
                  <a:pt x="847" y="204"/>
                </a:lnTo>
                <a:lnTo>
                  <a:pt x="873" y="164"/>
                </a:lnTo>
                <a:lnTo>
                  <a:pt x="895" y="126"/>
                </a:lnTo>
                <a:lnTo>
                  <a:pt x="913" y="94"/>
                </a:lnTo>
                <a:lnTo>
                  <a:pt x="926" y="66"/>
                </a:lnTo>
                <a:lnTo>
                  <a:pt x="936" y="42"/>
                </a:lnTo>
                <a:lnTo>
                  <a:pt x="944" y="24"/>
                </a:lnTo>
                <a:lnTo>
                  <a:pt x="949" y="12"/>
                </a:lnTo>
                <a:lnTo>
                  <a:pt x="952" y="2"/>
                </a:lnTo>
                <a:lnTo>
                  <a:pt x="952" y="0"/>
                </a:lnTo>
                <a:lnTo>
                  <a:pt x="952" y="4"/>
                </a:lnTo>
                <a:lnTo>
                  <a:pt x="950" y="17"/>
                </a:lnTo>
                <a:lnTo>
                  <a:pt x="948" y="36"/>
                </a:lnTo>
                <a:lnTo>
                  <a:pt x="942" y="62"/>
                </a:lnTo>
                <a:lnTo>
                  <a:pt x="936" y="93"/>
                </a:lnTo>
                <a:lnTo>
                  <a:pt x="927" y="130"/>
                </a:lnTo>
                <a:lnTo>
                  <a:pt x="914" y="172"/>
                </a:lnTo>
                <a:lnTo>
                  <a:pt x="899" y="217"/>
                </a:lnTo>
                <a:lnTo>
                  <a:pt x="881" y="264"/>
                </a:lnTo>
                <a:lnTo>
                  <a:pt x="857" y="315"/>
                </a:lnTo>
                <a:lnTo>
                  <a:pt x="830" y="368"/>
                </a:lnTo>
                <a:lnTo>
                  <a:pt x="798" y="421"/>
                </a:lnTo>
                <a:lnTo>
                  <a:pt x="762" y="475"/>
                </a:lnTo>
                <a:lnTo>
                  <a:pt x="719" y="529"/>
                </a:lnTo>
                <a:lnTo>
                  <a:pt x="671" y="582"/>
                </a:lnTo>
                <a:lnTo>
                  <a:pt x="613" y="637"/>
                </a:lnTo>
                <a:lnTo>
                  <a:pt x="555" y="685"/>
                </a:lnTo>
                <a:lnTo>
                  <a:pt x="500" y="726"/>
                </a:lnTo>
                <a:lnTo>
                  <a:pt x="447" y="761"/>
                </a:lnTo>
                <a:lnTo>
                  <a:pt x="396" y="790"/>
                </a:lnTo>
                <a:lnTo>
                  <a:pt x="350" y="813"/>
                </a:lnTo>
                <a:lnTo>
                  <a:pt x="307" y="831"/>
                </a:lnTo>
                <a:lnTo>
                  <a:pt x="270" y="845"/>
                </a:lnTo>
                <a:lnTo>
                  <a:pt x="238" y="855"/>
                </a:lnTo>
                <a:lnTo>
                  <a:pt x="212" y="862"/>
                </a:lnTo>
                <a:lnTo>
                  <a:pt x="192" y="866"/>
                </a:lnTo>
                <a:lnTo>
                  <a:pt x="181" y="868"/>
                </a:lnTo>
                <a:lnTo>
                  <a:pt x="176" y="868"/>
                </a:lnTo>
                <a:lnTo>
                  <a:pt x="167" y="947"/>
                </a:lnTo>
                <a:lnTo>
                  <a:pt x="0" y="75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3366FF"/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grpSp>
        <p:nvGrpSpPr>
          <p:cNvPr id="18" name="Group 30"/>
          <p:cNvGrpSpPr>
            <a:grpSpLocks/>
          </p:cNvGrpSpPr>
          <p:nvPr/>
        </p:nvGrpSpPr>
        <p:grpSpPr bwMode="auto">
          <a:xfrm>
            <a:off x="1066800" y="4248150"/>
            <a:ext cx="731838" cy="731838"/>
            <a:chOff x="2209800" y="4038600"/>
            <a:chExt cx="731520" cy="731520"/>
          </a:xfrm>
        </p:grpSpPr>
        <p:grpSp>
          <p:nvGrpSpPr>
            <p:cNvPr id="55333" name="Group 26"/>
            <p:cNvGrpSpPr>
              <a:grpSpLocks/>
            </p:cNvGrpSpPr>
            <p:nvPr/>
          </p:nvGrpSpPr>
          <p:grpSpPr bwMode="auto">
            <a:xfrm>
              <a:off x="2209800" y="4038600"/>
              <a:ext cx="731520" cy="731520"/>
              <a:chOff x="2016" y="1920"/>
              <a:chExt cx="1680" cy="1680"/>
            </a:xfrm>
          </p:grpSpPr>
          <p:sp>
            <p:nvSpPr>
              <p:cNvPr id="55335" name="Oval 27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FA8228"/>
                  </a:gs>
                  <a:gs pos="100000">
                    <a:srgbClr val="80431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336" name="Freeform 28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FA8228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5" name="Text Box 24"/>
            <p:cNvSpPr txBox="1">
              <a:spLocks noChangeArrowheads="1"/>
            </p:cNvSpPr>
            <p:nvPr/>
          </p:nvSpPr>
          <p:spPr bwMode="gray">
            <a:xfrm>
              <a:off x="2301835" y="4236952"/>
              <a:ext cx="533168" cy="3808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x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98" name="Text Box 24"/>
          <p:cNvSpPr txBox="1">
            <a:spLocks noChangeArrowheads="1"/>
          </p:cNvSpPr>
          <p:nvPr/>
        </p:nvSpPr>
        <p:spPr bwMode="gray">
          <a:xfrm>
            <a:off x="2514600" y="4476750"/>
            <a:ext cx="1295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chèn?</a:t>
            </a:r>
            <a:endParaRPr lang="en-US" sz="24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99" name="Text Box 24"/>
          <p:cNvSpPr txBox="1">
            <a:spLocks noChangeArrowheads="1"/>
          </p:cNvSpPr>
          <p:nvPr/>
        </p:nvSpPr>
        <p:spPr bwMode="gray">
          <a:xfrm>
            <a:off x="2743200" y="6534150"/>
            <a:ext cx="76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vt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cxnSp>
        <p:nvCxnSpPr>
          <p:cNvPr id="100" name="Straight Arrow Connector 99"/>
          <p:cNvCxnSpPr/>
          <p:nvPr/>
        </p:nvCxnSpPr>
        <p:spPr>
          <a:xfrm rot="5400000" flipH="1" flipV="1">
            <a:off x="2979737" y="6462713"/>
            <a:ext cx="290513" cy="1588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Freeform 100"/>
          <p:cNvSpPr>
            <a:spLocks/>
          </p:cNvSpPr>
          <p:nvPr/>
        </p:nvSpPr>
        <p:spPr bwMode="gray">
          <a:xfrm rot="2168025" flipH="1" flipV="1">
            <a:off x="4918075" y="5307013"/>
            <a:ext cx="692150" cy="623887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191" y="591"/>
              </a:cxn>
              <a:cxn ang="0">
                <a:pos x="190" y="672"/>
              </a:cxn>
              <a:cxn ang="0">
                <a:pos x="194" y="672"/>
              </a:cxn>
              <a:cxn ang="0">
                <a:pos x="205" y="672"/>
              </a:cxn>
              <a:cxn ang="0">
                <a:pos x="225" y="671"/>
              </a:cxn>
              <a:cxn ang="0">
                <a:pos x="250" y="667"/>
              </a:cxn>
              <a:cxn ang="0">
                <a:pos x="281" y="662"/>
              </a:cxn>
              <a:cxn ang="0">
                <a:pos x="316" y="653"/>
              </a:cxn>
              <a:cxn ang="0">
                <a:pos x="356" y="641"/>
              </a:cxn>
              <a:cxn ang="0">
                <a:pos x="399" y="626"/>
              </a:cxn>
              <a:cxn ang="0">
                <a:pos x="444" y="605"/>
              </a:cxn>
              <a:cxn ang="0">
                <a:pos x="492" y="578"/>
              </a:cxn>
              <a:cxn ang="0">
                <a:pos x="540" y="547"/>
              </a:cxn>
              <a:cxn ang="0">
                <a:pos x="587" y="508"/>
              </a:cxn>
              <a:cxn ang="0">
                <a:pos x="635" y="463"/>
              </a:cxn>
              <a:cxn ang="0">
                <a:pos x="689" y="405"/>
              </a:cxn>
              <a:cxn ang="0">
                <a:pos x="737" y="350"/>
              </a:cxn>
              <a:cxn ang="0">
                <a:pos x="780" y="298"/>
              </a:cxn>
              <a:cxn ang="0">
                <a:pos x="816" y="249"/>
              </a:cxn>
              <a:cxn ang="0">
                <a:pos x="847" y="204"/>
              </a:cxn>
              <a:cxn ang="0">
                <a:pos x="873" y="164"/>
              </a:cxn>
              <a:cxn ang="0">
                <a:pos x="895" y="126"/>
              </a:cxn>
              <a:cxn ang="0">
                <a:pos x="913" y="94"/>
              </a:cxn>
              <a:cxn ang="0">
                <a:pos x="926" y="66"/>
              </a:cxn>
              <a:cxn ang="0">
                <a:pos x="936" y="42"/>
              </a:cxn>
              <a:cxn ang="0">
                <a:pos x="944" y="24"/>
              </a:cxn>
              <a:cxn ang="0">
                <a:pos x="949" y="12"/>
              </a:cxn>
              <a:cxn ang="0">
                <a:pos x="952" y="2"/>
              </a:cxn>
              <a:cxn ang="0">
                <a:pos x="952" y="0"/>
              </a:cxn>
              <a:cxn ang="0">
                <a:pos x="952" y="4"/>
              </a:cxn>
              <a:cxn ang="0">
                <a:pos x="950" y="17"/>
              </a:cxn>
              <a:cxn ang="0">
                <a:pos x="948" y="36"/>
              </a:cxn>
              <a:cxn ang="0">
                <a:pos x="942" y="62"/>
              </a:cxn>
              <a:cxn ang="0">
                <a:pos x="936" y="93"/>
              </a:cxn>
              <a:cxn ang="0">
                <a:pos x="927" y="130"/>
              </a:cxn>
              <a:cxn ang="0">
                <a:pos x="914" y="172"/>
              </a:cxn>
              <a:cxn ang="0">
                <a:pos x="899" y="217"/>
              </a:cxn>
              <a:cxn ang="0">
                <a:pos x="881" y="264"/>
              </a:cxn>
              <a:cxn ang="0">
                <a:pos x="857" y="315"/>
              </a:cxn>
              <a:cxn ang="0">
                <a:pos x="830" y="368"/>
              </a:cxn>
              <a:cxn ang="0">
                <a:pos x="798" y="421"/>
              </a:cxn>
              <a:cxn ang="0">
                <a:pos x="762" y="475"/>
              </a:cxn>
              <a:cxn ang="0">
                <a:pos x="719" y="529"/>
              </a:cxn>
              <a:cxn ang="0">
                <a:pos x="671" y="582"/>
              </a:cxn>
              <a:cxn ang="0">
                <a:pos x="613" y="637"/>
              </a:cxn>
              <a:cxn ang="0">
                <a:pos x="555" y="685"/>
              </a:cxn>
              <a:cxn ang="0">
                <a:pos x="500" y="726"/>
              </a:cxn>
              <a:cxn ang="0">
                <a:pos x="447" y="761"/>
              </a:cxn>
              <a:cxn ang="0">
                <a:pos x="396" y="790"/>
              </a:cxn>
              <a:cxn ang="0">
                <a:pos x="350" y="813"/>
              </a:cxn>
              <a:cxn ang="0">
                <a:pos x="307" y="831"/>
              </a:cxn>
              <a:cxn ang="0">
                <a:pos x="270" y="845"/>
              </a:cxn>
              <a:cxn ang="0">
                <a:pos x="238" y="855"/>
              </a:cxn>
              <a:cxn ang="0">
                <a:pos x="212" y="862"/>
              </a:cxn>
              <a:cxn ang="0">
                <a:pos x="192" y="866"/>
              </a:cxn>
              <a:cxn ang="0">
                <a:pos x="181" y="868"/>
              </a:cxn>
              <a:cxn ang="0">
                <a:pos x="176" y="868"/>
              </a:cxn>
              <a:cxn ang="0">
                <a:pos x="167" y="947"/>
              </a:cxn>
              <a:cxn ang="0">
                <a:pos x="0" y="756"/>
              </a:cxn>
            </a:cxnLst>
            <a:rect l="0" t="0" r="r" b="b"/>
            <a:pathLst>
              <a:path w="952" h="947">
                <a:moveTo>
                  <a:pt x="0" y="756"/>
                </a:moveTo>
                <a:lnTo>
                  <a:pt x="191" y="591"/>
                </a:lnTo>
                <a:lnTo>
                  <a:pt x="190" y="672"/>
                </a:lnTo>
                <a:lnTo>
                  <a:pt x="194" y="672"/>
                </a:lnTo>
                <a:lnTo>
                  <a:pt x="205" y="672"/>
                </a:lnTo>
                <a:lnTo>
                  <a:pt x="225" y="671"/>
                </a:lnTo>
                <a:lnTo>
                  <a:pt x="250" y="667"/>
                </a:lnTo>
                <a:lnTo>
                  <a:pt x="281" y="662"/>
                </a:lnTo>
                <a:lnTo>
                  <a:pt x="316" y="653"/>
                </a:lnTo>
                <a:lnTo>
                  <a:pt x="356" y="641"/>
                </a:lnTo>
                <a:lnTo>
                  <a:pt x="399" y="626"/>
                </a:lnTo>
                <a:lnTo>
                  <a:pt x="444" y="605"/>
                </a:lnTo>
                <a:lnTo>
                  <a:pt x="492" y="578"/>
                </a:lnTo>
                <a:lnTo>
                  <a:pt x="540" y="547"/>
                </a:lnTo>
                <a:lnTo>
                  <a:pt x="587" y="508"/>
                </a:lnTo>
                <a:lnTo>
                  <a:pt x="635" y="463"/>
                </a:lnTo>
                <a:lnTo>
                  <a:pt x="689" y="405"/>
                </a:lnTo>
                <a:lnTo>
                  <a:pt x="737" y="350"/>
                </a:lnTo>
                <a:lnTo>
                  <a:pt x="780" y="298"/>
                </a:lnTo>
                <a:lnTo>
                  <a:pt x="816" y="249"/>
                </a:lnTo>
                <a:lnTo>
                  <a:pt x="847" y="204"/>
                </a:lnTo>
                <a:lnTo>
                  <a:pt x="873" y="164"/>
                </a:lnTo>
                <a:lnTo>
                  <a:pt x="895" y="126"/>
                </a:lnTo>
                <a:lnTo>
                  <a:pt x="913" y="94"/>
                </a:lnTo>
                <a:lnTo>
                  <a:pt x="926" y="66"/>
                </a:lnTo>
                <a:lnTo>
                  <a:pt x="936" y="42"/>
                </a:lnTo>
                <a:lnTo>
                  <a:pt x="944" y="24"/>
                </a:lnTo>
                <a:lnTo>
                  <a:pt x="949" y="12"/>
                </a:lnTo>
                <a:lnTo>
                  <a:pt x="952" y="2"/>
                </a:lnTo>
                <a:lnTo>
                  <a:pt x="952" y="0"/>
                </a:lnTo>
                <a:lnTo>
                  <a:pt x="952" y="4"/>
                </a:lnTo>
                <a:lnTo>
                  <a:pt x="950" y="17"/>
                </a:lnTo>
                <a:lnTo>
                  <a:pt x="948" y="36"/>
                </a:lnTo>
                <a:lnTo>
                  <a:pt x="942" y="62"/>
                </a:lnTo>
                <a:lnTo>
                  <a:pt x="936" y="93"/>
                </a:lnTo>
                <a:lnTo>
                  <a:pt x="927" y="130"/>
                </a:lnTo>
                <a:lnTo>
                  <a:pt x="914" y="172"/>
                </a:lnTo>
                <a:lnTo>
                  <a:pt x="899" y="217"/>
                </a:lnTo>
                <a:lnTo>
                  <a:pt x="881" y="264"/>
                </a:lnTo>
                <a:lnTo>
                  <a:pt x="857" y="315"/>
                </a:lnTo>
                <a:lnTo>
                  <a:pt x="830" y="368"/>
                </a:lnTo>
                <a:lnTo>
                  <a:pt x="798" y="421"/>
                </a:lnTo>
                <a:lnTo>
                  <a:pt x="762" y="475"/>
                </a:lnTo>
                <a:lnTo>
                  <a:pt x="719" y="529"/>
                </a:lnTo>
                <a:lnTo>
                  <a:pt x="671" y="582"/>
                </a:lnTo>
                <a:lnTo>
                  <a:pt x="613" y="637"/>
                </a:lnTo>
                <a:lnTo>
                  <a:pt x="555" y="685"/>
                </a:lnTo>
                <a:lnTo>
                  <a:pt x="500" y="726"/>
                </a:lnTo>
                <a:lnTo>
                  <a:pt x="447" y="761"/>
                </a:lnTo>
                <a:lnTo>
                  <a:pt x="396" y="790"/>
                </a:lnTo>
                <a:lnTo>
                  <a:pt x="350" y="813"/>
                </a:lnTo>
                <a:lnTo>
                  <a:pt x="307" y="831"/>
                </a:lnTo>
                <a:lnTo>
                  <a:pt x="270" y="845"/>
                </a:lnTo>
                <a:lnTo>
                  <a:pt x="238" y="855"/>
                </a:lnTo>
                <a:lnTo>
                  <a:pt x="212" y="862"/>
                </a:lnTo>
                <a:lnTo>
                  <a:pt x="192" y="866"/>
                </a:lnTo>
                <a:lnTo>
                  <a:pt x="181" y="868"/>
                </a:lnTo>
                <a:lnTo>
                  <a:pt x="176" y="868"/>
                </a:lnTo>
                <a:lnTo>
                  <a:pt x="167" y="947"/>
                </a:lnTo>
                <a:lnTo>
                  <a:pt x="0" y="75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3366FF"/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02" name="Text Box 24"/>
          <p:cNvSpPr txBox="1">
            <a:spLocks noChangeArrowheads="1"/>
          </p:cNvSpPr>
          <p:nvPr/>
        </p:nvSpPr>
        <p:spPr bwMode="gray">
          <a:xfrm>
            <a:off x="5181600" y="5162550"/>
            <a:ext cx="914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n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103" name="Freeform 5"/>
          <p:cNvSpPr>
            <a:spLocks/>
          </p:cNvSpPr>
          <p:nvPr/>
        </p:nvSpPr>
        <p:spPr bwMode="gray">
          <a:xfrm rot="2168025" flipH="1" flipV="1">
            <a:off x="4079875" y="5307013"/>
            <a:ext cx="692150" cy="623887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191" y="591"/>
              </a:cxn>
              <a:cxn ang="0">
                <a:pos x="190" y="672"/>
              </a:cxn>
              <a:cxn ang="0">
                <a:pos x="194" y="672"/>
              </a:cxn>
              <a:cxn ang="0">
                <a:pos x="205" y="672"/>
              </a:cxn>
              <a:cxn ang="0">
                <a:pos x="225" y="671"/>
              </a:cxn>
              <a:cxn ang="0">
                <a:pos x="250" y="667"/>
              </a:cxn>
              <a:cxn ang="0">
                <a:pos x="281" y="662"/>
              </a:cxn>
              <a:cxn ang="0">
                <a:pos x="316" y="653"/>
              </a:cxn>
              <a:cxn ang="0">
                <a:pos x="356" y="641"/>
              </a:cxn>
              <a:cxn ang="0">
                <a:pos x="399" y="626"/>
              </a:cxn>
              <a:cxn ang="0">
                <a:pos x="444" y="605"/>
              </a:cxn>
              <a:cxn ang="0">
                <a:pos x="492" y="578"/>
              </a:cxn>
              <a:cxn ang="0">
                <a:pos x="540" y="547"/>
              </a:cxn>
              <a:cxn ang="0">
                <a:pos x="587" y="508"/>
              </a:cxn>
              <a:cxn ang="0">
                <a:pos x="635" y="463"/>
              </a:cxn>
              <a:cxn ang="0">
                <a:pos x="689" y="405"/>
              </a:cxn>
              <a:cxn ang="0">
                <a:pos x="737" y="350"/>
              </a:cxn>
              <a:cxn ang="0">
                <a:pos x="780" y="298"/>
              </a:cxn>
              <a:cxn ang="0">
                <a:pos x="816" y="249"/>
              </a:cxn>
              <a:cxn ang="0">
                <a:pos x="847" y="204"/>
              </a:cxn>
              <a:cxn ang="0">
                <a:pos x="873" y="164"/>
              </a:cxn>
              <a:cxn ang="0">
                <a:pos x="895" y="126"/>
              </a:cxn>
              <a:cxn ang="0">
                <a:pos x="913" y="94"/>
              </a:cxn>
              <a:cxn ang="0">
                <a:pos x="926" y="66"/>
              </a:cxn>
              <a:cxn ang="0">
                <a:pos x="936" y="42"/>
              </a:cxn>
              <a:cxn ang="0">
                <a:pos x="944" y="24"/>
              </a:cxn>
              <a:cxn ang="0">
                <a:pos x="949" y="12"/>
              </a:cxn>
              <a:cxn ang="0">
                <a:pos x="952" y="2"/>
              </a:cxn>
              <a:cxn ang="0">
                <a:pos x="952" y="0"/>
              </a:cxn>
              <a:cxn ang="0">
                <a:pos x="952" y="4"/>
              </a:cxn>
              <a:cxn ang="0">
                <a:pos x="950" y="17"/>
              </a:cxn>
              <a:cxn ang="0">
                <a:pos x="948" y="36"/>
              </a:cxn>
              <a:cxn ang="0">
                <a:pos x="942" y="62"/>
              </a:cxn>
              <a:cxn ang="0">
                <a:pos x="936" y="93"/>
              </a:cxn>
              <a:cxn ang="0">
                <a:pos x="927" y="130"/>
              </a:cxn>
              <a:cxn ang="0">
                <a:pos x="914" y="172"/>
              </a:cxn>
              <a:cxn ang="0">
                <a:pos x="899" y="217"/>
              </a:cxn>
              <a:cxn ang="0">
                <a:pos x="881" y="264"/>
              </a:cxn>
              <a:cxn ang="0">
                <a:pos x="857" y="315"/>
              </a:cxn>
              <a:cxn ang="0">
                <a:pos x="830" y="368"/>
              </a:cxn>
              <a:cxn ang="0">
                <a:pos x="798" y="421"/>
              </a:cxn>
              <a:cxn ang="0">
                <a:pos x="762" y="475"/>
              </a:cxn>
              <a:cxn ang="0">
                <a:pos x="719" y="529"/>
              </a:cxn>
              <a:cxn ang="0">
                <a:pos x="671" y="582"/>
              </a:cxn>
              <a:cxn ang="0">
                <a:pos x="613" y="637"/>
              </a:cxn>
              <a:cxn ang="0">
                <a:pos x="555" y="685"/>
              </a:cxn>
              <a:cxn ang="0">
                <a:pos x="500" y="726"/>
              </a:cxn>
              <a:cxn ang="0">
                <a:pos x="447" y="761"/>
              </a:cxn>
              <a:cxn ang="0">
                <a:pos x="396" y="790"/>
              </a:cxn>
              <a:cxn ang="0">
                <a:pos x="350" y="813"/>
              </a:cxn>
              <a:cxn ang="0">
                <a:pos x="307" y="831"/>
              </a:cxn>
              <a:cxn ang="0">
                <a:pos x="270" y="845"/>
              </a:cxn>
              <a:cxn ang="0">
                <a:pos x="238" y="855"/>
              </a:cxn>
              <a:cxn ang="0">
                <a:pos x="212" y="862"/>
              </a:cxn>
              <a:cxn ang="0">
                <a:pos x="192" y="866"/>
              </a:cxn>
              <a:cxn ang="0">
                <a:pos x="181" y="868"/>
              </a:cxn>
              <a:cxn ang="0">
                <a:pos x="176" y="868"/>
              </a:cxn>
              <a:cxn ang="0">
                <a:pos x="167" y="947"/>
              </a:cxn>
              <a:cxn ang="0">
                <a:pos x="0" y="756"/>
              </a:cxn>
            </a:cxnLst>
            <a:rect l="0" t="0" r="r" b="b"/>
            <a:pathLst>
              <a:path w="952" h="947">
                <a:moveTo>
                  <a:pt x="0" y="756"/>
                </a:moveTo>
                <a:lnTo>
                  <a:pt x="191" y="591"/>
                </a:lnTo>
                <a:lnTo>
                  <a:pt x="190" y="672"/>
                </a:lnTo>
                <a:lnTo>
                  <a:pt x="194" y="672"/>
                </a:lnTo>
                <a:lnTo>
                  <a:pt x="205" y="672"/>
                </a:lnTo>
                <a:lnTo>
                  <a:pt x="225" y="671"/>
                </a:lnTo>
                <a:lnTo>
                  <a:pt x="250" y="667"/>
                </a:lnTo>
                <a:lnTo>
                  <a:pt x="281" y="662"/>
                </a:lnTo>
                <a:lnTo>
                  <a:pt x="316" y="653"/>
                </a:lnTo>
                <a:lnTo>
                  <a:pt x="356" y="641"/>
                </a:lnTo>
                <a:lnTo>
                  <a:pt x="399" y="626"/>
                </a:lnTo>
                <a:lnTo>
                  <a:pt x="444" y="605"/>
                </a:lnTo>
                <a:lnTo>
                  <a:pt x="492" y="578"/>
                </a:lnTo>
                <a:lnTo>
                  <a:pt x="540" y="547"/>
                </a:lnTo>
                <a:lnTo>
                  <a:pt x="587" y="508"/>
                </a:lnTo>
                <a:lnTo>
                  <a:pt x="635" y="463"/>
                </a:lnTo>
                <a:lnTo>
                  <a:pt x="689" y="405"/>
                </a:lnTo>
                <a:lnTo>
                  <a:pt x="737" y="350"/>
                </a:lnTo>
                <a:lnTo>
                  <a:pt x="780" y="298"/>
                </a:lnTo>
                <a:lnTo>
                  <a:pt x="816" y="249"/>
                </a:lnTo>
                <a:lnTo>
                  <a:pt x="847" y="204"/>
                </a:lnTo>
                <a:lnTo>
                  <a:pt x="873" y="164"/>
                </a:lnTo>
                <a:lnTo>
                  <a:pt x="895" y="126"/>
                </a:lnTo>
                <a:lnTo>
                  <a:pt x="913" y="94"/>
                </a:lnTo>
                <a:lnTo>
                  <a:pt x="926" y="66"/>
                </a:lnTo>
                <a:lnTo>
                  <a:pt x="936" y="42"/>
                </a:lnTo>
                <a:lnTo>
                  <a:pt x="944" y="24"/>
                </a:lnTo>
                <a:lnTo>
                  <a:pt x="949" y="12"/>
                </a:lnTo>
                <a:lnTo>
                  <a:pt x="952" y="2"/>
                </a:lnTo>
                <a:lnTo>
                  <a:pt x="952" y="0"/>
                </a:lnTo>
                <a:lnTo>
                  <a:pt x="952" y="4"/>
                </a:lnTo>
                <a:lnTo>
                  <a:pt x="950" y="17"/>
                </a:lnTo>
                <a:lnTo>
                  <a:pt x="948" y="36"/>
                </a:lnTo>
                <a:lnTo>
                  <a:pt x="942" y="62"/>
                </a:lnTo>
                <a:lnTo>
                  <a:pt x="936" y="93"/>
                </a:lnTo>
                <a:lnTo>
                  <a:pt x="927" y="130"/>
                </a:lnTo>
                <a:lnTo>
                  <a:pt x="914" y="172"/>
                </a:lnTo>
                <a:lnTo>
                  <a:pt x="899" y="217"/>
                </a:lnTo>
                <a:lnTo>
                  <a:pt x="881" y="264"/>
                </a:lnTo>
                <a:lnTo>
                  <a:pt x="857" y="315"/>
                </a:lnTo>
                <a:lnTo>
                  <a:pt x="830" y="368"/>
                </a:lnTo>
                <a:lnTo>
                  <a:pt x="798" y="421"/>
                </a:lnTo>
                <a:lnTo>
                  <a:pt x="762" y="475"/>
                </a:lnTo>
                <a:lnTo>
                  <a:pt x="719" y="529"/>
                </a:lnTo>
                <a:lnTo>
                  <a:pt x="671" y="582"/>
                </a:lnTo>
                <a:lnTo>
                  <a:pt x="613" y="637"/>
                </a:lnTo>
                <a:lnTo>
                  <a:pt x="555" y="685"/>
                </a:lnTo>
                <a:lnTo>
                  <a:pt x="500" y="726"/>
                </a:lnTo>
                <a:lnTo>
                  <a:pt x="447" y="761"/>
                </a:lnTo>
                <a:lnTo>
                  <a:pt x="396" y="790"/>
                </a:lnTo>
                <a:lnTo>
                  <a:pt x="350" y="813"/>
                </a:lnTo>
                <a:lnTo>
                  <a:pt x="307" y="831"/>
                </a:lnTo>
                <a:lnTo>
                  <a:pt x="270" y="845"/>
                </a:lnTo>
                <a:lnTo>
                  <a:pt x="238" y="855"/>
                </a:lnTo>
                <a:lnTo>
                  <a:pt x="212" y="862"/>
                </a:lnTo>
                <a:lnTo>
                  <a:pt x="192" y="866"/>
                </a:lnTo>
                <a:lnTo>
                  <a:pt x="181" y="868"/>
                </a:lnTo>
                <a:lnTo>
                  <a:pt x="176" y="868"/>
                </a:lnTo>
                <a:lnTo>
                  <a:pt x="167" y="947"/>
                </a:lnTo>
                <a:lnTo>
                  <a:pt x="0" y="75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3366FF"/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04" name="Freeform 5"/>
          <p:cNvSpPr>
            <a:spLocks/>
          </p:cNvSpPr>
          <p:nvPr/>
        </p:nvSpPr>
        <p:spPr bwMode="gray">
          <a:xfrm rot="2168025" flipH="1" flipV="1">
            <a:off x="3165475" y="5307013"/>
            <a:ext cx="692150" cy="623887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191" y="591"/>
              </a:cxn>
              <a:cxn ang="0">
                <a:pos x="190" y="672"/>
              </a:cxn>
              <a:cxn ang="0">
                <a:pos x="194" y="672"/>
              </a:cxn>
              <a:cxn ang="0">
                <a:pos x="205" y="672"/>
              </a:cxn>
              <a:cxn ang="0">
                <a:pos x="225" y="671"/>
              </a:cxn>
              <a:cxn ang="0">
                <a:pos x="250" y="667"/>
              </a:cxn>
              <a:cxn ang="0">
                <a:pos x="281" y="662"/>
              </a:cxn>
              <a:cxn ang="0">
                <a:pos x="316" y="653"/>
              </a:cxn>
              <a:cxn ang="0">
                <a:pos x="356" y="641"/>
              </a:cxn>
              <a:cxn ang="0">
                <a:pos x="399" y="626"/>
              </a:cxn>
              <a:cxn ang="0">
                <a:pos x="444" y="605"/>
              </a:cxn>
              <a:cxn ang="0">
                <a:pos x="492" y="578"/>
              </a:cxn>
              <a:cxn ang="0">
                <a:pos x="540" y="547"/>
              </a:cxn>
              <a:cxn ang="0">
                <a:pos x="587" y="508"/>
              </a:cxn>
              <a:cxn ang="0">
                <a:pos x="635" y="463"/>
              </a:cxn>
              <a:cxn ang="0">
                <a:pos x="689" y="405"/>
              </a:cxn>
              <a:cxn ang="0">
                <a:pos x="737" y="350"/>
              </a:cxn>
              <a:cxn ang="0">
                <a:pos x="780" y="298"/>
              </a:cxn>
              <a:cxn ang="0">
                <a:pos x="816" y="249"/>
              </a:cxn>
              <a:cxn ang="0">
                <a:pos x="847" y="204"/>
              </a:cxn>
              <a:cxn ang="0">
                <a:pos x="873" y="164"/>
              </a:cxn>
              <a:cxn ang="0">
                <a:pos x="895" y="126"/>
              </a:cxn>
              <a:cxn ang="0">
                <a:pos x="913" y="94"/>
              </a:cxn>
              <a:cxn ang="0">
                <a:pos x="926" y="66"/>
              </a:cxn>
              <a:cxn ang="0">
                <a:pos x="936" y="42"/>
              </a:cxn>
              <a:cxn ang="0">
                <a:pos x="944" y="24"/>
              </a:cxn>
              <a:cxn ang="0">
                <a:pos x="949" y="12"/>
              </a:cxn>
              <a:cxn ang="0">
                <a:pos x="952" y="2"/>
              </a:cxn>
              <a:cxn ang="0">
                <a:pos x="952" y="0"/>
              </a:cxn>
              <a:cxn ang="0">
                <a:pos x="952" y="4"/>
              </a:cxn>
              <a:cxn ang="0">
                <a:pos x="950" y="17"/>
              </a:cxn>
              <a:cxn ang="0">
                <a:pos x="948" y="36"/>
              </a:cxn>
              <a:cxn ang="0">
                <a:pos x="942" y="62"/>
              </a:cxn>
              <a:cxn ang="0">
                <a:pos x="936" y="93"/>
              </a:cxn>
              <a:cxn ang="0">
                <a:pos x="927" y="130"/>
              </a:cxn>
              <a:cxn ang="0">
                <a:pos x="914" y="172"/>
              </a:cxn>
              <a:cxn ang="0">
                <a:pos x="899" y="217"/>
              </a:cxn>
              <a:cxn ang="0">
                <a:pos x="881" y="264"/>
              </a:cxn>
              <a:cxn ang="0">
                <a:pos x="857" y="315"/>
              </a:cxn>
              <a:cxn ang="0">
                <a:pos x="830" y="368"/>
              </a:cxn>
              <a:cxn ang="0">
                <a:pos x="798" y="421"/>
              </a:cxn>
              <a:cxn ang="0">
                <a:pos x="762" y="475"/>
              </a:cxn>
              <a:cxn ang="0">
                <a:pos x="719" y="529"/>
              </a:cxn>
              <a:cxn ang="0">
                <a:pos x="671" y="582"/>
              </a:cxn>
              <a:cxn ang="0">
                <a:pos x="613" y="637"/>
              </a:cxn>
              <a:cxn ang="0">
                <a:pos x="555" y="685"/>
              </a:cxn>
              <a:cxn ang="0">
                <a:pos x="500" y="726"/>
              </a:cxn>
              <a:cxn ang="0">
                <a:pos x="447" y="761"/>
              </a:cxn>
              <a:cxn ang="0">
                <a:pos x="396" y="790"/>
              </a:cxn>
              <a:cxn ang="0">
                <a:pos x="350" y="813"/>
              </a:cxn>
              <a:cxn ang="0">
                <a:pos x="307" y="831"/>
              </a:cxn>
              <a:cxn ang="0">
                <a:pos x="270" y="845"/>
              </a:cxn>
              <a:cxn ang="0">
                <a:pos x="238" y="855"/>
              </a:cxn>
              <a:cxn ang="0">
                <a:pos x="212" y="862"/>
              </a:cxn>
              <a:cxn ang="0">
                <a:pos x="192" y="866"/>
              </a:cxn>
              <a:cxn ang="0">
                <a:pos x="181" y="868"/>
              </a:cxn>
              <a:cxn ang="0">
                <a:pos x="176" y="868"/>
              </a:cxn>
              <a:cxn ang="0">
                <a:pos x="167" y="947"/>
              </a:cxn>
              <a:cxn ang="0">
                <a:pos x="0" y="756"/>
              </a:cxn>
            </a:cxnLst>
            <a:rect l="0" t="0" r="r" b="b"/>
            <a:pathLst>
              <a:path w="952" h="947">
                <a:moveTo>
                  <a:pt x="0" y="756"/>
                </a:moveTo>
                <a:lnTo>
                  <a:pt x="191" y="591"/>
                </a:lnTo>
                <a:lnTo>
                  <a:pt x="190" y="672"/>
                </a:lnTo>
                <a:lnTo>
                  <a:pt x="194" y="672"/>
                </a:lnTo>
                <a:lnTo>
                  <a:pt x="205" y="672"/>
                </a:lnTo>
                <a:lnTo>
                  <a:pt x="225" y="671"/>
                </a:lnTo>
                <a:lnTo>
                  <a:pt x="250" y="667"/>
                </a:lnTo>
                <a:lnTo>
                  <a:pt x="281" y="662"/>
                </a:lnTo>
                <a:lnTo>
                  <a:pt x="316" y="653"/>
                </a:lnTo>
                <a:lnTo>
                  <a:pt x="356" y="641"/>
                </a:lnTo>
                <a:lnTo>
                  <a:pt x="399" y="626"/>
                </a:lnTo>
                <a:lnTo>
                  <a:pt x="444" y="605"/>
                </a:lnTo>
                <a:lnTo>
                  <a:pt x="492" y="578"/>
                </a:lnTo>
                <a:lnTo>
                  <a:pt x="540" y="547"/>
                </a:lnTo>
                <a:lnTo>
                  <a:pt x="587" y="508"/>
                </a:lnTo>
                <a:lnTo>
                  <a:pt x="635" y="463"/>
                </a:lnTo>
                <a:lnTo>
                  <a:pt x="689" y="405"/>
                </a:lnTo>
                <a:lnTo>
                  <a:pt x="737" y="350"/>
                </a:lnTo>
                <a:lnTo>
                  <a:pt x="780" y="298"/>
                </a:lnTo>
                <a:lnTo>
                  <a:pt x="816" y="249"/>
                </a:lnTo>
                <a:lnTo>
                  <a:pt x="847" y="204"/>
                </a:lnTo>
                <a:lnTo>
                  <a:pt x="873" y="164"/>
                </a:lnTo>
                <a:lnTo>
                  <a:pt x="895" y="126"/>
                </a:lnTo>
                <a:lnTo>
                  <a:pt x="913" y="94"/>
                </a:lnTo>
                <a:lnTo>
                  <a:pt x="926" y="66"/>
                </a:lnTo>
                <a:lnTo>
                  <a:pt x="936" y="42"/>
                </a:lnTo>
                <a:lnTo>
                  <a:pt x="944" y="24"/>
                </a:lnTo>
                <a:lnTo>
                  <a:pt x="949" y="12"/>
                </a:lnTo>
                <a:lnTo>
                  <a:pt x="952" y="2"/>
                </a:lnTo>
                <a:lnTo>
                  <a:pt x="952" y="0"/>
                </a:lnTo>
                <a:lnTo>
                  <a:pt x="952" y="4"/>
                </a:lnTo>
                <a:lnTo>
                  <a:pt x="950" y="17"/>
                </a:lnTo>
                <a:lnTo>
                  <a:pt x="948" y="36"/>
                </a:lnTo>
                <a:lnTo>
                  <a:pt x="942" y="62"/>
                </a:lnTo>
                <a:lnTo>
                  <a:pt x="936" y="93"/>
                </a:lnTo>
                <a:lnTo>
                  <a:pt x="927" y="130"/>
                </a:lnTo>
                <a:lnTo>
                  <a:pt x="914" y="172"/>
                </a:lnTo>
                <a:lnTo>
                  <a:pt x="899" y="217"/>
                </a:lnTo>
                <a:lnTo>
                  <a:pt x="881" y="264"/>
                </a:lnTo>
                <a:lnTo>
                  <a:pt x="857" y="315"/>
                </a:lnTo>
                <a:lnTo>
                  <a:pt x="830" y="368"/>
                </a:lnTo>
                <a:lnTo>
                  <a:pt x="798" y="421"/>
                </a:lnTo>
                <a:lnTo>
                  <a:pt x="762" y="475"/>
                </a:lnTo>
                <a:lnTo>
                  <a:pt x="719" y="529"/>
                </a:lnTo>
                <a:lnTo>
                  <a:pt x="671" y="582"/>
                </a:lnTo>
                <a:lnTo>
                  <a:pt x="613" y="637"/>
                </a:lnTo>
                <a:lnTo>
                  <a:pt x="555" y="685"/>
                </a:lnTo>
                <a:lnTo>
                  <a:pt x="500" y="726"/>
                </a:lnTo>
                <a:lnTo>
                  <a:pt x="447" y="761"/>
                </a:lnTo>
                <a:lnTo>
                  <a:pt x="396" y="790"/>
                </a:lnTo>
                <a:lnTo>
                  <a:pt x="350" y="813"/>
                </a:lnTo>
                <a:lnTo>
                  <a:pt x="307" y="831"/>
                </a:lnTo>
                <a:lnTo>
                  <a:pt x="270" y="845"/>
                </a:lnTo>
                <a:lnTo>
                  <a:pt x="238" y="855"/>
                </a:lnTo>
                <a:lnTo>
                  <a:pt x="212" y="862"/>
                </a:lnTo>
                <a:lnTo>
                  <a:pt x="192" y="866"/>
                </a:lnTo>
                <a:lnTo>
                  <a:pt x="181" y="868"/>
                </a:lnTo>
                <a:lnTo>
                  <a:pt x="176" y="868"/>
                </a:lnTo>
                <a:lnTo>
                  <a:pt x="167" y="947"/>
                </a:lnTo>
                <a:lnTo>
                  <a:pt x="0" y="75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3366FF"/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05" name="Text Box 24"/>
          <p:cNvSpPr txBox="1">
            <a:spLocks noChangeArrowheads="1"/>
          </p:cNvSpPr>
          <p:nvPr/>
        </p:nvSpPr>
        <p:spPr bwMode="gray">
          <a:xfrm>
            <a:off x="3657600" y="5194300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3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9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1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2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 tmFilter="0, 0; .2, .5; .8, .5; 1, 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4" dur="250" autoRev="1" fill="hold"/>
                                        <p:tgtEl>
                                          <p:spTgt spid="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48148E-6 L 0.0934 1.48148E-6 " pathEditMode="relative" rAng="0" ptsTypes="AA">
                                      <p:cBhvr>
                                        <p:cTn id="1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00" y="0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3 3.33333E-6 L 0.08993 3.33333E-6 " pathEditMode="relative" rAng="0" ptsTypes="AA">
                                      <p:cBhvr>
                                        <p:cTn id="13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00" y="0"/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4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4 3.33333E-6 L 0.09167 3.33333E-6 " pathEditMode="relative" rAng="0" ptsTypes="AA">
                                      <p:cBhvr>
                                        <p:cTn id="15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00" y="0"/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7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3.7037E-7 L 0.18299 3.7037E-7 " pathEditMode="relative" rAng="0" ptsTypes="AA">
                                      <p:cBhvr>
                                        <p:cTn id="17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298 -2.59259E-6 L 0.18298 0.19283 " pathEditMode="relative" rAng="0" ptsTypes="AA">
                                      <p:cBhvr>
                                        <p:cTn id="18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7" grpId="1"/>
      <p:bldP spid="50" grpId="0"/>
      <p:bldP spid="53" grpId="0"/>
      <p:bldP spid="56" grpId="0"/>
      <p:bldP spid="72" grpId="0"/>
      <p:bldP spid="73" grpId="0"/>
      <p:bldP spid="73" grpId="1"/>
      <p:bldP spid="74" grpId="0"/>
      <p:bldP spid="75" grpId="0"/>
      <p:bldP spid="75" grpId="1"/>
      <p:bldP spid="75" grpId="2"/>
      <p:bldP spid="76" grpId="0"/>
      <p:bldP spid="76" grpId="1"/>
      <p:bldP spid="98" grpId="0"/>
      <p:bldP spid="98" grpId="1"/>
      <p:bldP spid="99" grpId="0"/>
      <p:bldP spid="102" grpId="0"/>
      <p:bldP spid="10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Hàm Thêm</a:t>
            </a:r>
          </a:p>
        </p:txBody>
      </p:sp>
      <p:sp>
        <p:nvSpPr>
          <p:cNvPr id="5632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3429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6325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Them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a[], int &amp;n, int vt, int x)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if (vt &gt;= 0 &amp;&amp; vt &lt;= n)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for (int i = n; i &gt; vt; i--)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a[i] = a[i - 1];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a[vt] = x;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n++;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15875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15875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3124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15875" y="4038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Xóa một phần tử trong mảng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686800" cy="4800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Yêu cầu</a:t>
            </a:r>
          </a:p>
          <a:p>
            <a:pPr lvl="1" eaLnBrk="1" hangingPunct="1">
              <a:defRPr/>
            </a:pPr>
            <a:r>
              <a:rPr lang="en-US" sz="2400" smtClean="0"/>
              <a:t>Xóa một phần tử trong mảng </a:t>
            </a:r>
            <a:r>
              <a:rPr lang="en-US" sz="2400" smtClean="0">
                <a:solidFill>
                  <a:srgbClr val="FF0000"/>
                </a:solidFill>
              </a:rPr>
              <a:t>a</a:t>
            </a:r>
            <a:r>
              <a:rPr lang="en-US" sz="2400" smtClean="0"/>
              <a:t> kích th</a:t>
            </a:r>
            <a:r>
              <a:rPr lang="vi-VN" sz="2400" smtClean="0"/>
              <a:t>ướ</a:t>
            </a:r>
            <a:r>
              <a:rPr lang="en-US" sz="2400" smtClean="0"/>
              <a:t>c </a:t>
            </a:r>
            <a:r>
              <a:rPr lang="en-US" sz="2400" smtClean="0">
                <a:solidFill>
                  <a:srgbClr val="FF0000"/>
                </a:solidFill>
              </a:rPr>
              <a:t>n</a:t>
            </a:r>
            <a:r>
              <a:rPr lang="en-US" sz="2400" smtClean="0"/>
              <a:t> tại vị trí </a:t>
            </a:r>
            <a:r>
              <a:rPr lang="en-US" sz="2400" smtClean="0">
                <a:solidFill>
                  <a:srgbClr val="FF0000"/>
                </a:solidFill>
              </a:rPr>
              <a:t>vt</a:t>
            </a:r>
            <a:endParaRPr lang="en-US" sz="2400" smtClean="0"/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Ý t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ưở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</a:t>
            </a:r>
          </a:p>
          <a:p>
            <a:pPr lvl="1" eaLnBrk="1" hangingPunct="1">
              <a:defRPr/>
            </a:pPr>
            <a:r>
              <a:rPr lang="en-US" sz="2400" smtClean="0"/>
              <a:t>“Kéo” các phần tử bên phải vị trí </a:t>
            </a:r>
            <a:r>
              <a:rPr lang="en-US" sz="2400" smtClean="0">
                <a:solidFill>
                  <a:srgbClr val="FF0000"/>
                </a:solidFill>
              </a:rPr>
              <a:t>vt</a:t>
            </a:r>
            <a:r>
              <a:rPr lang="en-US" sz="2400" smtClean="0"/>
              <a:t> sang trái </a:t>
            </a:r>
            <a:r>
              <a:rPr lang="en-US" sz="2400" smtClean="0">
                <a:solidFill>
                  <a:srgbClr val="FF0000"/>
                </a:solidFill>
              </a:rPr>
              <a:t>1 vị trí</a:t>
            </a:r>
            <a:r>
              <a:rPr lang="en-US" sz="2400" smtClean="0"/>
              <a:t>.</a:t>
            </a:r>
          </a:p>
          <a:p>
            <a:pPr lvl="1" eaLnBrk="1" hangingPunct="1">
              <a:defRPr/>
            </a:pPr>
            <a:r>
              <a:rPr lang="en-US" sz="2400" smtClean="0"/>
              <a:t>Giảm </a:t>
            </a:r>
            <a:r>
              <a:rPr lang="en-US" sz="2400" smtClean="0">
                <a:solidFill>
                  <a:srgbClr val="FF0000"/>
                </a:solidFill>
              </a:rPr>
              <a:t>n</a:t>
            </a:r>
            <a:r>
              <a:rPr lang="en-US" sz="2400" smtClean="0"/>
              <a:t> xuống </a:t>
            </a:r>
            <a:r>
              <a:rPr lang="en-US" sz="2400" smtClean="0">
                <a:solidFill>
                  <a:srgbClr val="FF0000"/>
                </a:solidFill>
              </a:rPr>
              <a:t>1 </a:t>
            </a:r>
            <a:r>
              <a:rPr lang="vi-VN" sz="2400" smtClean="0">
                <a:solidFill>
                  <a:srgbClr val="FF0000"/>
                </a:solidFill>
              </a:rPr>
              <a:t>đơ</a:t>
            </a:r>
            <a:r>
              <a:rPr lang="en-US" sz="2400" smtClean="0">
                <a:solidFill>
                  <a:srgbClr val="FF0000"/>
                </a:solidFill>
              </a:rPr>
              <a:t>n vị</a:t>
            </a:r>
            <a:r>
              <a:rPr lang="en-US" sz="2400" smtClean="0"/>
              <a:t>.</a:t>
            </a:r>
          </a:p>
        </p:txBody>
      </p:sp>
      <p:sp>
        <p:nvSpPr>
          <p:cNvPr id="5734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46" name="AutoShape 4"/>
          <p:cNvSpPr>
            <a:spLocks noChangeArrowheads="1"/>
          </p:cNvSpPr>
          <p:nvPr/>
        </p:nvSpPr>
        <p:spPr bwMode="gray">
          <a:xfrm>
            <a:off x="1021080" y="5110588"/>
            <a:ext cx="4160520" cy="1295400"/>
          </a:xfrm>
          <a:prstGeom prst="roundRect">
            <a:avLst>
              <a:gd name="adj" fmla="val 7935"/>
            </a:avLst>
          </a:prstGeom>
          <a:ln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7" name="AutoShape 4"/>
          <p:cNvSpPr>
            <a:spLocks noChangeArrowheads="1"/>
          </p:cNvSpPr>
          <p:nvPr/>
        </p:nvSpPr>
        <p:spPr bwMode="gray">
          <a:xfrm>
            <a:off x="1021080" y="5113636"/>
            <a:ext cx="3322320" cy="1295400"/>
          </a:xfrm>
          <a:prstGeom prst="roundRect">
            <a:avLst>
              <a:gd name="adj" fmla="val 7935"/>
            </a:avLst>
          </a:prstGeom>
          <a:ln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8" name="Text Box 24"/>
          <p:cNvSpPr txBox="1">
            <a:spLocks noChangeArrowheads="1"/>
          </p:cNvSpPr>
          <p:nvPr/>
        </p:nvSpPr>
        <p:spPr bwMode="gray">
          <a:xfrm>
            <a:off x="3657600" y="5688013"/>
            <a:ext cx="609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5" name="Group 48"/>
          <p:cNvGrpSpPr>
            <a:grpSpLocks/>
          </p:cNvGrpSpPr>
          <p:nvPr/>
        </p:nvGrpSpPr>
        <p:grpSpPr bwMode="auto">
          <a:xfrm>
            <a:off x="2743200" y="5521325"/>
            <a:ext cx="731838" cy="731838"/>
            <a:chOff x="3048000" y="5364480"/>
            <a:chExt cx="731520" cy="731520"/>
          </a:xfrm>
        </p:grpSpPr>
        <p:grpSp>
          <p:nvGrpSpPr>
            <p:cNvPr id="57401" name="Group 11"/>
            <p:cNvGrpSpPr>
              <a:grpSpLocks/>
            </p:cNvGrpSpPr>
            <p:nvPr/>
          </p:nvGrpSpPr>
          <p:grpSpPr bwMode="auto">
            <a:xfrm>
              <a:off x="3048000" y="5364480"/>
              <a:ext cx="731520" cy="731520"/>
              <a:chOff x="2016" y="1920"/>
              <a:chExt cx="1680" cy="1680"/>
            </a:xfrm>
          </p:grpSpPr>
          <p:sp>
            <p:nvSpPr>
              <p:cNvPr id="57403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04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" name="Text Box 24"/>
            <p:cNvSpPr txBox="1">
              <a:spLocks noChangeArrowheads="1"/>
            </p:cNvSpPr>
            <p:nvPr/>
          </p:nvSpPr>
          <p:spPr bwMode="gray">
            <a:xfrm>
              <a:off x="3124167" y="5562832"/>
              <a:ext cx="533168" cy="3808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b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54" name="Text Box 24"/>
          <p:cNvSpPr txBox="1">
            <a:spLocks noChangeArrowheads="1"/>
          </p:cNvSpPr>
          <p:nvPr/>
        </p:nvSpPr>
        <p:spPr bwMode="gray">
          <a:xfrm>
            <a:off x="1143000" y="5140325"/>
            <a:ext cx="60960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0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55" name="Text Box 24"/>
          <p:cNvSpPr txBox="1">
            <a:spLocks noChangeArrowheads="1"/>
          </p:cNvSpPr>
          <p:nvPr/>
        </p:nvSpPr>
        <p:spPr bwMode="gray">
          <a:xfrm>
            <a:off x="1981200" y="5140325"/>
            <a:ext cx="60960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1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56" name="Text Box 24"/>
          <p:cNvSpPr txBox="1">
            <a:spLocks noChangeArrowheads="1"/>
          </p:cNvSpPr>
          <p:nvPr/>
        </p:nvSpPr>
        <p:spPr bwMode="gray">
          <a:xfrm>
            <a:off x="2819400" y="5140325"/>
            <a:ext cx="60960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2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6934200" y="5521325"/>
            <a:ext cx="731838" cy="731838"/>
            <a:chOff x="2016" y="1920"/>
            <a:chExt cx="1680" cy="1680"/>
          </a:xfrm>
        </p:grpSpPr>
        <p:sp>
          <p:nvSpPr>
            <p:cNvPr id="57399" name="Oval 22"/>
            <p:cNvSpPr>
              <a:spLocks noChangeArrowheads="1"/>
            </p:cNvSpPr>
            <p:nvPr/>
          </p:nvSpPr>
          <p:spPr bwMode="gray">
            <a:xfrm>
              <a:off x="2016" y="192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A776F0"/>
                </a:gs>
                <a:gs pos="100000">
                  <a:srgbClr val="6A4B9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400" name="Freeform 23"/>
            <p:cNvSpPr>
              <a:spLocks/>
            </p:cNvSpPr>
            <p:nvPr/>
          </p:nvSpPr>
          <p:spPr bwMode="gray">
            <a:xfrm>
              <a:off x="2208" y="1948"/>
              <a:ext cx="1296" cy="634"/>
            </a:xfrm>
            <a:custGeom>
              <a:avLst/>
              <a:gdLst>
                <a:gd name="T0" fmla="*/ 1228 w 1321"/>
                <a:gd name="T1" fmla="*/ 283 h 712"/>
                <a:gd name="T2" fmla="*/ 1244 w 1321"/>
                <a:gd name="T3" fmla="*/ 313 h 712"/>
                <a:gd name="T4" fmla="*/ 1247 w 1321"/>
                <a:gd name="T5" fmla="*/ 339 h 712"/>
                <a:gd name="T6" fmla="*/ 1242 w 1321"/>
                <a:gd name="T7" fmla="*/ 364 h 712"/>
                <a:gd name="T8" fmla="*/ 1225 w 1321"/>
                <a:gd name="T9" fmla="*/ 388 h 712"/>
                <a:gd name="T10" fmla="*/ 1201 w 1321"/>
                <a:gd name="T11" fmla="*/ 409 h 712"/>
                <a:gd name="T12" fmla="*/ 1170 w 1321"/>
                <a:gd name="T13" fmla="*/ 427 h 712"/>
                <a:gd name="T14" fmla="*/ 1129 w 1321"/>
                <a:gd name="T15" fmla="*/ 443 h 712"/>
                <a:gd name="T16" fmla="*/ 1083 w 1321"/>
                <a:gd name="T17" fmla="*/ 459 h 712"/>
                <a:gd name="T18" fmla="*/ 1031 w 1321"/>
                <a:gd name="T19" fmla="*/ 471 h 712"/>
                <a:gd name="T20" fmla="*/ 973 w 1321"/>
                <a:gd name="T21" fmla="*/ 482 h 712"/>
                <a:gd name="T22" fmla="*/ 913 w 1321"/>
                <a:gd name="T23" fmla="*/ 490 h 712"/>
                <a:gd name="T24" fmla="*/ 846 w 1321"/>
                <a:gd name="T25" fmla="*/ 497 h 712"/>
                <a:gd name="T26" fmla="*/ 778 w 1321"/>
                <a:gd name="T27" fmla="*/ 501 h 712"/>
                <a:gd name="T28" fmla="*/ 751 w 1321"/>
                <a:gd name="T29" fmla="*/ 503 h 712"/>
                <a:gd name="T30" fmla="*/ 449 w 1321"/>
                <a:gd name="T31" fmla="*/ 503 h 712"/>
                <a:gd name="T32" fmla="*/ 445 w 1321"/>
                <a:gd name="T33" fmla="*/ 503 h 712"/>
                <a:gd name="T34" fmla="*/ 386 w 1321"/>
                <a:gd name="T35" fmla="*/ 500 h 712"/>
                <a:gd name="T36" fmla="*/ 329 w 1321"/>
                <a:gd name="T37" fmla="*/ 497 h 712"/>
                <a:gd name="T38" fmla="*/ 275 w 1321"/>
                <a:gd name="T39" fmla="*/ 492 h 712"/>
                <a:gd name="T40" fmla="*/ 223 w 1321"/>
                <a:gd name="T41" fmla="*/ 487 h 712"/>
                <a:gd name="T42" fmla="*/ 176 w 1321"/>
                <a:gd name="T43" fmla="*/ 478 h 712"/>
                <a:gd name="T44" fmla="*/ 132 w 1321"/>
                <a:gd name="T45" fmla="*/ 467 h 712"/>
                <a:gd name="T46" fmla="*/ 96 w 1321"/>
                <a:gd name="T47" fmla="*/ 458 h 712"/>
                <a:gd name="T48" fmla="*/ 64 w 1321"/>
                <a:gd name="T49" fmla="*/ 445 h 712"/>
                <a:gd name="T50" fmla="*/ 36 w 1321"/>
                <a:gd name="T51" fmla="*/ 429 h 712"/>
                <a:gd name="T52" fmla="*/ 18 w 1321"/>
                <a:gd name="T53" fmla="*/ 411 h 712"/>
                <a:gd name="T54" fmla="*/ 6 w 1321"/>
                <a:gd name="T55" fmla="*/ 391 h 712"/>
                <a:gd name="T56" fmla="*/ 0 w 1321"/>
                <a:gd name="T57" fmla="*/ 370 h 712"/>
                <a:gd name="T58" fmla="*/ 0 w 1321"/>
                <a:gd name="T59" fmla="*/ 367 h 712"/>
                <a:gd name="T60" fmla="*/ 4 w 1321"/>
                <a:gd name="T61" fmla="*/ 344 h 712"/>
                <a:gd name="T62" fmla="*/ 16 w 1321"/>
                <a:gd name="T63" fmla="*/ 315 h 712"/>
                <a:gd name="T64" fmla="*/ 48 w 1321"/>
                <a:gd name="T65" fmla="*/ 261 h 712"/>
                <a:gd name="T66" fmla="*/ 88 w 1321"/>
                <a:gd name="T67" fmla="*/ 211 h 712"/>
                <a:gd name="T68" fmla="*/ 138 w 1321"/>
                <a:gd name="T69" fmla="*/ 166 h 712"/>
                <a:gd name="T70" fmla="*/ 192 w 1321"/>
                <a:gd name="T71" fmla="*/ 125 h 712"/>
                <a:gd name="T72" fmla="*/ 255 w 1321"/>
                <a:gd name="T73" fmla="*/ 88 h 712"/>
                <a:gd name="T74" fmla="*/ 323 w 1321"/>
                <a:gd name="T75" fmla="*/ 58 h 712"/>
                <a:gd name="T76" fmla="*/ 391 w 1321"/>
                <a:gd name="T77" fmla="*/ 33 h 712"/>
                <a:gd name="T78" fmla="*/ 470 w 1321"/>
                <a:gd name="T79" fmla="*/ 15 h 712"/>
                <a:gd name="T80" fmla="*/ 548 w 1321"/>
                <a:gd name="T81" fmla="*/ 4 h 712"/>
                <a:gd name="T82" fmla="*/ 630 w 1321"/>
                <a:gd name="T83" fmla="*/ 0 h 712"/>
                <a:gd name="T84" fmla="*/ 630 w 1321"/>
                <a:gd name="T85" fmla="*/ 0 h 712"/>
                <a:gd name="T86" fmla="*/ 717 w 1321"/>
                <a:gd name="T87" fmla="*/ 4 h 712"/>
                <a:gd name="T88" fmla="*/ 800 w 1321"/>
                <a:gd name="T89" fmla="*/ 16 h 712"/>
                <a:gd name="T90" fmla="*/ 880 w 1321"/>
                <a:gd name="T91" fmla="*/ 37 h 712"/>
                <a:gd name="T92" fmla="*/ 954 w 1321"/>
                <a:gd name="T93" fmla="*/ 63 h 712"/>
                <a:gd name="T94" fmla="*/ 1022 w 1321"/>
                <a:gd name="T95" fmla="*/ 97 h 712"/>
                <a:gd name="T96" fmla="*/ 1085 w 1321"/>
                <a:gd name="T97" fmla="*/ 137 h 712"/>
                <a:gd name="T98" fmla="*/ 1141 w 1321"/>
                <a:gd name="T99" fmla="*/ 181 h 712"/>
                <a:gd name="T100" fmla="*/ 1188 w 1321"/>
                <a:gd name="T101" fmla="*/ 229 h 712"/>
                <a:gd name="T102" fmla="*/ 1228 w 1321"/>
                <a:gd name="T103" fmla="*/ 283 h 712"/>
                <a:gd name="T104" fmla="*/ 1228 w 1321"/>
                <a:gd name="T105" fmla="*/ 283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21"/>
                <a:gd name="T160" fmla="*/ 0 h 712"/>
                <a:gd name="T161" fmla="*/ 1321 w 1321"/>
                <a:gd name="T162" fmla="*/ 712 h 71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A776F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0" name="Text Box 24"/>
          <p:cNvSpPr txBox="1">
            <a:spLocks noChangeArrowheads="1"/>
          </p:cNvSpPr>
          <p:nvPr/>
        </p:nvSpPr>
        <p:spPr bwMode="gray">
          <a:xfrm>
            <a:off x="6705600" y="5140325"/>
            <a:ext cx="121920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MAX - 1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61" name="Text Box 24"/>
          <p:cNvSpPr txBox="1">
            <a:spLocks noChangeArrowheads="1"/>
          </p:cNvSpPr>
          <p:nvPr/>
        </p:nvSpPr>
        <p:spPr bwMode="gray">
          <a:xfrm>
            <a:off x="4343400" y="5110163"/>
            <a:ext cx="914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n – 1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62" name="Text Box 24"/>
          <p:cNvSpPr txBox="1">
            <a:spLocks noChangeArrowheads="1"/>
          </p:cNvSpPr>
          <p:nvPr/>
        </p:nvSpPr>
        <p:spPr bwMode="gray">
          <a:xfrm>
            <a:off x="6172200" y="5673725"/>
            <a:ext cx="60960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63" name="Text Box 24"/>
          <p:cNvSpPr txBox="1">
            <a:spLocks noChangeArrowheads="1"/>
          </p:cNvSpPr>
          <p:nvPr/>
        </p:nvSpPr>
        <p:spPr bwMode="gray">
          <a:xfrm>
            <a:off x="3657600" y="5684838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64" name="Text Box 24"/>
          <p:cNvSpPr txBox="1">
            <a:spLocks noChangeArrowheads="1"/>
          </p:cNvSpPr>
          <p:nvPr/>
        </p:nvSpPr>
        <p:spPr bwMode="gray">
          <a:xfrm>
            <a:off x="5334000" y="5668963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…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8" name="Group 64"/>
          <p:cNvGrpSpPr>
            <a:grpSpLocks/>
          </p:cNvGrpSpPr>
          <p:nvPr/>
        </p:nvGrpSpPr>
        <p:grpSpPr bwMode="auto">
          <a:xfrm>
            <a:off x="1066800" y="5521325"/>
            <a:ext cx="731838" cy="731838"/>
            <a:chOff x="1371600" y="5364480"/>
            <a:chExt cx="731520" cy="731520"/>
          </a:xfrm>
        </p:grpSpPr>
        <p:grpSp>
          <p:nvGrpSpPr>
            <p:cNvPr id="57395" name="Group 11"/>
            <p:cNvGrpSpPr>
              <a:grpSpLocks/>
            </p:cNvGrpSpPr>
            <p:nvPr/>
          </p:nvGrpSpPr>
          <p:grpSpPr bwMode="auto">
            <a:xfrm>
              <a:off x="1371600" y="5364480"/>
              <a:ext cx="731520" cy="731520"/>
              <a:chOff x="2016" y="1920"/>
              <a:chExt cx="1680" cy="1680"/>
            </a:xfrm>
          </p:grpSpPr>
          <p:sp>
            <p:nvSpPr>
              <p:cNvPr id="57397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98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396" name="Text Box 24"/>
            <p:cNvSpPr txBox="1">
              <a:spLocks noChangeArrowheads="1"/>
            </p:cNvSpPr>
            <p:nvPr/>
          </p:nvSpPr>
          <p:spPr bwMode="gray">
            <a:xfrm>
              <a:off x="1447800" y="5562600"/>
              <a:ext cx="5334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1">
                  <a:solidFill>
                    <a:srgbClr val="FFFFFF"/>
                  </a:solidFill>
                  <a:latin typeface="Tahoma" pitchFamily="34" charset="0"/>
                  <a:cs typeface="Tahoma" pitchFamily="34" charset="0"/>
                </a:rPr>
                <a:t>a</a:t>
              </a:r>
              <a:endParaRPr lang="en-US" b="1" baseline="-25000">
                <a:solidFill>
                  <a:srgbClr val="FFFFFF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10" name="Group 69"/>
          <p:cNvGrpSpPr>
            <a:grpSpLocks/>
          </p:cNvGrpSpPr>
          <p:nvPr/>
        </p:nvGrpSpPr>
        <p:grpSpPr bwMode="auto">
          <a:xfrm>
            <a:off x="1905000" y="5521325"/>
            <a:ext cx="731838" cy="731838"/>
            <a:chOff x="2209800" y="5364480"/>
            <a:chExt cx="731520" cy="731520"/>
          </a:xfrm>
        </p:grpSpPr>
        <p:grpSp>
          <p:nvGrpSpPr>
            <p:cNvPr id="57391" name="Group 11"/>
            <p:cNvGrpSpPr>
              <a:grpSpLocks/>
            </p:cNvGrpSpPr>
            <p:nvPr/>
          </p:nvGrpSpPr>
          <p:grpSpPr bwMode="auto">
            <a:xfrm>
              <a:off x="2209800" y="5364480"/>
              <a:ext cx="731520" cy="731520"/>
              <a:chOff x="2016" y="1920"/>
              <a:chExt cx="1680" cy="1680"/>
            </a:xfrm>
          </p:grpSpPr>
          <p:sp>
            <p:nvSpPr>
              <p:cNvPr id="57393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94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392" name="Text Box 24"/>
            <p:cNvSpPr txBox="1">
              <a:spLocks noChangeArrowheads="1"/>
            </p:cNvSpPr>
            <p:nvPr/>
          </p:nvSpPr>
          <p:spPr bwMode="gray">
            <a:xfrm>
              <a:off x="2286000" y="5562600"/>
              <a:ext cx="5334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1">
                  <a:solidFill>
                    <a:srgbClr val="FF0000"/>
                  </a:solidFill>
                  <a:latin typeface="Tahoma" pitchFamily="34" charset="0"/>
                  <a:cs typeface="Tahoma" pitchFamily="34" charset="0"/>
                </a:rPr>
                <a:t>x</a:t>
              </a:r>
              <a:endParaRPr lang="en-US" b="1" baseline="-25000">
                <a:solidFill>
                  <a:srgbClr val="FF0000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12" name="Group 74"/>
          <p:cNvGrpSpPr>
            <a:grpSpLocks/>
          </p:cNvGrpSpPr>
          <p:nvPr/>
        </p:nvGrpSpPr>
        <p:grpSpPr bwMode="auto">
          <a:xfrm>
            <a:off x="2743200" y="5521325"/>
            <a:ext cx="731838" cy="731838"/>
            <a:chOff x="3048000" y="5364480"/>
            <a:chExt cx="731520" cy="731520"/>
          </a:xfrm>
        </p:grpSpPr>
        <p:grpSp>
          <p:nvGrpSpPr>
            <p:cNvPr id="57387" name="Group 11"/>
            <p:cNvGrpSpPr>
              <a:grpSpLocks/>
            </p:cNvGrpSpPr>
            <p:nvPr/>
          </p:nvGrpSpPr>
          <p:grpSpPr bwMode="auto">
            <a:xfrm>
              <a:off x="3048000" y="5364480"/>
              <a:ext cx="731520" cy="731520"/>
              <a:chOff x="2016" y="1920"/>
              <a:chExt cx="1680" cy="1680"/>
            </a:xfrm>
          </p:grpSpPr>
          <p:sp>
            <p:nvSpPr>
              <p:cNvPr id="57389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90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388" name="Text Box 24"/>
            <p:cNvSpPr txBox="1">
              <a:spLocks noChangeArrowheads="1"/>
            </p:cNvSpPr>
            <p:nvPr/>
          </p:nvSpPr>
          <p:spPr bwMode="gray">
            <a:xfrm>
              <a:off x="3124200" y="5562600"/>
              <a:ext cx="5334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1">
                  <a:solidFill>
                    <a:srgbClr val="FFFFFF"/>
                  </a:solidFill>
                  <a:latin typeface="Tahoma" pitchFamily="34" charset="0"/>
                  <a:cs typeface="Tahoma" pitchFamily="34" charset="0"/>
                </a:rPr>
                <a:t>b</a:t>
              </a:r>
              <a:endParaRPr lang="en-US" b="1" baseline="-25000">
                <a:solidFill>
                  <a:srgbClr val="FFFFFF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  <p:grpSp>
        <p:nvGrpSpPr>
          <p:cNvPr id="14" name="Group 79"/>
          <p:cNvGrpSpPr>
            <a:grpSpLocks/>
          </p:cNvGrpSpPr>
          <p:nvPr/>
        </p:nvGrpSpPr>
        <p:grpSpPr bwMode="auto">
          <a:xfrm>
            <a:off x="4419600" y="5521325"/>
            <a:ext cx="731838" cy="731838"/>
            <a:chOff x="4724400" y="5364480"/>
            <a:chExt cx="731520" cy="731520"/>
          </a:xfrm>
        </p:grpSpPr>
        <p:grpSp>
          <p:nvGrpSpPr>
            <p:cNvPr id="57383" name="Group 11"/>
            <p:cNvGrpSpPr>
              <a:grpSpLocks/>
            </p:cNvGrpSpPr>
            <p:nvPr/>
          </p:nvGrpSpPr>
          <p:grpSpPr bwMode="auto">
            <a:xfrm>
              <a:off x="4724400" y="5364480"/>
              <a:ext cx="731520" cy="731520"/>
              <a:chOff x="2016" y="1920"/>
              <a:chExt cx="1680" cy="1680"/>
            </a:xfrm>
          </p:grpSpPr>
          <p:sp>
            <p:nvSpPr>
              <p:cNvPr id="57385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86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2" name="Text Box 24"/>
            <p:cNvSpPr txBox="1">
              <a:spLocks noChangeArrowheads="1"/>
            </p:cNvSpPr>
            <p:nvPr/>
          </p:nvSpPr>
          <p:spPr bwMode="gray">
            <a:xfrm>
              <a:off x="4800567" y="5562832"/>
              <a:ext cx="533168" cy="3808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cs typeface="Tahoma" pitchFamily="34" charset="0"/>
                </a:rPr>
                <a:t>z</a:t>
              </a:r>
              <a:endParaRPr lang="en-US" b="1" baseline="-25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85" name="Text Box 24"/>
          <p:cNvSpPr txBox="1">
            <a:spLocks noChangeArrowheads="1"/>
          </p:cNvSpPr>
          <p:nvPr/>
        </p:nvSpPr>
        <p:spPr bwMode="gray">
          <a:xfrm>
            <a:off x="1752600" y="4043363"/>
            <a:ext cx="1066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xóa?</a:t>
            </a:r>
            <a:endParaRPr lang="en-US" sz="24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86" name="Text Box 24"/>
          <p:cNvSpPr txBox="1">
            <a:spLocks noChangeArrowheads="1"/>
          </p:cNvSpPr>
          <p:nvPr/>
        </p:nvSpPr>
        <p:spPr bwMode="gray">
          <a:xfrm>
            <a:off x="1905000" y="6481763"/>
            <a:ext cx="76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vt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cxnSp>
        <p:nvCxnSpPr>
          <p:cNvPr id="87" name="Straight Arrow Connector 86"/>
          <p:cNvCxnSpPr/>
          <p:nvPr/>
        </p:nvCxnSpPr>
        <p:spPr>
          <a:xfrm rot="5400000" flipH="1" flipV="1">
            <a:off x="2141538" y="6410325"/>
            <a:ext cx="290512" cy="1588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Freeform 5"/>
          <p:cNvSpPr>
            <a:spLocks/>
          </p:cNvSpPr>
          <p:nvPr/>
        </p:nvSpPr>
        <p:spPr bwMode="gray">
          <a:xfrm rot="19713729" flipH="1" flipV="1">
            <a:off x="1974850" y="4346575"/>
            <a:ext cx="1423988" cy="862013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191" y="591"/>
              </a:cxn>
              <a:cxn ang="0">
                <a:pos x="190" y="672"/>
              </a:cxn>
              <a:cxn ang="0">
                <a:pos x="194" y="672"/>
              </a:cxn>
              <a:cxn ang="0">
                <a:pos x="205" y="672"/>
              </a:cxn>
              <a:cxn ang="0">
                <a:pos x="225" y="671"/>
              </a:cxn>
              <a:cxn ang="0">
                <a:pos x="250" y="667"/>
              </a:cxn>
              <a:cxn ang="0">
                <a:pos x="281" y="662"/>
              </a:cxn>
              <a:cxn ang="0">
                <a:pos x="316" y="653"/>
              </a:cxn>
              <a:cxn ang="0">
                <a:pos x="356" y="641"/>
              </a:cxn>
              <a:cxn ang="0">
                <a:pos x="399" y="626"/>
              </a:cxn>
              <a:cxn ang="0">
                <a:pos x="444" y="605"/>
              </a:cxn>
              <a:cxn ang="0">
                <a:pos x="492" y="578"/>
              </a:cxn>
              <a:cxn ang="0">
                <a:pos x="540" y="547"/>
              </a:cxn>
              <a:cxn ang="0">
                <a:pos x="587" y="508"/>
              </a:cxn>
              <a:cxn ang="0">
                <a:pos x="635" y="463"/>
              </a:cxn>
              <a:cxn ang="0">
                <a:pos x="689" y="405"/>
              </a:cxn>
              <a:cxn ang="0">
                <a:pos x="737" y="350"/>
              </a:cxn>
              <a:cxn ang="0">
                <a:pos x="780" y="298"/>
              </a:cxn>
              <a:cxn ang="0">
                <a:pos x="816" y="249"/>
              </a:cxn>
              <a:cxn ang="0">
                <a:pos x="847" y="204"/>
              </a:cxn>
              <a:cxn ang="0">
                <a:pos x="873" y="164"/>
              </a:cxn>
              <a:cxn ang="0">
                <a:pos x="895" y="126"/>
              </a:cxn>
              <a:cxn ang="0">
                <a:pos x="913" y="94"/>
              </a:cxn>
              <a:cxn ang="0">
                <a:pos x="926" y="66"/>
              </a:cxn>
              <a:cxn ang="0">
                <a:pos x="936" y="42"/>
              </a:cxn>
              <a:cxn ang="0">
                <a:pos x="944" y="24"/>
              </a:cxn>
              <a:cxn ang="0">
                <a:pos x="949" y="12"/>
              </a:cxn>
              <a:cxn ang="0">
                <a:pos x="952" y="2"/>
              </a:cxn>
              <a:cxn ang="0">
                <a:pos x="952" y="0"/>
              </a:cxn>
              <a:cxn ang="0">
                <a:pos x="952" y="4"/>
              </a:cxn>
              <a:cxn ang="0">
                <a:pos x="950" y="17"/>
              </a:cxn>
              <a:cxn ang="0">
                <a:pos x="948" y="36"/>
              </a:cxn>
              <a:cxn ang="0">
                <a:pos x="942" y="62"/>
              </a:cxn>
              <a:cxn ang="0">
                <a:pos x="936" y="93"/>
              </a:cxn>
              <a:cxn ang="0">
                <a:pos x="927" y="130"/>
              </a:cxn>
              <a:cxn ang="0">
                <a:pos x="914" y="172"/>
              </a:cxn>
              <a:cxn ang="0">
                <a:pos x="899" y="217"/>
              </a:cxn>
              <a:cxn ang="0">
                <a:pos x="881" y="264"/>
              </a:cxn>
              <a:cxn ang="0">
                <a:pos x="857" y="315"/>
              </a:cxn>
              <a:cxn ang="0">
                <a:pos x="830" y="368"/>
              </a:cxn>
              <a:cxn ang="0">
                <a:pos x="798" y="421"/>
              </a:cxn>
              <a:cxn ang="0">
                <a:pos x="762" y="475"/>
              </a:cxn>
              <a:cxn ang="0">
                <a:pos x="719" y="529"/>
              </a:cxn>
              <a:cxn ang="0">
                <a:pos x="671" y="582"/>
              </a:cxn>
              <a:cxn ang="0">
                <a:pos x="613" y="637"/>
              </a:cxn>
              <a:cxn ang="0">
                <a:pos x="555" y="685"/>
              </a:cxn>
              <a:cxn ang="0">
                <a:pos x="500" y="726"/>
              </a:cxn>
              <a:cxn ang="0">
                <a:pos x="447" y="761"/>
              </a:cxn>
              <a:cxn ang="0">
                <a:pos x="396" y="790"/>
              </a:cxn>
              <a:cxn ang="0">
                <a:pos x="350" y="813"/>
              </a:cxn>
              <a:cxn ang="0">
                <a:pos x="307" y="831"/>
              </a:cxn>
              <a:cxn ang="0">
                <a:pos x="270" y="845"/>
              </a:cxn>
              <a:cxn ang="0">
                <a:pos x="238" y="855"/>
              </a:cxn>
              <a:cxn ang="0">
                <a:pos x="212" y="862"/>
              </a:cxn>
              <a:cxn ang="0">
                <a:pos x="192" y="866"/>
              </a:cxn>
              <a:cxn ang="0">
                <a:pos x="181" y="868"/>
              </a:cxn>
              <a:cxn ang="0">
                <a:pos x="176" y="868"/>
              </a:cxn>
              <a:cxn ang="0">
                <a:pos x="167" y="947"/>
              </a:cxn>
              <a:cxn ang="0">
                <a:pos x="0" y="756"/>
              </a:cxn>
            </a:cxnLst>
            <a:rect l="0" t="0" r="r" b="b"/>
            <a:pathLst>
              <a:path w="952" h="947">
                <a:moveTo>
                  <a:pt x="0" y="756"/>
                </a:moveTo>
                <a:lnTo>
                  <a:pt x="191" y="591"/>
                </a:lnTo>
                <a:lnTo>
                  <a:pt x="190" y="672"/>
                </a:lnTo>
                <a:lnTo>
                  <a:pt x="194" y="672"/>
                </a:lnTo>
                <a:lnTo>
                  <a:pt x="205" y="672"/>
                </a:lnTo>
                <a:lnTo>
                  <a:pt x="225" y="671"/>
                </a:lnTo>
                <a:lnTo>
                  <a:pt x="250" y="667"/>
                </a:lnTo>
                <a:lnTo>
                  <a:pt x="281" y="662"/>
                </a:lnTo>
                <a:lnTo>
                  <a:pt x="316" y="653"/>
                </a:lnTo>
                <a:lnTo>
                  <a:pt x="356" y="641"/>
                </a:lnTo>
                <a:lnTo>
                  <a:pt x="399" y="626"/>
                </a:lnTo>
                <a:lnTo>
                  <a:pt x="444" y="605"/>
                </a:lnTo>
                <a:lnTo>
                  <a:pt x="492" y="578"/>
                </a:lnTo>
                <a:lnTo>
                  <a:pt x="540" y="547"/>
                </a:lnTo>
                <a:lnTo>
                  <a:pt x="587" y="508"/>
                </a:lnTo>
                <a:lnTo>
                  <a:pt x="635" y="463"/>
                </a:lnTo>
                <a:lnTo>
                  <a:pt x="689" y="405"/>
                </a:lnTo>
                <a:lnTo>
                  <a:pt x="737" y="350"/>
                </a:lnTo>
                <a:lnTo>
                  <a:pt x="780" y="298"/>
                </a:lnTo>
                <a:lnTo>
                  <a:pt x="816" y="249"/>
                </a:lnTo>
                <a:lnTo>
                  <a:pt x="847" y="204"/>
                </a:lnTo>
                <a:lnTo>
                  <a:pt x="873" y="164"/>
                </a:lnTo>
                <a:lnTo>
                  <a:pt x="895" y="126"/>
                </a:lnTo>
                <a:lnTo>
                  <a:pt x="913" y="94"/>
                </a:lnTo>
                <a:lnTo>
                  <a:pt x="926" y="66"/>
                </a:lnTo>
                <a:lnTo>
                  <a:pt x="936" y="42"/>
                </a:lnTo>
                <a:lnTo>
                  <a:pt x="944" y="24"/>
                </a:lnTo>
                <a:lnTo>
                  <a:pt x="949" y="12"/>
                </a:lnTo>
                <a:lnTo>
                  <a:pt x="952" y="2"/>
                </a:lnTo>
                <a:lnTo>
                  <a:pt x="952" y="0"/>
                </a:lnTo>
                <a:lnTo>
                  <a:pt x="952" y="4"/>
                </a:lnTo>
                <a:lnTo>
                  <a:pt x="950" y="17"/>
                </a:lnTo>
                <a:lnTo>
                  <a:pt x="948" y="36"/>
                </a:lnTo>
                <a:lnTo>
                  <a:pt x="942" y="62"/>
                </a:lnTo>
                <a:lnTo>
                  <a:pt x="936" y="93"/>
                </a:lnTo>
                <a:lnTo>
                  <a:pt x="927" y="130"/>
                </a:lnTo>
                <a:lnTo>
                  <a:pt x="914" y="172"/>
                </a:lnTo>
                <a:lnTo>
                  <a:pt x="899" y="217"/>
                </a:lnTo>
                <a:lnTo>
                  <a:pt x="881" y="264"/>
                </a:lnTo>
                <a:lnTo>
                  <a:pt x="857" y="315"/>
                </a:lnTo>
                <a:lnTo>
                  <a:pt x="830" y="368"/>
                </a:lnTo>
                <a:lnTo>
                  <a:pt x="798" y="421"/>
                </a:lnTo>
                <a:lnTo>
                  <a:pt x="762" y="475"/>
                </a:lnTo>
                <a:lnTo>
                  <a:pt x="719" y="529"/>
                </a:lnTo>
                <a:lnTo>
                  <a:pt x="671" y="582"/>
                </a:lnTo>
                <a:lnTo>
                  <a:pt x="613" y="637"/>
                </a:lnTo>
                <a:lnTo>
                  <a:pt x="555" y="685"/>
                </a:lnTo>
                <a:lnTo>
                  <a:pt x="500" y="726"/>
                </a:lnTo>
                <a:lnTo>
                  <a:pt x="447" y="761"/>
                </a:lnTo>
                <a:lnTo>
                  <a:pt x="396" y="790"/>
                </a:lnTo>
                <a:lnTo>
                  <a:pt x="350" y="813"/>
                </a:lnTo>
                <a:lnTo>
                  <a:pt x="307" y="831"/>
                </a:lnTo>
                <a:lnTo>
                  <a:pt x="270" y="845"/>
                </a:lnTo>
                <a:lnTo>
                  <a:pt x="238" y="855"/>
                </a:lnTo>
                <a:lnTo>
                  <a:pt x="212" y="862"/>
                </a:lnTo>
                <a:lnTo>
                  <a:pt x="192" y="866"/>
                </a:lnTo>
                <a:lnTo>
                  <a:pt x="181" y="868"/>
                </a:lnTo>
                <a:lnTo>
                  <a:pt x="176" y="868"/>
                </a:lnTo>
                <a:lnTo>
                  <a:pt x="167" y="947"/>
                </a:lnTo>
                <a:lnTo>
                  <a:pt x="0" y="75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3366FF"/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89" name="Freeform 5"/>
          <p:cNvSpPr>
            <a:spLocks/>
          </p:cNvSpPr>
          <p:nvPr/>
        </p:nvSpPr>
        <p:spPr bwMode="gray">
          <a:xfrm rot="19441766" flipV="1">
            <a:off x="2312988" y="5192713"/>
            <a:ext cx="727075" cy="585787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191" y="591"/>
              </a:cxn>
              <a:cxn ang="0">
                <a:pos x="190" y="672"/>
              </a:cxn>
              <a:cxn ang="0">
                <a:pos x="194" y="672"/>
              </a:cxn>
              <a:cxn ang="0">
                <a:pos x="205" y="672"/>
              </a:cxn>
              <a:cxn ang="0">
                <a:pos x="225" y="671"/>
              </a:cxn>
              <a:cxn ang="0">
                <a:pos x="250" y="667"/>
              </a:cxn>
              <a:cxn ang="0">
                <a:pos x="281" y="662"/>
              </a:cxn>
              <a:cxn ang="0">
                <a:pos x="316" y="653"/>
              </a:cxn>
              <a:cxn ang="0">
                <a:pos x="356" y="641"/>
              </a:cxn>
              <a:cxn ang="0">
                <a:pos x="399" y="626"/>
              </a:cxn>
              <a:cxn ang="0">
                <a:pos x="444" y="605"/>
              </a:cxn>
              <a:cxn ang="0">
                <a:pos x="492" y="578"/>
              </a:cxn>
              <a:cxn ang="0">
                <a:pos x="540" y="547"/>
              </a:cxn>
              <a:cxn ang="0">
                <a:pos x="587" y="508"/>
              </a:cxn>
              <a:cxn ang="0">
                <a:pos x="635" y="463"/>
              </a:cxn>
              <a:cxn ang="0">
                <a:pos x="689" y="405"/>
              </a:cxn>
              <a:cxn ang="0">
                <a:pos x="737" y="350"/>
              </a:cxn>
              <a:cxn ang="0">
                <a:pos x="780" y="298"/>
              </a:cxn>
              <a:cxn ang="0">
                <a:pos x="816" y="249"/>
              </a:cxn>
              <a:cxn ang="0">
                <a:pos x="847" y="204"/>
              </a:cxn>
              <a:cxn ang="0">
                <a:pos x="873" y="164"/>
              </a:cxn>
              <a:cxn ang="0">
                <a:pos x="895" y="126"/>
              </a:cxn>
              <a:cxn ang="0">
                <a:pos x="913" y="94"/>
              </a:cxn>
              <a:cxn ang="0">
                <a:pos x="926" y="66"/>
              </a:cxn>
              <a:cxn ang="0">
                <a:pos x="936" y="42"/>
              </a:cxn>
              <a:cxn ang="0">
                <a:pos x="944" y="24"/>
              </a:cxn>
              <a:cxn ang="0">
                <a:pos x="949" y="12"/>
              </a:cxn>
              <a:cxn ang="0">
                <a:pos x="952" y="2"/>
              </a:cxn>
              <a:cxn ang="0">
                <a:pos x="952" y="0"/>
              </a:cxn>
              <a:cxn ang="0">
                <a:pos x="952" y="4"/>
              </a:cxn>
              <a:cxn ang="0">
                <a:pos x="950" y="17"/>
              </a:cxn>
              <a:cxn ang="0">
                <a:pos x="948" y="36"/>
              </a:cxn>
              <a:cxn ang="0">
                <a:pos x="942" y="62"/>
              </a:cxn>
              <a:cxn ang="0">
                <a:pos x="936" y="93"/>
              </a:cxn>
              <a:cxn ang="0">
                <a:pos x="927" y="130"/>
              </a:cxn>
              <a:cxn ang="0">
                <a:pos x="914" y="172"/>
              </a:cxn>
              <a:cxn ang="0">
                <a:pos x="899" y="217"/>
              </a:cxn>
              <a:cxn ang="0">
                <a:pos x="881" y="264"/>
              </a:cxn>
              <a:cxn ang="0">
                <a:pos x="857" y="315"/>
              </a:cxn>
              <a:cxn ang="0">
                <a:pos x="830" y="368"/>
              </a:cxn>
              <a:cxn ang="0">
                <a:pos x="798" y="421"/>
              </a:cxn>
              <a:cxn ang="0">
                <a:pos x="762" y="475"/>
              </a:cxn>
              <a:cxn ang="0">
                <a:pos x="719" y="529"/>
              </a:cxn>
              <a:cxn ang="0">
                <a:pos x="671" y="582"/>
              </a:cxn>
              <a:cxn ang="0">
                <a:pos x="613" y="637"/>
              </a:cxn>
              <a:cxn ang="0">
                <a:pos x="555" y="685"/>
              </a:cxn>
              <a:cxn ang="0">
                <a:pos x="500" y="726"/>
              </a:cxn>
              <a:cxn ang="0">
                <a:pos x="447" y="761"/>
              </a:cxn>
              <a:cxn ang="0">
                <a:pos x="396" y="790"/>
              </a:cxn>
              <a:cxn ang="0">
                <a:pos x="350" y="813"/>
              </a:cxn>
              <a:cxn ang="0">
                <a:pos x="307" y="831"/>
              </a:cxn>
              <a:cxn ang="0">
                <a:pos x="270" y="845"/>
              </a:cxn>
              <a:cxn ang="0">
                <a:pos x="238" y="855"/>
              </a:cxn>
              <a:cxn ang="0">
                <a:pos x="212" y="862"/>
              </a:cxn>
              <a:cxn ang="0">
                <a:pos x="192" y="866"/>
              </a:cxn>
              <a:cxn ang="0">
                <a:pos x="181" y="868"/>
              </a:cxn>
              <a:cxn ang="0">
                <a:pos x="176" y="868"/>
              </a:cxn>
              <a:cxn ang="0">
                <a:pos x="167" y="947"/>
              </a:cxn>
              <a:cxn ang="0">
                <a:pos x="0" y="756"/>
              </a:cxn>
            </a:cxnLst>
            <a:rect l="0" t="0" r="r" b="b"/>
            <a:pathLst>
              <a:path w="952" h="947">
                <a:moveTo>
                  <a:pt x="0" y="756"/>
                </a:moveTo>
                <a:lnTo>
                  <a:pt x="191" y="591"/>
                </a:lnTo>
                <a:lnTo>
                  <a:pt x="190" y="672"/>
                </a:lnTo>
                <a:lnTo>
                  <a:pt x="194" y="672"/>
                </a:lnTo>
                <a:lnTo>
                  <a:pt x="205" y="672"/>
                </a:lnTo>
                <a:lnTo>
                  <a:pt x="225" y="671"/>
                </a:lnTo>
                <a:lnTo>
                  <a:pt x="250" y="667"/>
                </a:lnTo>
                <a:lnTo>
                  <a:pt x="281" y="662"/>
                </a:lnTo>
                <a:lnTo>
                  <a:pt x="316" y="653"/>
                </a:lnTo>
                <a:lnTo>
                  <a:pt x="356" y="641"/>
                </a:lnTo>
                <a:lnTo>
                  <a:pt x="399" y="626"/>
                </a:lnTo>
                <a:lnTo>
                  <a:pt x="444" y="605"/>
                </a:lnTo>
                <a:lnTo>
                  <a:pt x="492" y="578"/>
                </a:lnTo>
                <a:lnTo>
                  <a:pt x="540" y="547"/>
                </a:lnTo>
                <a:lnTo>
                  <a:pt x="587" y="508"/>
                </a:lnTo>
                <a:lnTo>
                  <a:pt x="635" y="463"/>
                </a:lnTo>
                <a:lnTo>
                  <a:pt x="689" y="405"/>
                </a:lnTo>
                <a:lnTo>
                  <a:pt x="737" y="350"/>
                </a:lnTo>
                <a:lnTo>
                  <a:pt x="780" y="298"/>
                </a:lnTo>
                <a:lnTo>
                  <a:pt x="816" y="249"/>
                </a:lnTo>
                <a:lnTo>
                  <a:pt x="847" y="204"/>
                </a:lnTo>
                <a:lnTo>
                  <a:pt x="873" y="164"/>
                </a:lnTo>
                <a:lnTo>
                  <a:pt x="895" y="126"/>
                </a:lnTo>
                <a:lnTo>
                  <a:pt x="913" y="94"/>
                </a:lnTo>
                <a:lnTo>
                  <a:pt x="926" y="66"/>
                </a:lnTo>
                <a:lnTo>
                  <a:pt x="936" y="42"/>
                </a:lnTo>
                <a:lnTo>
                  <a:pt x="944" y="24"/>
                </a:lnTo>
                <a:lnTo>
                  <a:pt x="949" y="12"/>
                </a:lnTo>
                <a:lnTo>
                  <a:pt x="952" y="2"/>
                </a:lnTo>
                <a:lnTo>
                  <a:pt x="952" y="0"/>
                </a:lnTo>
                <a:lnTo>
                  <a:pt x="952" y="4"/>
                </a:lnTo>
                <a:lnTo>
                  <a:pt x="950" y="17"/>
                </a:lnTo>
                <a:lnTo>
                  <a:pt x="948" y="36"/>
                </a:lnTo>
                <a:lnTo>
                  <a:pt x="942" y="62"/>
                </a:lnTo>
                <a:lnTo>
                  <a:pt x="936" y="93"/>
                </a:lnTo>
                <a:lnTo>
                  <a:pt x="927" y="130"/>
                </a:lnTo>
                <a:lnTo>
                  <a:pt x="914" y="172"/>
                </a:lnTo>
                <a:lnTo>
                  <a:pt x="899" y="217"/>
                </a:lnTo>
                <a:lnTo>
                  <a:pt x="881" y="264"/>
                </a:lnTo>
                <a:lnTo>
                  <a:pt x="857" y="315"/>
                </a:lnTo>
                <a:lnTo>
                  <a:pt x="830" y="368"/>
                </a:lnTo>
                <a:lnTo>
                  <a:pt x="798" y="421"/>
                </a:lnTo>
                <a:lnTo>
                  <a:pt x="762" y="475"/>
                </a:lnTo>
                <a:lnTo>
                  <a:pt x="719" y="529"/>
                </a:lnTo>
                <a:lnTo>
                  <a:pt x="671" y="582"/>
                </a:lnTo>
                <a:lnTo>
                  <a:pt x="613" y="637"/>
                </a:lnTo>
                <a:lnTo>
                  <a:pt x="555" y="685"/>
                </a:lnTo>
                <a:lnTo>
                  <a:pt x="500" y="726"/>
                </a:lnTo>
                <a:lnTo>
                  <a:pt x="447" y="761"/>
                </a:lnTo>
                <a:lnTo>
                  <a:pt x="396" y="790"/>
                </a:lnTo>
                <a:lnTo>
                  <a:pt x="350" y="813"/>
                </a:lnTo>
                <a:lnTo>
                  <a:pt x="307" y="831"/>
                </a:lnTo>
                <a:lnTo>
                  <a:pt x="270" y="845"/>
                </a:lnTo>
                <a:lnTo>
                  <a:pt x="238" y="855"/>
                </a:lnTo>
                <a:lnTo>
                  <a:pt x="212" y="862"/>
                </a:lnTo>
                <a:lnTo>
                  <a:pt x="192" y="866"/>
                </a:lnTo>
                <a:lnTo>
                  <a:pt x="181" y="868"/>
                </a:lnTo>
                <a:lnTo>
                  <a:pt x="176" y="868"/>
                </a:lnTo>
                <a:lnTo>
                  <a:pt x="167" y="947"/>
                </a:lnTo>
                <a:lnTo>
                  <a:pt x="0" y="75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3366FF"/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90" name="Freeform 5"/>
          <p:cNvSpPr>
            <a:spLocks/>
          </p:cNvSpPr>
          <p:nvPr/>
        </p:nvSpPr>
        <p:spPr bwMode="gray">
          <a:xfrm rot="19441766" flipV="1">
            <a:off x="3149600" y="5192713"/>
            <a:ext cx="728663" cy="584200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191" y="591"/>
              </a:cxn>
              <a:cxn ang="0">
                <a:pos x="190" y="672"/>
              </a:cxn>
              <a:cxn ang="0">
                <a:pos x="194" y="672"/>
              </a:cxn>
              <a:cxn ang="0">
                <a:pos x="205" y="672"/>
              </a:cxn>
              <a:cxn ang="0">
                <a:pos x="225" y="671"/>
              </a:cxn>
              <a:cxn ang="0">
                <a:pos x="250" y="667"/>
              </a:cxn>
              <a:cxn ang="0">
                <a:pos x="281" y="662"/>
              </a:cxn>
              <a:cxn ang="0">
                <a:pos x="316" y="653"/>
              </a:cxn>
              <a:cxn ang="0">
                <a:pos x="356" y="641"/>
              </a:cxn>
              <a:cxn ang="0">
                <a:pos x="399" y="626"/>
              </a:cxn>
              <a:cxn ang="0">
                <a:pos x="444" y="605"/>
              </a:cxn>
              <a:cxn ang="0">
                <a:pos x="492" y="578"/>
              </a:cxn>
              <a:cxn ang="0">
                <a:pos x="540" y="547"/>
              </a:cxn>
              <a:cxn ang="0">
                <a:pos x="587" y="508"/>
              </a:cxn>
              <a:cxn ang="0">
                <a:pos x="635" y="463"/>
              </a:cxn>
              <a:cxn ang="0">
                <a:pos x="689" y="405"/>
              </a:cxn>
              <a:cxn ang="0">
                <a:pos x="737" y="350"/>
              </a:cxn>
              <a:cxn ang="0">
                <a:pos x="780" y="298"/>
              </a:cxn>
              <a:cxn ang="0">
                <a:pos x="816" y="249"/>
              </a:cxn>
              <a:cxn ang="0">
                <a:pos x="847" y="204"/>
              </a:cxn>
              <a:cxn ang="0">
                <a:pos x="873" y="164"/>
              </a:cxn>
              <a:cxn ang="0">
                <a:pos x="895" y="126"/>
              </a:cxn>
              <a:cxn ang="0">
                <a:pos x="913" y="94"/>
              </a:cxn>
              <a:cxn ang="0">
                <a:pos x="926" y="66"/>
              </a:cxn>
              <a:cxn ang="0">
                <a:pos x="936" y="42"/>
              </a:cxn>
              <a:cxn ang="0">
                <a:pos x="944" y="24"/>
              </a:cxn>
              <a:cxn ang="0">
                <a:pos x="949" y="12"/>
              </a:cxn>
              <a:cxn ang="0">
                <a:pos x="952" y="2"/>
              </a:cxn>
              <a:cxn ang="0">
                <a:pos x="952" y="0"/>
              </a:cxn>
              <a:cxn ang="0">
                <a:pos x="952" y="4"/>
              </a:cxn>
              <a:cxn ang="0">
                <a:pos x="950" y="17"/>
              </a:cxn>
              <a:cxn ang="0">
                <a:pos x="948" y="36"/>
              </a:cxn>
              <a:cxn ang="0">
                <a:pos x="942" y="62"/>
              </a:cxn>
              <a:cxn ang="0">
                <a:pos x="936" y="93"/>
              </a:cxn>
              <a:cxn ang="0">
                <a:pos x="927" y="130"/>
              </a:cxn>
              <a:cxn ang="0">
                <a:pos x="914" y="172"/>
              </a:cxn>
              <a:cxn ang="0">
                <a:pos x="899" y="217"/>
              </a:cxn>
              <a:cxn ang="0">
                <a:pos x="881" y="264"/>
              </a:cxn>
              <a:cxn ang="0">
                <a:pos x="857" y="315"/>
              </a:cxn>
              <a:cxn ang="0">
                <a:pos x="830" y="368"/>
              </a:cxn>
              <a:cxn ang="0">
                <a:pos x="798" y="421"/>
              </a:cxn>
              <a:cxn ang="0">
                <a:pos x="762" y="475"/>
              </a:cxn>
              <a:cxn ang="0">
                <a:pos x="719" y="529"/>
              </a:cxn>
              <a:cxn ang="0">
                <a:pos x="671" y="582"/>
              </a:cxn>
              <a:cxn ang="0">
                <a:pos x="613" y="637"/>
              </a:cxn>
              <a:cxn ang="0">
                <a:pos x="555" y="685"/>
              </a:cxn>
              <a:cxn ang="0">
                <a:pos x="500" y="726"/>
              </a:cxn>
              <a:cxn ang="0">
                <a:pos x="447" y="761"/>
              </a:cxn>
              <a:cxn ang="0">
                <a:pos x="396" y="790"/>
              </a:cxn>
              <a:cxn ang="0">
                <a:pos x="350" y="813"/>
              </a:cxn>
              <a:cxn ang="0">
                <a:pos x="307" y="831"/>
              </a:cxn>
              <a:cxn ang="0">
                <a:pos x="270" y="845"/>
              </a:cxn>
              <a:cxn ang="0">
                <a:pos x="238" y="855"/>
              </a:cxn>
              <a:cxn ang="0">
                <a:pos x="212" y="862"/>
              </a:cxn>
              <a:cxn ang="0">
                <a:pos x="192" y="866"/>
              </a:cxn>
              <a:cxn ang="0">
                <a:pos x="181" y="868"/>
              </a:cxn>
              <a:cxn ang="0">
                <a:pos x="176" y="868"/>
              </a:cxn>
              <a:cxn ang="0">
                <a:pos x="167" y="947"/>
              </a:cxn>
              <a:cxn ang="0">
                <a:pos x="0" y="756"/>
              </a:cxn>
            </a:cxnLst>
            <a:rect l="0" t="0" r="r" b="b"/>
            <a:pathLst>
              <a:path w="952" h="947">
                <a:moveTo>
                  <a:pt x="0" y="756"/>
                </a:moveTo>
                <a:lnTo>
                  <a:pt x="191" y="591"/>
                </a:lnTo>
                <a:lnTo>
                  <a:pt x="190" y="672"/>
                </a:lnTo>
                <a:lnTo>
                  <a:pt x="194" y="672"/>
                </a:lnTo>
                <a:lnTo>
                  <a:pt x="205" y="672"/>
                </a:lnTo>
                <a:lnTo>
                  <a:pt x="225" y="671"/>
                </a:lnTo>
                <a:lnTo>
                  <a:pt x="250" y="667"/>
                </a:lnTo>
                <a:lnTo>
                  <a:pt x="281" y="662"/>
                </a:lnTo>
                <a:lnTo>
                  <a:pt x="316" y="653"/>
                </a:lnTo>
                <a:lnTo>
                  <a:pt x="356" y="641"/>
                </a:lnTo>
                <a:lnTo>
                  <a:pt x="399" y="626"/>
                </a:lnTo>
                <a:lnTo>
                  <a:pt x="444" y="605"/>
                </a:lnTo>
                <a:lnTo>
                  <a:pt x="492" y="578"/>
                </a:lnTo>
                <a:lnTo>
                  <a:pt x="540" y="547"/>
                </a:lnTo>
                <a:lnTo>
                  <a:pt x="587" y="508"/>
                </a:lnTo>
                <a:lnTo>
                  <a:pt x="635" y="463"/>
                </a:lnTo>
                <a:lnTo>
                  <a:pt x="689" y="405"/>
                </a:lnTo>
                <a:lnTo>
                  <a:pt x="737" y="350"/>
                </a:lnTo>
                <a:lnTo>
                  <a:pt x="780" y="298"/>
                </a:lnTo>
                <a:lnTo>
                  <a:pt x="816" y="249"/>
                </a:lnTo>
                <a:lnTo>
                  <a:pt x="847" y="204"/>
                </a:lnTo>
                <a:lnTo>
                  <a:pt x="873" y="164"/>
                </a:lnTo>
                <a:lnTo>
                  <a:pt x="895" y="126"/>
                </a:lnTo>
                <a:lnTo>
                  <a:pt x="913" y="94"/>
                </a:lnTo>
                <a:lnTo>
                  <a:pt x="926" y="66"/>
                </a:lnTo>
                <a:lnTo>
                  <a:pt x="936" y="42"/>
                </a:lnTo>
                <a:lnTo>
                  <a:pt x="944" y="24"/>
                </a:lnTo>
                <a:lnTo>
                  <a:pt x="949" y="12"/>
                </a:lnTo>
                <a:lnTo>
                  <a:pt x="952" y="2"/>
                </a:lnTo>
                <a:lnTo>
                  <a:pt x="952" y="0"/>
                </a:lnTo>
                <a:lnTo>
                  <a:pt x="952" y="4"/>
                </a:lnTo>
                <a:lnTo>
                  <a:pt x="950" y="17"/>
                </a:lnTo>
                <a:lnTo>
                  <a:pt x="948" y="36"/>
                </a:lnTo>
                <a:lnTo>
                  <a:pt x="942" y="62"/>
                </a:lnTo>
                <a:lnTo>
                  <a:pt x="936" y="93"/>
                </a:lnTo>
                <a:lnTo>
                  <a:pt x="927" y="130"/>
                </a:lnTo>
                <a:lnTo>
                  <a:pt x="914" y="172"/>
                </a:lnTo>
                <a:lnTo>
                  <a:pt x="899" y="217"/>
                </a:lnTo>
                <a:lnTo>
                  <a:pt x="881" y="264"/>
                </a:lnTo>
                <a:lnTo>
                  <a:pt x="857" y="315"/>
                </a:lnTo>
                <a:lnTo>
                  <a:pt x="830" y="368"/>
                </a:lnTo>
                <a:lnTo>
                  <a:pt x="798" y="421"/>
                </a:lnTo>
                <a:lnTo>
                  <a:pt x="762" y="475"/>
                </a:lnTo>
                <a:lnTo>
                  <a:pt x="719" y="529"/>
                </a:lnTo>
                <a:lnTo>
                  <a:pt x="671" y="582"/>
                </a:lnTo>
                <a:lnTo>
                  <a:pt x="613" y="637"/>
                </a:lnTo>
                <a:lnTo>
                  <a:pt x="555" y="685"/>
                </a:lnTo>
                <a:lnTo>
                  <a:pt x="500" y="726"/>
                </a:lnTo>
                <a:lnTo>
                  <a:pt x="447" y="761"/>
                </a:lnTo>
                <a:lnTo>
                  <a:pt x="396" y="790"/>
                </a:lnTo>
                <a:lnTo>
                  <a:pt x="350" y="813"/>
                </a:lnTo>
                <a:lnTo>
                  <a:pt x="307" y="831"/>
                </a:lnTo>
                <a:lnTo>
                  <a:pt x="270" y="845"/>
                </a:lnTo>
                <a:lnTo>
                  <a:pt x="238" y="855"/>
                </a:lnTo>
                <a:lnTo>
                  <a:pt x="212" y="862"/>
                </a:lnTo>
                <a:lnTo>
                  <a:pt x="192" y="866"/>
                </a:lnTo>
                <a:lnTo>
                  <a:pt x="181" y="868"/>
                </a:lnTo>
                <a:lnTo>
                  <a:pt x="176" y="868"/>
                </a:lnTo>
                <a:lnTo>
                  <a:pt x="167" y="947"/>
                </a:lnTo>
                <a:lnTo>
                  <a:pt x="0" y="75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3366FF"/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91" name="Freeform 5"/>
          <p:cNvSpPr>
            <a:spLocks/>
          </p:cNvSpPr>
          <p:nvPr/>
        </p:nvSpPr>
        <p:spPr bwMode="gray">
          <a:xfrm rot="19441766" flipV="1">
            <a:off x="3987800" y="5192713"/>
            <a:ext cx="728663" cy="584200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191" y="591"/>
              </a:cxn>
              <a:cxn ang="0">
                <a:pos x="190" y="672"/>
              </a:cxn>
              <a:cxn ang="0">
                <a:pos x="194" y="672"/>
              </a:cxn>
              <a:cxn ang="0">
                <a:pos x="205" y="672"/>
              </a:cxn>
              <a:cxn ang="0">
                <a:pos x="225" y="671"/>
              </a:cxn>
              <a:cxn ang="0">
                <a:pos x="250" y="667"/>
              </a:cxn>
              <a:cxn ang="0">
                <a:pos x="281" y="662"/>
              </a:cxn>
              <a:cxn ang="0">
                <a:pos x="316" y="653"/>
              </a:cxn>
              <a:cxn ang="0">
                <a:pos x="356" y="641"/>
              </a:cxn>
              <a:cxn ang="0">
                <a:pos x="399" y="626"/>
              </a:cxn>
              <a:cxn ang="0">
                <a:pos x="444" y="605"/>
              </a:cxn>
              <a:cxn ang="0">
                <a:pos x="492" y="578"/>
              </a:cxn>
              <a:cxn ang="0">
                <a:pos x="540" y="547"/>
              </a:cxn>
              <a:cxn ang="0">
                <a:pos x="587" y="508"/>
              </a:cxn>
              <a:cxn ang="0">
                <a:pos x="635" y="463"/>
              </a:cxn>
              <a:cxn ang="0">
                <a:pos x="689" y="405"/>
              </a:cxn>
              <a:cxn ang="0">
                <a:pos x="737" y="350"/>
              </a:cxn>
              <a:cxn ang="0">
                <a:pos x="780" y="298"/>
              </a:cxn>
              <a:cxn ang="0">
                <a:pos x="816" y="249"/>
              </a:cxn>
              <a:cxn ang="0">
                <a:pos x="847" y="204"/>
              </a:cxn>
              <a:cxn ang="0">
                <a:pos x="873" y="164"/>
              </a:cxn>
              <a:cxn ang="0">
                <a:pos x="895" y="126"/>
              </a:cxn>
              <a:cxn ang="0">
                <a:pos x="913" y="94"/>
              </a:cxn>
              <a:cxn ang="0">
                <a:pos x="926" y="66"/>
              </a:cxn>
              <a:cxn ang="0">
                <a:pos x="936" y="42"/>
              </a:cxn>
              <a:cxn ang="0">
                <a:pos x="944" y="24"/>
              </a:cxn>
              <a:cxn ang="0">
                <a:pos x="949" y="12"/>
              </a:cxn>
              <a:cxn ang="0">
                <a:pos x="952" y="2"/>
              </a:cxn>
              <a:cxn ang="0">
                <a:pos x="952" y="0"/>
              </a:cxn>
              <a:cxn ang="0">
                <a:pos x="952" y="4"/>
              </a:cxn>
              <a:cxn ang="0">
                <a:pos x="950" y="17"/>
              </a:cxn>
              <a:cxn ang="0">
                <a:pos x="948" y="36"/>
              </a:cxn>
              <a:cxn ang="0">
                <a:pos x="942" y="62"/>
              </a:cxn>
              <a:cxn ang="0">
                <a:pos x="936" y="93"/>
              </a:cxn>
              <a:cxn ang="0">
                <a:pos x="927" y="130"/>
              </a:cxn>
              <a:cxn ang="0">
                <a:pos x="914" y="172"/>
              </a:cxn>
              <a:cxn ang="0">
                <a:pos x="899" y="217"/>
              </a:cxn>
              <a:cxn ang="0">
                <a:pos x="881" y="264"/>
              </a:cxn>
              <a:cxn ang="0">
                <a:pos x="857" y="315"/>
              </a:cxn>
              <a:cxn ang="0">
                <a:pos x="830" y="368"/>
              </a:cxn>
              <a:cxn ang="0">
                <a:pos x="798" y="421"/>
              </a:cxn>
              <a:cxn ang="0">
                <a:pos x="762" y="475"/>
              </a:cxn>
              <a:cxn ang="0">
                <a:pos x="719" y="529"/>
              </a:cxn>
              <a:cxn ang="0">
                <a:pos x="671" y="582"/>
              </a:cxn>
              <a:cxn ang="0">
                <a:pos x="613" y="637"/>
              </a:cxn>
              <a:cxn ang="0">
                <a:pos x="555" y="685"/>
              </a:cxn>
              <a:cxn ang="0">
                <a:pos x="500" y="726"/>
              </a:cxn>
              <a:cxn ang="0">
                <a:pos x="447" y="761"/>
              </a:cxn>
              <a:cxn ang="0">
                <a:pos x="396" y="790"/>
              </a:cxn>
              <a:cxn ang="0">
                <a:pos x="350" y="813"/>
              </a:cxn>
              <a:cxn ang="0">
                <a:pos x="307" y="831"/>
              </a:cxn>
              <a:cxn ang="0">
                <a:pos x="270" y="845"/>
              </a:cxn>
              <a:cxn ang="0">
                <a:pos x="238" y="855"/>
              </a:cxn>
              <a:cxn ang="0">
                <a:pos x="212" y="862"/>
              </a:cxn>
              <a:cxn ang="0">
                <a:pos x="192" y="866"/>
              </a:cxn>
              <a:cxn ang="0">
                <a:pos x="181" y="868"/>
              </a:cxn>
              <a:cxn ang="0">
                <a:pos x="176" y="868"/>
              </a:cxn>
              <a:cxn ang="0">
                <a:pos x="167" y="947"/>
              </a:cxn>
              <a:cxn ang="0">
                <a:pos x="0" y="756"/>
              </a:cxn>
            </a:cxnLst>
            <a:rect l="0" t="0" r="r" b="b"/>
            <a:pathLst>
              <a:path w="952" h="947">
                <a:moveTo>
                  <a:pt x="0" y="756"/>
                </a:moveTo>
                <a:lnTo>
                  <a:pt x="191" y="591"/>
                </a:lnTo>
                <a:lnTo>
                  <a:pt x="190" y="672"/>
                </a:lnTo>
                <a:lnTo>
                  <a:pt x="194" y="672"/>
                </a:lnTo>
                <a:lnTo>
                  <a:pt x="205" y="672"/>
                </a:lnTo>
                <a:lnTo>
                  <a:pt x="225" y="671"/>
                </a:lnTo>
                <a:lnTo>
                  <a:pt x="250" y="667"/>
                </a:lnTo>
                <a:lnTo>
                  <a:pt x="281" y="662"/>
                </a:lnTo>
                <a:lnTo>
                  <a:pt x="316" y="653"/>
                </a:lnTo>
                <a:lnTo>
                  <a:pt x="356" y="641"/>
                </a:lnTo>
                <a:lnTo>
                  <a:pt x="399" y="626"/>
                </a:lnTo>
                <a:lnTo>
                  <a:pt x="444" y="605"/>
                </a:lnTo>
                <a:lnTo>
                  <a:pt x="492" y="578"/>
                </a:lnTo>
                <a:lnTo>
                  <a:pt x="540" y="547"/>
                </a:lnTo>
                <a:lnTo>
                  <a:pt x="587" y="508"/>
                </a:lnTo>
                <a:lnTo>
                  <a:pt x="635" y="463"/>
                </a:lnTo>
                <a:lnTo>
                  <a:pt x="689" y="405"/>
                </a:lnTo>
                <a:lnTo>
                  <a:pt x="737" y="350"/>
                </a:lnTo>
                <a:lnTo>
                  <a:pt x="780" y="298"/>
                </a:lnTo>
                <a:lnTo>
                  <a:pt x="816" y="249"/>
                </a:lnTo>
                <a:lnTo>
                  <a:pt x="847" y="204"/>
                </a:lnTo>
                <a:lnTo>
                  <a:pt x="873" y="164"/>
                </a:lnTo>
                <a:lnTo>
                  <a:pt x="895" y="126"/>
                </a:lnTo>
                <a:lnTo>
                  <a:pt x="913" y="94"/>
                </a:lnTo>
                <a:lnTo>
                  <a:pt x="926" y="66"/>
                </a:lnTo>
                <a:lnTo>
                  <a:pt x="936" y="42"/>
                </a:lnTo>
                <a:lnTo>
                  <a:pt x="944" y="24"/>
                </a:lnTo>
                <a:lnTo>
                  <a:pt x="949" y="12"/>
                </a:lnTo>
                <a:lnTo>
                  <a:pt x="952" y="2"/>
                </a:lnTo>
                <a:lnTo>
                  <a:pt x="952" y="0"/>
                </a:lnTo>
                <a:lnTo>
                  <a:pt x="952" y="4"/>
                </a:lnTo>
                <a:lnTo>
                  <a:pt x="950" y="17"/>
                </a:lnTo>
                <a:lnTo>
                  <a:pt x="948" y="36"/>
                </a:lnTo>
                <a:lnTo>
                  <a:pt x="942" y="62"/>
                </a:lnTo>
                <a:lnTo>
                  <a:pt x="936" y="93"/>
                </a:lnTo>
                <a:lnTo>
                  <a:pt x="927" y="130"/>
                </a:lnTo>
                <a:lnTo>
                  <a:pt x="914" y="172"/>
                </a:lnTo>
                <a:lnTo>
                  <a:pt x="899" y="217"/>
                </a:lnTo>
                <a:lnTo>
                  <a:pt x="881" y="264"/>
                </a:lnTo>
                <a:lnTo>
                  <a:pt x="857" y="315"/>
                </a:lnTo>
                <a:lnTo>
                  <a:pt x="830" y="368"/>
                </a:lnTo>
                <a:lnTo>
                  <a:pt x="798" y="421"/>
                </a:lnTo>
                <a:lnTo>
                  <a:pt x="762" y="475"/>
                </a:lnTo>
                <a:lnTo>
                  <a:pt x="719" y="529"/>
                </a:lnTo>
                <a:lnTo>
                  <a:pt x="671" y="582"/>
                </a:lnTo>
                <a:lnTo>
                  <a:pt x="613" y="637"/>
                </a:lnTo>
                <a:lnTo>
                  <a:pt x="555" y="685"/>
                </a:lnTo>
                <a:lnTo>
                  <a:pt x="500" y="726"/>
                </a:lnTo>
                <a:lnTo>
                  <a:pt x="447" y="761"/>
                </a:lnTo>
                <a:lnTo>
                  <a:pt x="396" y="790"/>
                </a:lnTo>
                <a:lnTo>
                  <a:pt x="350" y="813"/>
                </a:lnTo>
                <a:lnTo>
                  <a:pt x="307" y="831"/>
                </a:lnTo>
                <a:lnTo>
                  <a:pt x="270" y="845"/>
                </a:lnTo>
                <a:lnTo>
                  <a:pt x="238" y="855"/>
                </a:lnTo>
                <a:lnTo>
                  <a:pt x="212" y="862"/>
                </a:lnTo>
                <a:lnTo>
                  <a:pt x="192" y="866"/>
                </a:lnTo>
                <a:lnTo>
                  <a:pt x="181" y="868"/>
                </a:lnTo>
                <a:lnTo>
                  <a:pt x="176" y="868"/>
                </a:lnTo>
                <a:lnTo>
                  <a:pt x="167" y="947"/>
                </a:lnTo>
                <a:lnTo>
                  <a:pt x="0" y="756"/>
                </a:ln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3366FF"/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grpSp>
        <p:nvGrpSpPr>
          <p:cNvPr id="16" name="Group 91"/>
          <p:cNvGrpSpPr>
            <a:grpSpLocks/>
          </p:cNvGrpSpPr>
          <p:nvPr/>
        </p:nvGrpSpPr>
        <p:grpSpPr bwMode="auto">
          <a:xfrm>
            <a:off x="4419600" y="5521325"/>
            <a:ext cx="731838" cy="731838"/>
            <a:chOff x="4724400" y="5364480"/>
            <a:chExt cx="731520" cy="731520"/>
          </a:xfrm>
        </p:grpSpPr>
        <p:grpSp>
          <p:nvGrpSpPr>
            <p:cNvPr id="57379" name="Group 11"/>
            <p:cNvGrpSpPr>
              <a:grpSpLocks/>
            </p:cNvGrpSpPr>
            <p:nvPr/>
          </p:nvGrpSpPr>
          <p:grpSpPr bwMode="auto">
            <a:xfrm>
              <a:off x="4724400" y="5364480"/>
              <a:ext cx="731520" cy="731520"/>
              <a:chOff x="2016" y="1920"/>
              <a:chExt cx="1680" cy="1680"/>
            </a:xfrm>
          </p:grpSpPr>
          <p:sp>
            <p:nvSpPr>
              <p:cNvPr id="57381" name="Oval 12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33CC33"/>
                  </a:gs>
                  <a:gs pos="100000">
                    <a:srgbClr val="0C320C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382" name="Freeform 13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228 w 1321"/>
                  <a:gd name="T1" fmla="*/ 283 h 712"/>
                  <a:gd name="T2" fmla="*/ 1244 w 1321"/>
                  <a:gd name="T3" fmla="*/ 313 h 712"/>
                  <a:gd name="T4" fmla="*/ 1247 w 1321"/>
                  <a:gd name="T5" fmla="*/ 339 h 712"/>
                  <a:gd name="T6" fmla="*/ 1242 w 1321"/>
                  <a:gd name="T7" fmla="*/ 364 h 712"/>
                  <a:gd name="T8" fmla="*/ 1225 w 1321"/>
                  <a:gd name="T9" fmla="*/ 388 h 712"/>
                  <a:gd name="T10" fmla="*/ 1201 w 1321"/>
                  <a:gd name="T11" fmla="*/ 409 h 712"/>
                  <a:gd name="T12" fmla="*/ 1170 w 1321"/>
                  <a:gd name="T13" fmla="*/ 427 h 712"/>
                  <a:gd name="T14" fmla="*/ 1129 w 1321"/>
                  <a:gd name="T15" fmla="*/ 443 h 712"/>
                  <a:gd name="T16" fmla="*/ 1083 w 1321"/>
                  <a:gd name="T17" fmla="*/ 459 h 712"/>
                  <a:gd name="T18" fmla="*/ 1031 w 1321"/>
                  <a:gd name="T19" fmla="*/ 471 h 712"/>
                  <a:gd name="T20" fmla="*/ 973 w 1321"/>
                  <a:gd name="T21" fmla="*/ 482 h 712"/>
                  <a:gd name="T22" fmla="*/ 913 w 1321"/>
                  <a:gd name="T23" fmla="*/ 490 h 712"/>
                  <a:gd name="T24" fmla="*/ 846 w 1321"/>
                  <a:gd name="T25" fmla="*/ 497 h 712"/>
                  <a:gd name="T26" fmla="*/ 778 w 1321"/>
                  <a:gd name="T27" fmla="*/ 501 h 712"/>
                  <a:gd name="T28" fmla="*/ 751 w 1321"/>
                  <a:gd name="T29" fmla="*/ 503 h 712"/>
                  <a:gd name="T30" fmla="*/ 449 w 1321"/>
                  <a:gd name="T31" fmla="*/ 503 h 712"/>
                  <a:gd name="T32" fmla="*/ 445 w 1321"/>
                  <a:gd name="T33" fmla="*/ 503 h 712"/>
                  <a:gd name="T34" fmla="*/ 386 w 1321"/>
                  <a:gd name="T35" fmla="*/ 500 h 712"/>
                  <a:gd name="T36" fmla="*/ 329 w 1321"/>
                  <a:gd name="T37" fmla="*/ 497 h 712"/>
                  <a:gd name="T38" fmla="*/ 275 w 1321"/>
                  <a:gd name="T39" fmla="*/ 492 h 712"/>
                  <a:gd name="T40" fmla="*/ 223 w 1321"/>
                  <a:gd name="T41" fmla="*/ 487 h 712"/>
                  <a:gd name="T42" fmla="*/ 176 w 1321"/>
                  <a:gd name="T43" fmla="*/ 478 h 712"/>
                  <a:gd name="T44" fmla="*/ 132 w 1321"/>
                  <a:gd name="T45" fmla="*/ 467 h 712"/>
                  <a:gd name="T46" fmla="*/ 96 w 1321"/>
                  <a:gd name="T47" fmla="*/ 458 h 712"/>
                  <a:gd name="T48" fmla="*/ 64 w 1321"/>
                  <a:gd name="T49" fmla="*/ 445 h 712"/>
                  <a:gd name="T50" fmla="*/ 36 w 1321"/>
                  <a:gd name="T51" fmla="*/ 429 h 712"/>
                  <a:gd name="T52" fmla="*/ 18 w 1321"/>
                  <a:gd name="T53" fmla="*/ 411 h 712"/>
                  <a:gd name="T54" fmla="*/ 6 w 1321"/>
                  <a:gd name="T55" fmla="*/ 391 h 712"/>
                  <a:gd name="T56" fmla="*/ 0 w 1321"/>
                  <a:gd name="T57" fmla="*/ 370 h 712"/>
                  <a:gd name="T58" fmla="*/ 0 w 1321"/>
                  <a:gd name="T59" fmla="*/ 367 h 712"/>
                  <a:gd name="T60" fmla="*/ 4 w 1321"/>
                  <a:gd name="T61" fmla="*/ 344 h 712"/>
                  <a:gd name="T62" fmla="*/ 16 w 1321"/>
                  <a:gd name="T63" fmla="*/ 315 h 712"/>
                  <a:gd name="T64" fmla="*/ 48 w 1321"/>
                  <a:gd name="T65" fmla="*/ 261 h 712"/>
                  <a:gd name="T66" fmla="*/ 88 w 1321"/>
                  <a:gd name="T67" fmla="*/ 211 h 712"/>
                  <a:gd name="T68" fmla="*/ 138 w 1321"/>
                  <a:gd name="T69" fmla="*/ 166 h 712"/>
                  <a:gd name="T70" fmla="*/ 192 w 1321"/>
                  <a:gd name="T71" fmla="*/ 125 h 712"/>
                  <a:gd name="T72" fmla="*/ 255 w 1321"/>
                  <a:gd name="T73" fmla="*/ 88 h 712"/>
                  <a:gd name="T74" fmla="*/ 323 w 1321"/>
                  <a:gd name="T75" fmla="*/ 58 h 712"/>
                  <a:gd name="T76" fmla="*/ 391 w 1321"/>
                  <a:gd name="T77" fmla="*/ 33 h 712"/>
                  <a:gd name="T78" fmla="*/ 470 w 1321"/>
                  <a:gd name="T79" fmla="*/ 15 h 712"/>
                  <a:gd name="T80" fmla="*/ 548 w 1321"/>
                  <a:gd name="T81" fmla="*/ 4 h 712"/>
                  <a:gd name="T82" fmla="*/ 630 w 1321"/>
                  <a:gd name="T83" fmla="*/ 0 h 712"/>
                  <a:gd name="T84" fmla="*/ 630 w 1321"/>
                  <a:gd name="T85" fmla="*/ 0 h 712"/>
                  <a:gd name="T86" fmla="*/ 717 w 1321"/>
                  <a:gd name="T87" fmla="*/ 4 h 712"/>
                  <a:gd name="T88" fmla="*/ 800 w 1321"/>
                  <a:gd name="T89" fmla="*/ 16 h 712"/>
                  <a:gd name="T90" fmla="*/ 880 w 1321"/>
                  <a:gd name="T91" fmla="*/ 37 h 712"/>
                  <a:gd name="T92" fmla="*/ 954 w 1321"/>
                  <a:gd name="T93" fmla="*/ 63 h 712"/>
                  <a:gd name="T94" fmla="*/ 1022 w 1321"/>
                  <a:gd name="T95" fmla="*/ 97 h 712"/>
                  <a:gd name="T96" fmla="*/ 1085 w 1321"/>
                  <a:gd name="T97" fmla="*/ 137 h 712"/>
                  <a:gd name="T98" fmla="*/ 1141 w 1321"/>
                  <a:gd name="T99" fmla="*/ 181 h 712"/>
                  <a:gd name="T100" fmla="*/ 1188 w 1321"/>
                  <a:gd name="T101" fmla="*/ 229 h 712"/>
                  <a:gd name="T102" fmla="*/ 1228 w 1321"/>
                  <a:gd name="T103" fmla="*/ 283 h 712"/>
                  <a:gd name="T104" fmla="*/ 1228 w 1321"/>
                  <a:gd name="T105" fmla="*/ 283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33CC33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380" name="Text Box 24"/>
            <p:cNvSpPr txBox="1">
              <a:spLocks noChangeArrowheads="1"/>
            </p:cNvSpPr>
            <p:nvPr/>
          </p:nvSpPr>
          <p:spPr bwMode="gray">
            <a:xfrm>
              <a:off x="4800600" y="5562600"/>
              <a:ext cx="5334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1">
                  <a:solidFill>
                    <a:srgbClr val="FFFFFF"/>
                  </a:solidFill>
                  <a:latin typeface="Tahoma" pitchFamily="34" charset="0"/>
                  <a:cs typeface="Tahoma" pitchFamily="34" charset="0"/>
                </a:rPr>
                <a:t>z</a:t>
              </a:r>
              <a:endParaRPr lang="en-US" b="1" baseline="-25000">
                <a:solidFill>
                  <a:srgbClr val="FFFFFF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97" name="Text Box 24"/>
          <p:cNvSpPr txBox="1">
            <a:spLocks noChangeArrowheads="1"/>
          </p:cNvSpPr>
          <p:nvPr/>
        </p:nvSpPr>
        <p:spPr bwMode="gray">
          <a:xfrm>
            <a:off x="3505200" y="5110163"/>
            <a:ext cx="914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n - 1</a:t>
            </a:r>
            <a:endParaRPr lang="en-US" sz="2000" b="1" baseline="-2500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9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2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7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 tmFilter="0, 0; .2, .5; .8, .5; 1, 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0" dur="250" autoRev="1" fill="hold"/>
                                        <p:tgtEl>
                                          <p:spTgt spid="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3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3.33333E-6 L -0.08993 3.33333E-6 " pathEditMode="relative" rAng="0" ptsTypes="AA">
                                      <p:cBhvr>
                                        <p:cTn id="10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00" y="0"/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3 -0.00023 L -0.0934 -0.00023 " pathEditMode="relative" rAng="0" ptsTypes="AA">
                                      <p:cBhvr>
                                        <p:cTn id="12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00" y="0"/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3 3.33333E-6 L -0.09166 3.33333E-6 " pathEditMode="relative" rAng="0" ptsTypes="AA">
                                      <p:cBhvr>
                                        <p:cTn id="1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00" y="0"/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8" grpId="1"/>
      <p:bldP spid="54" grpId="0"/>
      <p:bldP spid="55" grpId="0"/>
      <p:bldP spid="56" grpId="0"/>
      <p:bldP spid="56" grpId="1"/>
      <p:bldP spid="60" grpId="0"/>
      <p:bldP spid="61" grpId="0"/>
      <p:bldP spid="62" grpId="0"/>
      <p:bldP spid="63" grpId="0"/>
      <p:bldP spid="63" grpId="1"/>
      <p:bldP spid="63" grpId="2"/>
      <p:bldP spid="64" grpId="0"/>
      <p:bldP spid="85" grpId="0"/>
      <p:bldP spid="85" grpId="1"/>
      <p:bldP spid="86" grpId="0"/>
      <p:bldP spid="9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Hàm Xóa</a:t>
            </a:r>
          </a:p>
        </p:txBody>
      </p:sp>
      <p:sp>
        <p:nvSpPr>
          <p:cNvPr id="5837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3200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8373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317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Xoa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a[], int &amp;n, int vt)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if (vt &gt;= 0 &amp;&amp; vt &lt; n)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for (int i = vt; i &lt; n – 1;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a[i] = a[i + 1];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n--;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15875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3124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15875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thực hành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Các thao tác nhập xuất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mtClean="0"/>
              <a:t>Nhập mảng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mtClean="0"/>
              <a:t>Xuất mảng</a:t>
            </a:r>
          </a:p>
          <a:p>
            <a:pPr marL="514350" indent="-514350" eaLnBrk="1" hangingPunct="1">
              <a:buFont typeface="+mj-lt"/>
              <a:buAutoNum type="arabicPeriod"/>
              <a:defRPr/>
            </a:pPr>
            <a:endParaRPr lang="en-US" spc="-100" smtClean="0"/>
          </a:p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US" spc="-10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Các thao tác kiểm tra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mtClean="0"/>
              <a:t>Mảng có phải là mảng toàn chẵn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mtClean="0"/>
              <a:t>Mảng có phải là mảng toàn số nguyên tố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mtClean="0"/>
              <a:t>Mảng có phải là mảng t</a:t>
            </a:r>
            <a:r>
              <a:rPr lang="vi-VN" smtClean="0"/>
              <a:t>ă</a:t>
            </a:r>
            <a:r>
              <a:rPr lang="en-US" smtClean="0"/>
              <a:t>ng dần</a:t>
            </a:r>
            <a:endParaRPr lang="en-US" spc="-100" smtClean="0"/>
          </a:p>
        </p:txBody>
      </p:sp>
      <p:sp>
        <p:nvSpPr>
          <p:cNvPr id="59396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pic>
        <p:nvPicPr>
          <p:cNvPr id="59397" name="Picture 4" descr="question_pop_up_from_box_hg_clr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713" y="3962400"/>
            <a:ext cx="166528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8" name="Picture 5" descr="question_pop_up_from_box_rotate_hg_clr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812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9" name="Picture 7" descr="question_pop_up_from_box_rotate_hg_clr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5146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400" name="Picture 8" descr="question_pop_up_from_box_rotate_hg_clr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0386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401" name="Picture 9" descr="question_pop_up_from_box_rotate_hg_clr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5720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402" name="Picture 10" descr="question_pop_up_from_box_rotate_hg_clr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1054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thực hành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524000"/>
            <a:ext cx="8686800" cy="4800600"/>
          </a:xfrm>
        </p:spPr>
        <p:txBody>
          <a:bodyPr/>
          <a:lstStyle/>
          <a:p>
            <a:pPr marL="514350" indent="-514350" eaLnBrk="1" hangingPunct="1">
              <a:buFont typeface="+mj-lt"/>
              <a:buAutoNum type="arabicPeriod" startAt="3"/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Các thao tác tính toán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mtClean="0">
                <a:ea typeface="+mn-ea"/>
              </a:rPr>
              <a:t>Có bao nhiêu số chia hết cho 4 nh</a:t>
            </a:r>
            <a:r>
              <a:rPr lang="vi-VN" smtClean="0">
                <a:ea typeface="+mn-ea"/>
              </a:rPr>
              <a:t>ư</a:t>
            </a:r>
            <a:r>
              <a:rPr lang="en-US" smtClean="0">
                <a:ea typeface="+mn-ea"/>
              </a:rPr>
              <a:t>ng không chia hết cho 5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mtClean="0">
                <a:ea typeface="+mn-ea"/>
              </a:rPr>
              <a:t>Tổng các số nguyên tố có trong mảng</a:t>
            </a:r>
          </a:p>
          <a:p>
            <a:pPr marL="514350" indent="-514350" eaLnBrk="1" hangingPunct="1">
              <a:buFont typeface="+mj-lt"/>
              <a:buAutoNum type="arabicPeriod" startAt="3"/>
              <a:defRPr/>
            </a:pPr>
            <a:r>
              <a:rPr lang="en-US" spc="-10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Các thao tác tìm kiếm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mtClean="0">
                <a:ea typeface="+mn-ea"/>
              </a:rPr>
              <a:t>Vị trí cuối cùng của phần tử x trong mảng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mtClean="0">
                <a:ea typeface="+mn-ea"/>
              </a:rPr>
              <a:t>Vị trí số nguyên tố </a:t>
            </a:r>
            <a:r>
              <a:rPr lang="vi-VN" smtClean="0">
                <a:ea typeface="+mn-ea"/>
              </a:rPr>
              <a:t>đầ</a:t>
            </a:r>
            <a:r>
              <a:rPr lang="en-US" smtClean="0">
                <a:ea typeface="+mn-ea"/>
              </a:rPr>
              <a:t>u tiên trong mảng nếu có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mtClean="0">
                <a:ea typeface="+mn-ea"/>
              </a:rPr>
              <a:t>Tìm số nhỏ nhất trong mảng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mtClean="0">
                <a:ea typeface="+mn-ea"/>
              </a:rPr>
              <a:t>Tìm số d</a:t>
            </a:r>
            <a:r>
              <a:rPr lang="vi-VN" smtClean="0">
                <a:ea typeface="+mn-ea"/>
              </a:rPr>
              <a:t>ươ</a:t>
            </a:r>
            <a:r>
              <a:rPr lang="en-US" smtClean="0">
                <a:ea typeface="+mn-ea"/>
              </a:rPr>
              <a:t>ng nhỏ nhất trong mảng</a:t>
            </a:r>
          </a:p>
        </p:txBody>
      </p:sp>
      <p:sp>
        <p:nvSpPr>
          <p:cNvPr id="60420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pic>
        <p:nvPicPr>
          <p:cNvPr id="60421" name="Picture 4" descr="question_pop_up_from_box_hg_clr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713" y="3962400"/>
            <a:ext cx="166528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2" name="Picture 5" descr="question_pop_up_from_box_rotate_hg_clr">
            <a:hlinkClick r:id="rId4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812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3" name="Picture 6" descr="question_pop_up_from_box_rotate_hg_clr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9624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4" name="Picture 7" descr="question_pop_up_from_box_rotate_hg_clr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4958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5" name="Picture 8" descr="question_pop_up_from_box_rotate_hg_clr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0292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6" name="Picture 9" descr="question_pop_up_from_box_rotate_hg_clr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5626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7" name="Picture 10" descr="question_pop_up_from_box_rotate_hg_clr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9718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thực hành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eaLnBrk="1" hangingPunct="1">
              <a:buFont typeface="+mj-lt"/>
              <a:buAutoNum type="arabicPeriod" startAt="5"/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Các thao tác xử lý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mtClean="0">
                <a:ea typeface="+mn-ea"/>
              </a:rPr>
              <a:t>Tách các số nguyên tố có trong mảng a </a:t>
            </a:r>
            <a:r>
              <a:rPr lang="vi-VN" smtClean="0">
                <a:ea typeface="+mn-ea"/>
              </a:rPr>
              <a:t>đư</a:t>
            </a:r>
            <a:r>
              <a:rPr lang="en-US" smtClean="0">
                <a:ea typeface="+mn-ea"/>
              </a:rPr>
              <a:t>a vào mảng b.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mtClean="0">
                <a:ea typeface="+mn-ea"/>
              </a:rPr>
              <a:t>Tách mảng a thành 2 mảng b (chứa các số nguyên d</a:t>
            </a:r>
            <a:r>
              <a:rPr lang="vi-VN" smtClean="0">
                <a:ea typeface="+mn-ea"/>
              </a:rPr>
              <a:t>ươ</a:t>
            </a:r>
            <a:r>
              <a:rPr lang="en-US" smtClean="0">
                <a:ea typeface="+mn-ea"/>
              </a:rPr>
              <a:t>ng) và c (chứa các số còn lại)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mtClean="0">
                <a:ea typeface="+mn-ea"/>
              </a:rPr>
              <a:t>Sắp xếp mảng giảm dần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mtClean="0">
                <a:ea typeface="+mn-ea"/>
              </a:rPr>
              <a:t>Sắp xếp mảng sao cho các số d</a:t>
            </a:r>
            <a:r>
              <a:rPr lang="vi-VN" smtClean="0">
                <a:ea typeface="+mn-ea"/>
              </a:rPr>
              <a:t>ươ</a:t>
            </a:r>
            <a:r>
              <a:rPr lang="en-US" smtClean="0">
                <a:ea typeface="+mn-ea"/>
              </a:rPr>
              <a:t>ng </a:t>
            </a:r>
            <a:r>
              <a:rPr lang="vi-VN" smtClean="0">
                <a:ea typeface="+mn-ea"/>
              </a:rPr>
              <a:t>đứ</a:t>
            </a:r>
            <a:r>
              <a:rPr lang="en-US" smtClean="0">
                <a:ea typeface="+mn-ea"/>
              </a:rPr>
              <a:t>ng </a:t>
            </a:r>
            <a:r>
              <a:rPr lang="vi-VN" smtClean="0">
                <a:ea typeface="+mn-ea"/>
              </a:rPr>
              <a:t>đầ</a:t>
            </a:r>
            <a:r>
              <a:rPr lang="en-US" smtClean="0">
                <a:ea typeface="+mn-ea"/>
              </a:rPr>
              <a:t>u mảng giảm dần, kế </a:t>
            </a:r>
            <a:r>
              <a:rPr lang="vi-VN" smtClean="0">
                <a:ea typeface="+mn-ea"/>
              </a:rPr>
              <a:t>đế</a:t>
            </a:r>
            <a:r>
              <a:rPr lang="en-US" smtClean="0">
                <a:ea typeface="+mn-ea"/>
              </a:rPr>
              <a:t>n là các số âm t</a:t>
            </a:r>
            <a:r>
              <a:rPr lang="vi-VN" smtClean="0">
                <a:ea typeface="+mn-ea"/>
              </a:rPr>
              <a:t>ă</a:t>
            </a:r>
            <a:r>
              <a:rPr lang="en-US" smtClean="0">
                <a:ea typeface="+mn-ea"/>
              </a:rPr>
              <a:t>ng dần, cuối cùng là các số 0.</a:t>
            </a:r>
          </a:p>
        </p:txBody>
      </p:sp>
      <p:sp>
        <p:nvSpPr>
          <p:cNvPr id="61444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pic>
        <p:nvPicPr>
          <p:cNvPr id="61445" name="Picture 4" descr="question_pop_up_from_box_hg_clr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713" y="3962400"/>
            <a:ext cx="166528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6" name="Picture 5" descr="question_pop_up_from_box_rotate_hg_clr">
            <a:hlinkClick r:id="rId4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812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7" name="Picture 6" descr="question_pop_up_from_box_rotate_hg_clr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9718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8" name="Picture 7" descr="question_pop_up_from_box_rotate_hg_clr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862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9" name="Picture 8" descr="question_pop_up_from_box_rotate_hg_clr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4196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thực hành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eaLnBrk="1" hangingPunct="1">
              <a:buFont typeface="+mj-lt"/>
              <a:buAutoNum type="arabicPeriod" startAt="6"/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Các thao tác thêm/xóa/sửa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mtClean="0">
                <a:ea typeface="+mn-ea"/>
              </a:rPr>
              <a:t>Sửa các số nguyên tố có trong mảng thành số 0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mtClean="0">
                <a:ea typeface="+mn-ea"/>
              </a:rPr>
              <a:t>Chèn số 0 </a:t>
            </a:r>
            <a:r>
              <a:rPr lang="vi-VN" smtClean="0">
                <a:ea typeface="+mn-ea"/>
              </a:rPr>
              <a:t>đằ</a:t>
            </a:r>
            <a:r>
              <a:rPr lang="en-US" smtClean="0">
                <a:ea typeface="+mn-ea"/>
              </a:rPr>
              <a:t>ng sau các số nguyên tố trong mảng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mtClean="0">
                <a:ea typeface="+mn-ea"/>
              </a:rPr>
              <a:t>Xóa tất cả số nguyên tố có trong mảng</a:t>
            </a:r>
          </a:p>
        </p:txBody>
      </p:sp>
      <p:sp>
        <p:nvSpPr>
          <p:cNvPr id="62468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  <a:cs typeface="Tahoma" pitchFamily="34" charset="0"/>
              </a:rPr>
              <a:t>NMLT - Mảng một chiều</a:t>
            </a:r>
          </a:p>
        </p:txBody>
      </p:sp>
      <p:pic>
        <p:nvPicPr>
          <p:cNvPr id="62469" name="Picture 4" descr="question_pop_up_from_box_hg_clr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713" y="3962400"/>
            <a:ext cx="166528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0" name="Picture 6" descr="question_pop_up_from_box_rotate_hg_clr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812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1" name="Picture 7" descr="question_pop_up_from_box_rotate_hg_clr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5146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2" name="Picture 8" descr="question_pop_up_from_box_rotate_hg_clr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5052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NHẬP MÔN LẬP TRÌNH&amp;quot;&quot;/&gt;&lt;property id=&quot;20307&quot; value=&quot;256&quot;/&gt;&lt;/object&gt;&lt;object type=&quot;3&quot; unique_id=&quot;10005&quot;&gt;&lt;property id=&quot;20148&quot; value=&quot;5&quot;/&gt;&lt;property id=&quot;20300&quot; value=&quot;Slide 2 - &amp;quot;Giới thiệu chung&amp;quot;&quot;/&gt;&lt;property id=&quot;20307&quot; value=&quot;259&quot;/&gt;&lt;/object&gt;&lt;object type=&quot;3&quot; unique_id=&quot;10006&quot;&gt;&lt;property id=&quot;20148&quot; value=&quot;5&quot;/&gt;&lt;property id=&quot;20300&quot; value=&quot;Slide 3 - &amp;quot;Nội dung môn học&amp;quot;&quot;/&gt;&lt;property id=&quot;20307&quot; value=&quot;260&quot;/&gt;&lt;/object&gt;&lt;object type=&quot;3&quot; unique_id=&quot;10037&quot;&gt;&lt;property id=&quot;20148&quot; value=&quot;5&quot;/&gt;&lt;property id=&quot;20300&quot; value=&quot;Slide 4 - &amp;quot;Nội dung môn học&amp;quot;&quot;/&gt;&lt;property id=&quot;20307&quot; value=&quot;263&quot;/&gt;&lt;/object&gt;&lt;object type=&quot;3&quot; unique_id=&quot;10088&quot;&gt;&lt;property id=&quot;20148&quot; value=&quot;5&quot;/&gt;&lt;property id=&quot;20300&quot; value=&quot;Slide 5 - &amp;quot;Nội dung môn học&amp;quot;&quot;/&gt;&lt;property id=&quot;20307&quot; value=&quot;264&quot;/&gt;&lt;/object&gt;&lt;object type=&quot;3&quot; unique_id=&quot;10089&quot;&gt;&lt;property id=&quot;20148&quot; value=&quot;5&quot;/&gt;&lt;property id=&quot;20300&quot; value=&quot;Slide 6 - &amp;quot;Nội dung môn học&amp;quot;&quot;/&gt;&lt;property id=&quot;20307&quot; value=&quot;266&quot;/&gt;&lt;/object&gt;&lt;object type=&quot;3&quot; unique_id=&quot;10090&quot;&gt;&lt;property id=&quot;20148&quot; value=&quot;5&quot;/&gt;&lt;property id=&quot;20300&quot; value=&quot;Slide 7 - &amp;quot;Nội dung môn học&amp;quot;&quot;/&gt;&lt;property id=&quot;20307&quot; value=&quot;265&quot;/&gt;&lt;/object&gt;&lt;object type=&quot;3&quot; unique_id=&quot;10091&quot;&gt;&lt;property id=&quot;20148&quot; value=&quot;5&quot;/&gt;&lt;property id=&quot;20300&quot; value=&quot;Slide 8 - &amp;quot;Nội dung môn học&amp;quot;&quot;/&gt;&lt;property id=&quot;20307&quot; value=&quot;26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VCBB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48806B"/>
        </a:dk1>
        <a:lt1>
          <a:srgbClr val="FFFFFF"/>
        </a:lt1>
        <a:dk2>
          <a:srgbClr val="77956D"/>
        </a:dk2>
        <a:lt2>
          <a:srgbClr val="C0C0C0"/>
        </a:lt2>
        <a:accent1>
          <a:srgbClr val="6BB9C3"/>
        </a:accent1>
        <a:accent2>
          <a:srgbClr val="E7BA15"/>
        </a:accent2>
        <a:accent3>
          <a:srgbClr val="FFFFFF"/>
        </a:accent3>
        <a:accent4>
          <a:srgbClr val="3C6C5A"/>
        </a:accent4>
        <a:accent5>
          <a:srgbClr val="BAD9DE"/>
        </a:accent5>
        <a:accent6>
          <a:srgbClr val="D1A812"/>
        </a:accent6>
        <a:hlink>
          <a:srgbClr val="76C14D"/>
        </a:hlink>
        <a:folHlink>
          <a:srgbClr val="B0C2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5F5F5F"/>
        </a:dk1>
        <a:lt1>
          <a:srgbClr val="FFFFFF"/>
        </a:lt1>
        <a:dk2>
          <a:srgbClr val="8D8D8D"/>
        </a:dk2>
        <a:lt2>
          <a:srgbClr val="C0C0C0"/>
        </a:lt2>
        <a:accent1>
          <a:srgbClr val="8EC072"/>
        </a:accent1>
        <a:accent2>
          <a:srgbClr val="5DB8CD"/>
        </a:accent2>
        <a:accent3>
          <a:srgbClr val="FFFFFF"/>
        </a:accent3>
        <a:accent4>
          <a:srgbClr val="505050"/>
        </a:accent4>
        <a:accent5>
          <a:srgbClr val="C6DCBC"/>
        </a:accent5>
        <a:accent6>
          <a:srgbClr val="53A6BA"/>
        </a:accent6>
        <a:hlink>
          <a:srgbClr val="D68B40"/>
        </a:hlink>
        <a:folHlink>
          <a:srgbClr val="D5D17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3366"/>
        </a:dk1>
        <a:lt1>
          <a:srgbClr val="FFFFFF"/>
        </a:lt1>
        <a:dk2>
          <a:srgbClr val="5086C2"/>
        </a:dk2>
        <a:lt2>
          <a:srgbClr val="C0C0C0"/>
        </a:lt2>
        <a:accent1>
          <a:srgbClr val="DE8848"/>
        </a:accent1>
        <a:accent2>
          <a:srgbClr val="85BA54"/>
        </a:accent2>
        <a:accent3>
          <a:srgbClr val="FFFFFF"/>
        </a:accent3>
        <a:accent4>
          <a:srgbClr val="002A56"/>
        </a:accent4>
        <a:accent5>
          <a:srgbClr val="ECC3B1"/>
        </a:accent5>
        <a:accent6>
          <a:srgbClr val="78A84B"/>
        </a:accent6>
        <a:hlink>
          <a:srgbClr val="4C59D2"/>
        </a:hlink>
        <a:folHlink>
          <a:srgbClr val="A0B5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969</TotalTime>
  <Words>2695</Words>
  <Application>Microsoft Office PowerPoint</Application>
  <PresentationFormat>On-screen Show (4:3)</PresentationFormat>
  <Paragraphs>691</Paragraphs>
  <Slides>47</Slides>
  <Notes>40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VCBB</vt:lpstr>
      <vt:lpstr>PowerPoint Presentation</vt:lpstr>
      <vt:lpstr>Nội dung</vt:lpstr>
      <vt:lpstr>Đặt vấn đề</vt:lpstr>
      <vt:lpstr>Dữ liệu kiểu mảng</vt:lpstr>
      <vt:lpstr>Khai báo biến mảng (tường minh)</vt:lpstr>
      <vt:lpstr>Khai báo biến mảng (tường minh)</vt:lpstr>
      <vt:lpstr>Khai báo biến mảng (kô tường minh)</vt:lpstr>
      <vt:lpstr>Số phần tử của mảng</vt:lpstr>
      <vt:lpstr>Khởi tạo giá trị cho mảng lúc khai báo</vt:lpstr>
      <vt:lpstr>Khởi tạo giá trị cho mảng lúc khai báo</vt:lpstr>
      <vt:lpstr>Truy xuất đến một phần tử</vt:lpstr>
      <vt:lpstr>Gán dữ liệu kiểu mảng</vt:lpstr>
      <vt:lpstr>Một số lỗi thường gặp</vt:lpstr>
      <vt:lpstr>Truyền mảng cho hàm</vt:lpstr>
      <vt:lpstr>Truyền mảng cho hàm</vt:lpstr>
      <vt:lpstr>Một số bài toán cơ bản</vt:lpstr>
      <vt:lpstr>Một số quy ước</vt:lpstr>
      <vt:lpstr>Thủ tục HoanVi &amp; Hàm LaSNT</vt:lpstr>
      <vt:lpstr>Nhập mảng</vt:lpstr>
      <vt:lpstr>Hàm Nhập Mảng</vt:lpstr>
      <vt:lpstr>Xuất mảng</vt:lpstr>
      <vt:lpstr>Hàm Xuất Mảng</vt:lpstr>
      <vt:lpstr>Tìm kiếm một phần tử trong mảng</vt:lpstr>
      <vt:lpstr>Hàm Tìm Kiếm (dùng while)</vt:lpstr>
      <vt:lpstr>Hàm Tìm Kiếm (dùng for)</vt:lpstr>
      <vt:lpstr>Kiểm tra tính chất của mảng</vt:lpstr>
      <vt:lpstr>Hàm Kiểm Tra (Cách 1)</vt:lpstr>
      <vt:lpstr>Hàm Kiểm Tra (Cách 2)</vt:lpstr>
      <vt:lpstr>Hàm Kiểm Tra (Cách 3)</vt:lpstr>
      <vt:lpstr>Tách các phần tử thỏa điều kiện</vt:lpstr>
      <vt:lpstr>Hàm Tách Số Nguyên Tố</vt:lpstr>
      <vt:lpstr>Tách mảng thành 2 mảng con</vt:lpstr>
      <vt:lpstr>Hàm Tách 2 Mảng</vt:lpstr>
      <vt:lpstr>Gộp 2 mảng thành một mảng</vt:lpstr>
      <vt:lpstr>Hàm Gộp Mảng</vt:lpstr>
      <vt:lpstr>Tìm giá trị lớn nhất của mảng</vt:lpstr>
      <vt:lpstr>Hàm tìm Max</vt:lpstr>
      <vt:lpstr>Sắp xếp mảng thành tăng dần</vt:lpstr>
      <vt:lpstr>Hàm Sắp Xếp Tăng</vt:lpstr>
      <vt:lpstr>Thêm một phần tử vào mảng</vt:lpstr>
      <vt:lpstr>Hàm Thêm</vt:lpstr>
      <vt:lpstr>Xóa một phần tử trong mảng</vt:lpstr>
      <vt:lpstr>Hàm Xóa</vt:lpstr>
      <vt:lpstr>Bài tập thực hành</vt:lpstr>
      <vt:lpstr>Bài tập thực hành</vt:lpstr>
      <vt:lpstr>Bài tập thực hành</vt:lpstr>
      <vt:lpstr>Bài tập thực hành</vt:lpstr>
    </vt:vector>
  </TitlesOfParts>
  <Company>BABYDUCK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DANG BINH PHUONG</dc:creator>
  <cp:lastModifiedBy>LongHo</cp:lastModifiedBy>
  <cp:revision>291</cp:revision>
  <dcterms:created xsi:type="dcterms:W3CDTF">2007-09-05T08:24:33Z</dcterms:created>
  <dcterms:modified xsi:type="dcterms:W3CDTF">2015-12-03T08:45:39Z</dcterms:modified>
</cp:coreProperties>
</file>