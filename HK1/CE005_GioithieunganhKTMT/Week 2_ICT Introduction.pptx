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62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70" r:id="rId15"/>
    <p:sldId id="369" r:id="rId16"/>
    <p:sldId id="371" r:id="rId17"/>
    <p:sldId id="380" r:id="rId18"/>
    <p:sldId id="381" r:id="rId19"/>
    <p:sldId id="347" r:id="rId20"/>
    <p:sldId id="354" r:id="rId21"/>
    <p:sldId id="348" r:id="rId22"/>
    <p:sldId id="372" r:id="rId23"/>
    <p:sldId id="382" r:id="rId24"/>
    <p:sldId id="373" r:id="rId25"/>
    <p:sldId id="374" r:id="rId26"/>
    <p:sldId id="375" r:id="rId27"/>
    <p:sldId id="376" r:id="rId28"/>
    <p:sldId id="377" r:id="rId29"/>
    <p:sldId id="378" r:id="rId30"/>
    <p:sldId id="356" r:id="rId3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ương 0" id="{01E33B1B-E197-463B-A531-467BFB591BCB}">
          <p14:sldIdLst>
            <p14:sldId id="262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70"/>
            <p14:sldId id="369"/>
            <p14:sldId id="371"/>
            <p14:sldId id="380"/>
            <p14:sldId id="381"/>
            <p14:sldId id="347"/>
            <p14:sldId id="354"/>
            <p14:sldId id="348"/>
            <p14:sldId id="372"/>
            <p14:sldId id="382"/>
            <p14:sldId id="373"/>
            <p14:sldId id="374"/>
            <p14:sldId id="375"/>
            <p14:sldId id="376"/>
            <p14:sldId id="377"/>
            <p14:sldId id="378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0066"/>
    <a:srgbClr val="FF99CC"/>
    <a:srgbClr val="FF99FF"/>
    <a:srgbClr val="9BD4FF"/>
    <a:srgbClr val="FF6699"/>
    <a:srgbClr val="414B53"/>
    <a:srgbClr val="FFA3A3"/>
    <a:srgbClr val="FF8B8B"/>
    <a:srgbClr val="CD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81573" autoAdjust="0"/>
  </p:normalViewPr>
  <p:slideViewPr>
    <p:cSldViewPr>
      <p:cViewPr varScale="1">
        <p:scale>
          <a:sx n="70" d="100"/>
          <a:sy n="70" d="100"/>
        </p:scale>
        <p:origin x="1275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045" y="-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Đoàn Duy" userId="08be6bb3-9072-4436-bce6-c1162eac6ede" providerId="ADAL" clId="{6AA2CDB2-403F-4FD9-881C-25FE54C2A8D0}"/>
    <pc:docChg chg="custSel modSld">
      <pc:chgData name="Đoàn Duy" userId="08be6bb3-9072-4436-bce6-c1162eac6ede" providerId="ADAL" clId="{6AA2CDB2-403F-4FD9-881C-25FE54C2A8D0}" dt="2023-10-02T07:14:22.130" v="1" actId="478"/>
      <pc:docMkLst>
        <pc:docMk/>
      </pc:docMkLst>
      <pc:sldChg chg="delSp mod">
        <pc:chgData name="Đoàn Duy" userId="08be6bb3-9072-4436-bce6-c1162eac6ede" providerId="ADAL" clId="{6AA2CDB2-403F-4FD9-881C-25FE54C2A8D0}" dt="2023-10-02T07:14:22.130" v="1" actId="478"/>
        <pc:sldMkLst>
          <pc:docMk/>
          <pc:sldMk cId="2511740448" sldId="361"/>
        </pc:sldMkLst>
        <pc:inkChg chg="del">
          <ac:chgData name="Đoàn Duy" userId="08be6bb3-9072-4436-bce6-c1162eac6ede" providerId="ADAL" clId="{6AA2CDB2-403F-4FD9-881C-25FE54C2A8D0}" dt="2023-10-02T07:14:22.130" v="1" actId="478"/>
          <ac:inkMkLst>
            <pc:docMk/>
            <pc:sldMk cId="2511740448" sldId="361"/>
            <ac:inkMk id="3" creationId="{174B70D4-B29B-4E32-80B4-073B99C9A325}"/>
          </ac:inkMkLst>
        </pc:inkChg>
      </pc:sldChg>
      <pc:sldChg chg="delSp mod">
        <pc:chgData name="Đoàn Duy" userId="08be6bb3-9072-4436-bce6-c1162eac6ede" providerId="ADAL" clId="{6AA2CDB2-403F-4FD9-881C-25FE54C2A8D0}" dt="2023-09-25T06:13:06.195" v="0" actId="478"/>
        <pc:sldMkLst>
          <pc:docMk/>
          <pc:sldMk cId="1551158582" sldId="363"/>
        </pc:sldMkLst>
        <pc:inkChg chg="del">
          <ac:chgData name="Đoàn Duy" userId="08be6bb3-9072-4436-bce6-c1162eac6ede" providerId="ADAL" clId="{6AA2CDB2-403F-4FD9-881C-25FE54C2A8D0}" dt="2023-09-25T06:13:06.195" v="0" actId="478"/>
          <ac:inkMkLst>
            <pc:docMk/>
            <pc:sldMk cId="1551158582" sldId="363"/>
            <ac:inkMk id="8" creationId="{C023A1A2-AE80-47EE-A1B9-F420F451D142}"/>
          </ac:inkMkLst>
        </pc:inkChg>
      </pc:sldChg>
    </pc:docChg>
  </pc:docChgLst>
  <pc:docChgLst>
    <pc:chgData name="Duy" userId="00f02d2ea35a0614" providerId="LiveId" clId="{5CD8DF61-740C-439E-AE1B-4D4A2C7243AC}"/>
    <pc:docChg chg="undo custSel mod addSld delSld modSld sldOrd modSection">
      <pc:chgData name="Duy" userId="00f02d2ea35a0614" providerId="LiveId" clId="{5CD8DF61-740C-439E-AE1B-4D4A2C7243AC}" dt="2020-11-08T19:20:28.562" v="1404" actId="47"/>
      <pc:docMkLst>
        <pc:docMk/>
      </pc:docMkLst>
      <pc:sldChg chg="modSp mod">
        <pc:chgData name="Duy" userId="00f02d2ea35a0614" providerId="LiveId" clId="{5CD8DF61-740C-439E-AE1B-4D4A2C7243AC}" dt="2020-11-08T17:19:17.659" v="64" actId="20577"/>
        <pc:sldMkLst>
          <pc:docMk/>
          <pc:sldMk cId="0" sldId="262"/>
        </pc:sldMkLst>
        <pc:spChg chg="mod">
          <ac:chgData name="Duy" userId="00f02d2ea35a0614" providerId="LiveId" clId="{5CD8DF61-740C-439E-AE1B-4D4A2C7243AC}" dt="2020-11-08T17:19:17.659" v="64" actId="20577"/>
          <ac:spMkLst>
            <pc:docMk/>
            <pc:sldMk cId="0" sldId="262"/>
            <ac:spMk id="2" creationId="{00000000-0000-0000-0000-000000000000}"/>
          </ac:spMkLst>
        </pc:spChg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283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284"/>
        </pc:sldMkLst>
      </pc:sldChg>
      <pc:sldChg chg="del">
        <pc:chgData name="Duy" userId="00f02d2ea35a0614" providerId="LiveId" clId="{5CD8DF61-740C-439E-AE1B-4D4A2C7243AC}" dt="2020-11-08T19:20:21.563" v="1401" actId="47"/>
        <pc:sldMkLst>
          <pc:docMk/>
          <pc:sldMk cId="0" sldId="290"/>
        </pc:sldMkLst>
      </pc:sldChg>
      <pc:sldChg chg="del">
        <pc:chgData name="Duy" userId="00f02d2ea35a0614" providerId="LiveId" clId="{5CD8DF61-740C-439E-AE1B-4D4A2C7243AC}" dt="2020-11-08T19:20:22.588" v="1402" actId="47"/>
        <pc:sldMkLst>
          <pc:docMk/>
          <pc:sldMk cId="0" sldId="291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293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1601255511" sldId="302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304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305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0" sldId="306"/>
        </pc:sldMkLst>
      </pc:sldChg>
      <pc:sldChg chg="del">
        <pc:chgData name="Duy" userId="00f02d2ea35a0614" providerId="LiveId" clId="{5CD8DF61-740C-439E-AE1B-4D4A2C7243AC}" dt="2020-11-08T17:18:24.692" v="1" actId="47"/>
        <pc:sldMkLst>
          <pc:docMk/>
          <pc:sldMk cId="281438924" sldId="335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2352519512" sldId="339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645659831" sldId="340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1806658767" sldId="343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344554622" sldId="344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2650943593" sldId="345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316319758" sldId="346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2155333580" sldId="347"/>
        </pc:sldMkLst>
      </pc:sldChg>
      <pc:sldChg chg="add">
        <pc:chgData name="Duy" userId="00f02d2ea35a0614" providerId="LiveId" clId="{5CD8DF61-740C-439E-AE1B-4D4A2C7243AC}" dt="2020-11-08T19:01:10.731" v="1207"/>
        <pc:sldMkLst>
          <pc:docMk/>
          <pc:sldMk cId="3326921306" sldId="347"/>
        </pc:sldMkLst>
      </pc:sldChg>
      <pc:sldChg chg="add">
        <pc:chgData name="Duy" userId="00f02d2ea35a0614" providerId="LiveId" clId="{5CD8DF61-740C-439E-AE1B-4D4A2C7243AC}" dt="2020-11-08T19:01:59.190" v="1208"/>
        <pc:sldMkLst>
          <pc:docMk/>
          <pc:sldMk cId="1642348187" sldId="348"/>
        </pc:sldMkLst>
      </pc:sldChg>
      <pc:sldChg chg="del">
        <pc:chgData name="Duy" userId="00f02d2ea35a0614" providerId="LiveId" clId="{5CD8DF61-740C-439E-AE1B-4D4A2C7243AC}" dt="2020-11-08T17:18:22.285" v="0" actId="47"/>
        <pc:sldMkLst>
          <pc:docMk/>
          <pc:sldMk cId="3251838174" sldId="348"/>
        </pc:sldMkLst>
      </pc:sldChg>
      <pc:sldChg chg="del">
        <pc:chgData name="Duy" userId="00f02d2ea35a0614" providerId="LiveId" clId="{5CD8DF61-740C-439E-AE1B-4D4A2C7243AC}" dt="2020-11-08T17:19:39.748" v="65" actId="47"/>
        <pc:sldMkLst>
          <pc:docMk/>
          <pc:sldMk cId="2293619646" sldId="349"/>
        </pc:sldMkLst>
      </pc:sldChg>
      <pc:sldChg chg="del">
        <pc:chgData name="Duy" userId="00f02d2ea35a0614" providerId="LiveId" clId="{5CD8DF61-740C-439E-AE1B-4D4A2C7243AC}" dt="2020-11-08T19:20:28.562" v="1404" actId="47"/>
        <pc:sldMkLst>
          <pc:docMk/>
          <pc:sldMk cId="1452466845" sldId="350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2973885264" sldId="351"/>
        </pc:sldMkLst>
      </pc:sldChg>
      <pc:sldChg chg="del">
        <pc:chgData name="Duy" userId="00f02d2ea35a0614" providerId="LiveId" clId="{5CD8DF61-740C-439E-AE1B-4D4A2C7243AC}" dt="2020-11-08T19:20:23.691" v="1403" actId="47"/>
        <pc:sldMkLst>
          <pc:docMk/>
          <pc:sldMk cId="3068950489" sldId="352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3397165657" sldId="353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1140304061" sldId="354"/>
        </pc:sldMkLst>
      </pc:sldChg>
      <pc:sldChg chg="add">
        <pc:chgData name="Duy" userId="00f02d2ea35a0614" providerId="LiveId" clId="{5CD8DF61-740C-439E-AE1B-4D4A2C7243AC}" dt="2020-11-08T19:01:10.731" v="1207"/>
        <pc:sldMkLst>
          <pc:docMk/>
          <pc:sldMk cId="2998234810" sldId="354"/>
        </pc:sldMkLst>
      </pc:sldChg>
      <pc:sldChg chg="del">
        <pc:chgData name="Duy" userId="00f02d2ea35a0614" providerId="LiveId" clId="{5CD8DF61-740C-439E-AE1B-4D4A2C7243AC}" dt="2020-11-08T17:29:35.982" v="395" actId="47"/>
        <pc:sldMkLst>
          <pc:docMk/>
          <pc:sldMk cId="304648059" sldId="355"/>
        </pc:sldMkLst>
      </pc:sldChg>
      <pc:sldChg chg="addSp delSp modSp add mod">
        <pc:chgData name="Duy" userId="00f02d2ea35a0614" providerId="LiveId" clId="{5CD8DF61-740C-439E-AE1B-4D4A2C7243AC}" dt="2020-11-08T17:24:02.501" v="239" actId="1076"/>
        <pc:sldMkLst>
          <pc:docMk/>
          <pc:sldMk cId="32698572" sldId="357"/>
        </pc:sldMkLst>
        <pc:spChg chg="add del mod">
          <ac:chgData name="Duy" userId="00f02d2ea35a0614" providerId="LiveId" clId="{5CD8DF61-740C-439E-AE1B-4D4A2C7243AC}" dt="2020-11-08T17:20:34.344" v="87" actId="478"/>
          <ac:spMkLst>
            <pc:docMk/>
            <pc:sldMk cId="32698572" sldId="357"/>
            <ac:spMk id="3" creationId="{06F9A62B-EF31-4F3C-99CA-A238F2BA2D1C}"/>
          </ac:spMkLst>
        </pc:spChg>
        <pc:spChg chg="add mod">
          <ac:chgData name="Duy" userId="00f02d2ea35a0614" providerId="LiveId" clId="{5CD8DF61-740C-439E-AE1B-4D4A2C7243AC}" dt="2020-11-08T17:24:02.501" v="239" actId="1076"/>
          <ac:spMkLst>
            <pc:docMk/>
            <pc:sldMk cId="32698572" sldId="357"/>
            <ac:spMk id="6" creationId="{8030EF7F-B37B-46B6-8B81-FD1F794723A6}"/>
          </ac:spMkLst>
        </pc:spChg>
        <pc:spChg chg="mod">
          <ac:chgData name="Duy" userId="00f02d2ea35a0614" providerId="LiveId" clId="{5CD8DF61-740C-439E-AE1B-4D4A2C7243AC}" dt="2020-11-08T17:20:18.067" v="84" actId="20577"/>
          <ac:spMkLst>
            <pc:docMk/>
            <pc:sldMk cId="32698572" sldId="357"/>
            <ac:spMk id="12" creationId="{D029A7D1-7AA0-4E29-8A04-79138B2FBE65}"/>
          </ac:spMkLst>
        </pc:spChg>
        <pc:spChg chg="del mod">
          <ac:chgData name="Duy" userId="00f02d2ea35a0614" providerId="LiveId" clId="{5CD8DF61-740C-439E-AE1B-4D4A2C7243AC}" dt="2020-11-08T17:20:31.882" v="86" actId="478"/>
          <ac:spMkLst>
            <pc:docMk/>
            <pc:sldMk cId="32698572" sldId="357"/>
            <ac:spMk id="14" creationId="{8784778B-84B4-4EAB-98CD-85943FB34DF5}"/>
          </ac:spMkLst>
        </pc:spChg>
      </pc:sldChg>
      <pc:sldChg chg="addSp modSp add mod">
        <pc:chgData name="Duy" userId="00f02d2ea35a0614" providerId="LiveId" clId="{5CD8DF61-740C-439E-AE1B-4D4A2C7243AC}" dt="2020-11-08T19:02:27.736" v="1211" actId="20577"/>
        <pc:sldMkLst>
          <pc:docMk/>
          <pc:sldMk cId="3749102436" sldId="358"/>
        </pc:sldMkLst>
        <pc:spChg chg="add mod">
          <ac:chgData name="Duy" userId="00f02d2ea35a0614" providerId="LiveId" clId="{5CD8DF61-740C-439E-AE1B-4D4A2C7243AC}" dt="2020-11-08T19:02:27.736" v="1211" actId="20577"/>
          <ac:spMkLst>
            <pc:docMk/>
            <pc:sldMk cId="3749102436" sldId="358"/>
            <ac:spMk id="2" creationId="{107929DD-AA0E-4103-9A4C-981428FB4D3D}"/>
          </ac:spMkLst>
        </pc:spChg>
        <pc:spChg chg="mod">
          <ac:chgData name="Duy" userId="00f02d2ea35a0614" providerId="LiveId" clId="{5CD8DF61-740C-439E-AE1B-4D4A2C7243AC}" dt="2020-11-08T17:24:23.244" v="248" actId="20577"/>
          <ac:spMkLst>
            <pc:docMk/>
            <pc:sldMk cId="3749102436" sldId="358"/>
            <ac:spMk id="12" creationId="{D029A7D1-7AA0-4E29-8A04-79138B2FBE65}"/>
          </ac:spMkLst>
        </pc:spChg>
      </pc:sldChg>
      <pc:sldChg chg="addSp delSp modSp add mod">
        <pc:chgData name="Duy" userId="00f02d2ea35a0614" providerId="LiveId" clId="{5CD8DF61-740C-439E-AE1B-4D4A2C7243AC}" dt="2020-11-08T17:30:30.457" v="431" actId="1076"/>
        <pc:sldMkLst>
          <pc:docMk/>
          <pc:sldMk cId="2820796511" sldId="359"/>
        </pc:sldMkLst>
        <pc:spChg chg="add del mod">
          <ac:chgData name="Duy" userId="00f02d2ea35a0614" providerId="LiveId" clId="{5CD8DF61-740C-439E-AE1B-4D4A2C7243AC}" dt="2020-11-08T17:29:57.104" v="399" actId="478"/>
          <ac:spMkLst>
            <pc:docMk/>
            <pc:sldMk cId="2820796511" sldId="359"/>
            <ac:spMk id="6" creationId="{6534F8D6-F2EF-4C79-BF2D-A3F8CF235204}"/>
          </ac:spMkLst>
        </pc:spChg>
        <pc:spChg chg="add mod">
          <ac:chgData name="Duy" userId="00f02d2ea35a0614" providerId="LiveId" clId="{5CD8DF61-740C-439E-AE1B-4D4A2C7243AC}" dt="2020-11-08T17:30:30.457" v="431" actId="1076"/>
          <ac:spMkLst>
            <pc:docMk/>
            <pc:sldMk cId="2820796511" sldId="359"/>
            <ac:spMk id="8" creationId="{EB7D7510-2208-4943-BD40-9A0BC807594A}"/>
          </ac:spMkLst>
        </pc:spChg>
        <pc:spChg chg="del">
          <ac:chgData name="Duy" userId="00f02d2ea35a0614" providerId="LiveId" clId="{5CD8DF61-740C-439E-AE1B-4D4A2C7243AC}" dt="2020-11-08T17:29:56.162" v="398" actId="478"/>
          <ac:spMkLst>
            <pc:docMk/>
            <pc:sldMk cId="2820796511" sldId="359"/>
            <ac:spMk id="12" creationId="{D029A7D1-7AA0-4E29-8A04-79138B2FBE65}"/>
          </ac:spMkLst>
        </pc:spChg>
      </pc:sldChg>
      <pc:sldChg chg="addSp delSp modSp add mod modAnim">
        <pc:chgData name="Duy" userId="00f02d2ea35a0614" providerId="LiveId" clId="{5CD8DF61-740C-439E-AE1B-4D4A2C7243AC}" dt="2020-11-08T17:42:52.417" v="452" actId="20577"/>
        <pc:sldMkLst>
          <pc:docMk/>
          <pc:sldMk cId="2219405526" sldId="360"/>
        </pc:sldMkLst>
        <pc:spChg chg="add del mod">
          <ac:chgData name="Duy" userId="00f02d2ea35a0614" providerId="LiveId" clId="{5CD8DF61-740C-439E-AE1B-4D4A2C7243AC}" dt="2020-11-08T17:41:30.559" v="433" actId="478"/>
          <ac:spMkLst>
            <pc:docMk/>
            <pc:sldMk cId="2219405526" sldId="360"/>
            <ac:spMk id="3" creationId="{CC38060F-5A59-40E6-8AFF-53A05E85CC8B}"/>
          </ac:spMkLst>
        </pc:spChg>
        <pc:spChg chg="add mod">
          <ac:chgData name="Duy" userId="00f02d2ea35a0614" providerId="LiveId" clId="{5CD8DF61-740C-439E-AE1B-4D4A2C7243AC}" dt="2020-11-08T17:42:52.417" v="452" actId="20577"/>
          <ac:spMkLst>
            <pc:docMk/>
            <pc:sldMk cId="2219405526" sldId="360"/>
            <ac:spMk id="9" creationId="{0EB023FA-8FFE-411F-AD27-36D984880BF2}"/>
          </ac:spMkLst>
        </pc:spChg>
        <pc:spChg chg="del">
          <ac:chgData name="Duy" userId="00f02d2ea35a0614" providerId="LiveId" clId="{5CD8DF61-740C-439E-AE1B-4D4A2C7243AC}" dt="2020-11-08T17:41:28.916" v="432" actId="478"/>
          <ac:spMkLst>
            <pc:docMk/>
            <pc:sldMk cId="2219405526" sldId="360"/>
            <ac:spMk id="12" creationId="{D029A7D1-7AA0-4E29-8A04-79138B2FBE65}"/>
          </ac:spMkLst>
        </pc:spChg>
        <pc:picChg chg="add mod">
          <ac:chgData name="Duy" userId="00f02d2ea35a0614" providerId="LiveId" clId="{5CD8DF61-740C-439E-AE1B-4D4A2C7243AC}" dt="2020-11-08T17:42:34.515" v="437" actId="1076"/>
          <ac:picMkLst>
            <pc:docMk/>
            <pc:sldMk cId="2219405526" sldId="360"/>
            <ac:picMk id="6" creationId="{DCC8474F-715C-4112-A6C0-E2BE9F985DA6}"/>
          </ac:picMkLst>
        </pc:picChg>
      </pc:sldChg>
      <pc:sldChg chg="addSp modSp add mod">
        <pc:chgData name="Duy" userId="00f02d2ea35a0614" providerId="LiveId" clId="{5CD8DF61-740C-439E-AE1B-4D4A2C7243AC}" dt="2020-11-08T18:31:47.542" v="937" actId="113"/>
        <pc:sldMkLst>
          <pc:docMk/>
          <pc:sldMk cId="2511740448" sldId="361"/>
        </pc:sldMkLst>
        <pc:spChg chg="add mod">
          <ac:chgData name="Duy" userId="00f02d2ea35a0614" providerId="LiveId" clId="{5CD8DF61-740C-439E-AE1B-4D4A2C7243AC}" dt="2020-11-08T18:31:47.542" v="937" actId="113"/>
          <ac:spMkLst>
            <pc:docMk/>
            <pc:sldMk cId="2511740448" sldId="361"/>
            <ac:spMk id="8" creationId="{7047AFAE-888C-475E-95D1-CC685563118A}"/>
          </ac:spMkLst>
        </pc:spChg>
        <pc:spChg chg="add mod">
          <ac:chgData name="Duy" userId="00f02d2ea35a0614" providerId="LiveId" clId="{5CD8DF61-740C-439E-AE1B-4D4A2C7243AC}" dt="2020-11-08T18:01:03.237" v="534" actId="20577"/>
          <ac:spMkLst>
            <pc:docMk/>
            <pc:sldMk cId="2511740448" sldId="361"/>
            <ac:spMk id="9" creationId="{79AB5A95-3493-45AF-8A89-4E707E5983A9}"/>
          </ac:spMkLst>
        </pc:spChg>
        <pc:spChg chg="add mod">
          <ac:chgData name="Duy" userId="00f02d2ea35a0614" providerId="LiveId" clId="{5CD8DF61-740C-439E-AE1B-4D4A2C7243AC}" dt="2020-11-08T18:02:25.294" v="553" actId="207"/>
          <ac:spMkLst>
            <pc:docMk/>
            <pc:sldMk cId="2511740448" sldId="361"/>
            <ac:spMk id="10" creationId="{BE4CA170-048B-42C2-A59B-7003B0A582F5}"/>
          </ac:spMkLst>
        </pc:spChg>
        <pc:spChg chg="mod">
          <ac:chgData name="Duy" userId="00f02d2ea35a0614" providerId="LiveId" clId="{5CD8DF61-740C-439E-AE1B-4D4A2C7243AC}" dt="2020-11-08T17:55:52.321" v="464" actId="20577"/>
          <ac:spMkLst>
            <pc:docMk/>
            <pc:sldMk cId="2511740448" sldId="361"/>
            <ac:spMk id="12" creationId="{D029A7D1-7AA0-4E29-8A04-79138B2FBE65}"/>
          </ac:spMkLst>
        </pc:spChg>
        <pc:spChg chg="add mod">
          <ac:chgData name="Duy" userId="00f02d2ea35a0614" providerId="LiveId" clId="{5CD8DF61-740C-439E-AE1B-4D4A2C7243AC}" dt="2020-11-08T18:01:14.023" v="539" actId="404"/>
          <ac:spMkLst>
            <pc:docMk/>
            <pc:sldMk cId="2511740448" sldId="361"/>
            <ac:spMk id="13" creationId="{D4D0C117-6CBF-4080-A4D6-EF0D1FBB87C8}"/>
          </ac:spMkLst>
        </pc:spChg>
      </pc:sldChg>
      <pc:sldChg chg="addSp modSp add mod">
        <pc:chgData name="Duy" userId="00f02d2ea35a0614" providerId="LiveId" clId="{5CD8DF61-740C-439E-AE1B-4D4A2C7243AC}" dt="2020-11-08T18:08:05.039" v="578" actId="20577"/>
        <pc:sldMkLst>
          <pc:docMk/>
          <pc:sldMk cId="1280942852" sldId="362"/>
        </pc:sldMkLst>
        <pc:spChg chg="mod">
          <ac:chgData name="Duy" userId="00f02d2ea35a0614" providerId="LiveId" clId="{5CD8DF61-740C-439E-AE1B-4D4A2C7243AC}" dt="2020-11-08T18:07:36.477" v="555" actId="26606"/>
          <ac:spMkLst>
            <pc:docMk/>
            <pc:sldMk cId="1280942852" sldId="362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07:36.477" v="555" actId="26606"/>
          <ac:spMkLst>
            <pc:docMk/>
            <pc:sldMk cId="1280942852" sldId="362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07:36.477" v="555" actId="26606"/>
          <ac:spMkLst>
            <pc:docMk/>
            <pc:sldMk cId="1280942852" sldId="362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8:08:05.039" v="578" actId="20577"/>
          <ac:spMkLst>
            <pc:docMk/>
            <pc:sldMk cId="1280942852" sldId="362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8:07:56.566" v="561" actId="1076"/>
          <ac:picMkLst>
            <pc:docMk/>
            <pc:sldMk cId="1280942852" sldId="362"/>
            <ac:picMk id="1026" creationId="{FE42E194-AEF0-4EC9-9F33-639F6267799E}"/>
          </ac:picMkLst>
        </pc:picChg>
      </pc:sldChg>
      <pc:sldChg chg="addSp modSp add mod">
        <pc:chgData name="Duy" userId="00f02d2ea35a0614" providerId="LiveId" clId="{5CD8DF61-740C-439E-AE1B-4D4A2C7243AC}" dt="2020-11-08T18:16:06.675" v="637" actId="20577"/>
        <pc:sldMkLst>
          <pc:docMk/>
          <pc:sldMk cId="1551158582" sldId="363"/>
        </pc:sldMkLst>
        <pc:spChg chg="add mod">
          <ac:chgData name="Duy" userId="00f02d2ea35a0614" providerId="LiveId" clId="{5CD8DF61-740C-439E-AE1B-4D4A2C7243AC}" dt="2020-11-08T18:15:31.567" v="613" actId="1076"/>
          <ac:spMkLst>
            <pc:docMk/>
            <pc:sldMk cId="1551158582" sldId="363"/>
            <ac:spMk id="9" creationId="{ACAC3913-96C5-458D-BF1D-426D520E5AD0}"/>
          </ac:spMkLst>
        </pc:spChg>
        <pc:spChg chg="add mod">
          <ac:chgData name="Duy" userId="00f02d2ea35a0614" providerId="LiveId" clId="{5CD8DF61-740C-439E-AE1B-4D4A2C7243AC}" dt="2020-11-08T18:15:53.939" v="622" actId="114"/>
          <ac:spMkLst>
            <pc:docMk/>
            <pc:sldMk cId="1551158582" sldId="363"/>
            <ac:spMk id="11" creationId="{ED823A44-101A-4734-B16F-F494335CEBDD}"/>
          </ac:spMkLst>
        </pc:spChg>
        <pc:spChg chg="mod">
          <ac:chgData name="Duy" userId="00f02d2ea35a0614" providerId="LiveId" clId="{5CD8DF61-740C-439E-AE1B-4D4A2C7243AC}" dt="2020-11-08T18:16:06.675" v="637" actId="20577"/>
          <ac:spMkLst>
            <pc:docMk/>
            <pc:sldMk cId="1551158582" sldId="363"/>
            <ac:spMk id="12" creationId="{D029A7D1-7AA0-4E29-8A04-79138B2FBE65}"/>
          </ac:spMkLst>
        </pc:spChg>
        <pc:picChg chg="add mod">
          <ac:chgData name="Duy" userId="00f02d2ea35a0614" providerId="LiveId" clId="{5CD8DF61-740C-439E-AE1B-4D4A2C7243AC}" dt="2020-11-08T18:11:48.253" v="608" actId="14100"/>
          <ac:picMkLst>
            <pc:docMk/>
            <pc:sldMk cId="1551158582" sldId="363"/>
            <ac:picMk id="3" creationId="{0F51B616-3B98-40FA-A092-5F639FE4DC82}"/>
          </ac:picMkLst>
        </pc:picChg>
      </pc:sldChg>
      <pc:sldChg chg="addSp modSp add mod">
        <pc:chgData name="Duy" userId="00f02d2ea35a0614" providerId="LiveId" clId="{5CD8DF61-740C-439E-AE1B-4D4A2C7243AC}" dt="2020-11-08T18:22:05.395" v="807" actId="1076"/>
        <pc:sldMkLst>
          <pc:docMk/>
          <pc:sldMk cId="2056581746" sldId="364"/>
        </pc:sldMkLst>
        <pc:spChg chg="add mod">
          <ac:chgData name="Duy" userId="00f02d2ea35a0614" providerId="LiveId" clId="{5CD8DF61-740C-439E-AE1B-4D4A2C7243AC}" dt="2020-11-08T18:22:05.395" v="807" actId="1076"/>
          <ac:spMkLst>
            <pc:docMk/>
            <pc:sldMk cId="2056581746" sldId="364"/>
            <ac:spMk id="3" creationId="{23FBEC5A-657B-47A3-BE12-6BCB76FE9DD8}"/>
          </ac:spMkLst>
        </pc:spChg>
        <pc:spChg chg="add mod">
          <ac:chgData name="Duy" userId="00f02d2ea35a0614" providerId="LiveId" clId="{5CD8DF61-740C-439E-AE1B-4D4A2C7243AC}" dt="2020-11-08T18:20:21.591" v="670" actId="1076"/>
          <ac:spMkLst>
            <pc:docMk/>
            <pc:sldMk cId="2056581746" sldId="364"/>
            <ac:spMk id="8" creationId="{0FCCFB28-F79C-48CD-B32F-8C4048283E6B}"/>
          </ac:spMkLst>
        </pc:spChg>
        <pc:spChg chg="mod">
          <ac:chgData name="Duy" userId="00f02d2ea35a0614" providerId="LiveId" clId="{5CD8DF61-740C-439E-AE1B-4D4A2C7243AC}" dt="2020-11-08T18:18:17.593" v="653" actId="20577"/>
          <ac:spMkLst>
            <pc:docMk/>
            <pc:sldMk cId="2056581746" sldId="364"/>
            <ac:spMk id="12" creationId="{D029A7D1-7AA0-4E29-8A04-79138B2FBE65}"/>
          </ac:spMkLst>
        </pc:spChg>
      </pc:sldChg>
      <pc:sldChg chg="addSp modSp add mod">
        <pc:chgData name="Duy" userId="00f02d2ea35a0614" providerId="LiveId" clId="{5CD8DF61-740C-439E-AE1B-4D4A2C7243AC}" dt="2020-11-08T18:26:29.905" v="848" actId="20577"/>
        <pc:sldMkLst>
          <pc:docMk/>
          <pc:sldMk cId="3893651048" sldId="365"/>
        </pc:sldMkLst>
        <pc:spChg chg="mod">
          <ac:chgData name="Duy" userId="00f02d2ea35a0614" providerId="LiveId" clId="{5CD8DF61-740C-439E-AE1B-4D4A2C7243AC}" dt="2020-11-08T18:26:03.978" v="811" actId="26606"/>
          <ac:spMkLst>
            <pc:docMk/>
            <pc:sldMk cId="3893651048" sldId="365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26:03.978" v="811" actId="26606"/>
          <ac:spMkLst>
            <pc:docMk/>
            <pc:sldMk cId="3893651048" sldId="365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26:03.978" v="811" actId="26606"/>
          <ac:spMkLst>
            <pc:docMk/>
            <pc:sldMk cId="3893651048" sldId="365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8:26:29.905" v="848" actId="20577"/>
          <ac:spMkLst>
            <pc:docMk/>
            <pc:sldMk cId="3893651048" sldId="365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8:26:11.810" v="814" actId="1076"/>
          <ac:picMkLst>
            <pc:docMk/>
            <pc:sldMk cId="3893651048" sldId="365"/>
            <ac:picMk id="2050" creationId="{C55CFA56-999C-4605-8C4B-4AB532B66717}"/>
          </ac:picMkLst>
        </pc:picChg>
      </pc:sldChg>
      <pc:sldChg chg="addSp delSp modSp add mod">
        <pc:chgData name="Duy" userId="00f02d2ea35a0614" providerId="LiveId" clId="{5CD8DF61-740C-439E-AE1B-4D4A2C7243AC}" dt="2020-11-08T18:29:02.235" v="859" actId="1076"/>
        <pc:sldMkLst>
          <pc:docMk/>
          <pc:sldMk cId="2909840888" sldId="366"/>
        </pc:sldMkLst>
        <pc:spChg chg="add del mod">
          <ac:chgData name="Duy" userId="00f02d2ea35a0614" providerId="LiveId" clId="{5CD8DF61-740C-439E-AE1B-4D4A2C7243AC}" dt="2020-11-08T18:26:40.200" v="850" actId="478"/>
          <ac:spMkLst>
            <pc:docMk/>
            <pc:sldMk cId="2909840888" sldId="366"/>
            <ac:spMk id="3" creationId="{5FF3929D-E4D3-4A7D-B9C4-6D2C8A6B53D9}"/>
          </ac:spMkLst>
        </pc:spChg>
        <pc:spChg chg="mod">
          <ac:chgData name="Duy" userId="00f02d2ea35a0614" providerId="LiveId" clId="{5CD8DF61-740C-439E-AE1B-4D4A2C7243AC}" dt="2020-11-08T18:27:28.586" v="853" actId="26606"/>
          <ac:spMkLst>
            <pc:docMk/>
            <pc:sldMk cId="2909840888" sldId="366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27:28.586" v="853" actId="26606"/>
          <ac:spMkLst>
            <pc:docMk/>
            <pc:sldMk cId="2909840888" sldId="366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27:28.586" v="853" actId="26606"/>
          <ac:spMkLst>
            <pc:docMk/>
            <pc:sldMk cId="2909840888" sldId="366"/>
            <ac:spMk id="7" creationId="{C017288B-7B56-41C5-B8D7-781697A7E9A9}"/>
          </ac:spMkLst>
        </pc:spChg>
        <pc:spChg chg="add mod ord">
          <ac:chgData name="Duy" userId="00f02d2ea35a0614" providerId="LiveId" clId="{5CD8DF61-740C-439E-AE1B-4D4A2C7243AC}" dt="2020-11-08T18:27:28.586" v="853" actId="26606"/>
          <ac:spMkLst>
            <pc:docMk/>
            <pc:sldMk cId="2909840888" sldId="366"/>
            <ac:spMk id="8" creationId="{AD6EC8F8-F9D2-4591-8377-F300BC18B61D}"/>
          </ac:spMkLst>
        </pc:spChg>
        <pc:spChg chg="del">
          <ac:chgData name="Duy" userId="00f02d2ea35a0614" providerId="LiveId" clId="{5CD8DF61-740C-439E-AE1B-4D4A2C7243AC}" dt="2020-11-08T18:26:39.400" v="849" actId="478"/>
          <ac:spMkLst>
            <pc:docMk/>
            <pc:sldMk cId="2909840888" sldId="366"/>
            <ac:spMk id="12" creationId="{D029A7D1-7AA0-4E29-8A04-79138B2FBE65}"/>
          </ac:spMkLst>
        </pc:spChg>
        <pc:picChg chg="add del mod ord">
          <ac:chgData name="Duy" userId="00f02d2ea35a0614" providerId="LiveId" clId="{5CD8DF61-740C-439E-AE1B-4D4A2C7243AC}" dt="2020-11-08T18:27:35.008" v="854" actId="478"/>
          <ac:picMkLst>
            <pc:docMk/>
            <pc:sldMk cId="2909840888" sldId="366"/>
            <ac:picMk id="3074" creationId="{8C331D58-095F-424B-A71D-E69A996AC46A}"/>
          </ac:picMkLst>
        </pc:picChg>
        <pc:picChg chg="add mod ord">
          <ac:chgData name="Duy" userId="00f02d2ea35a0614" providerId="LiveId" clId="{5CD8DF61-740C-439E-AE1B-4D4A2C7243AC}" dt="2020-11-08T18:29:02.235" v="859" actId="1076"/>
          <ac:picMkLst>
            <pc:docMk/>
            <pc:sldMk cId="2909840888" sldId="366"/>
            <ac:picMk id="3076" creationId="{69246F9D-E00F-4E68-B533-75CBF200DFF1}"/>
          </ac:picMkLst>
        </pc:picChg>
      </pc:sldChg>
      <pc:sldChg chg="addSp modSp add mod">
        <pc:chgData name="Duy" userId="00f02d2ea35a0614" providerId="LiveId" clId="{5CD8DF61-740C-439E-AE1B-4D4A2C7243AC}" dt="2020-11-08T18:30:03.889" v="877" actId="26606"/>
        <pc:sldMkLst>
          <pc:docMk/>
          <pc:sldMk cId="4143717754" sldId="367"/>
        </pc:sldMkLst>
        <pc:spChg chg="mod">
          <ac:chgData name="Duy" userId="00f02d2ea35a0614" providerId="LiveId" clId="{5CD8DF61-740C-439E-AE1B-4D4A2C7243AC}" dt="2020-11-08T18:30:03.889" v="877" actId="26606"/>
          <ac:spMkLst>
            <pc:docMk/>
            <pc:sldMk cId="4143717754" sldId="367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30:03.889" v="877" actId="26606"/>
          <ac:spMkLst>
            <pc:docMk/>
            <pc:sldMk cId="4143717754" sldId="367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30:03.889" v="877" actId="26606"/>
          <ac:spMkLst>
            <pc:docMk/>
            <pc:sldMk cId="4143717754" sldId="367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8:30:03.889" v="877" actId="26606"/>
          <ac:spMkLst>
            <pc:docMk/>
            <pc:sldMk cId="4143717754" sldId="367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8:30:03.889" v="877" actId="26606"/>
          <ac:picMkLst>
            <pc:docMk/>
            <pc:sldMk cId="4143717754" sldId="367"/>
            <ac:picMk id="4098" creationId="{BE1C60AA-1FB9-491D-889C-466DA963CED1}"/>
          </ac:picMkLst>
        </pc:picChg>
      </pc:sldChg>
      <pc:sldChg chg="addSp modSp add mod">
        <pc:chgData name="Duy" userId="00f02d2ea35a0614" providerId="LiveId" clId="{5CD8DF61-740C-439E-AE1B-4D4A2C7243AC}" dt="2020-11-08T18:30:52.558" v="889" actId="26606"/>
        <pc:sldMkLst>
          <pc:docMk/>
          <pc:sldMk cId="1288274289" sldId="368"/>
        </pc:sldMkLst>
        <pc:spChg chg="mod">
          <ac:chgData name="Duy" userId="00f02d2ea35a0614" providerId="LiveId" clId="{5CD8DF61-740C-439E-AE1B-4D4A2C7243AC}" dt="2020-11-08T18:30:52.558" v="889" actId="26606"/>
          <ac:spMkLst>
            <pc:docMk/>
            <pc:sldMk cId="1288274289" sldId="368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30:52.558" v="889" actId="26606"/>
          <ac:spMkLst>
            <pc:docMk/>
            <pc:sldMk cId="1288274289" sldId="368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30:52.558" v="889" actId="26606"/>
          <ac:spMkLst>
            <pc:docMk/>
            <pc:sldMk cId="1288274289" sldId="368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8:30:52.558" v="889" actId="26606"/>
          <ac:spMkLst>
            <pc:docMk/>
            <pc:sldMk cId="1288274289" sldId="368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8:30:52.558" v="889" actId="26606"/>
          <ac:picMkLst>
            <pc:docMk/>
            <pc:sldMk cId="1288274289" sldId="368"/>
            <ac:picMk id="5122" creationId="{7EB25542-737A-429C-8A66-BE848F9C0E13}"/>
          </ac:picMkLst>
        </pc:picChg>
      </pc:sldChg>
      <pc:sldChg chg="addSp delSp modSp add mod">
        <pc:chgData name="Duy" userId="00f02d2ea35a0614" providerId="LiveId" clId="{5CD8DF61-740C-439E-AE1B-4D4A2C7243AC}" dt="2020-11-08T18:39:31.758" v="1038" actId="20577"/>
        <pc:sldMkLst>
          <pc:docMk/>
          <pc:sldMk cId="787621175" sldId="369"/>
        </pc:sldMkLst>
        <pc:spChg chg="add mod">
          <ac:chgData name="Duy" userId="00f02d2ea35a0614" providerId="LiveId" clId="{5CD8DF61-740C-439E-AE1B-4D4A2C7243AC}" dt="2020-11-08T18:38:18.347" v="982" actId="5793"/>
          <ac:spMkLst>
            <pc:docMk/>
            <pc:sldMk cId="787621175" sldId="369"/>
            <ac:spMk id="9" creationId="{86F61ADF-BC4B-46F4-AE9E-A7036A7DD644}"/>
          </ac:spMkLst>
        </pc:spChg>
        <pc:spChg chg="mod">
          <ac:chgData name="Duy" userId="00f02d2ea35a0614" providerId="LiveId" clId="{5CD8DF61-740C-439E-AE1B-4D4A2C7243AC}" dt="2020-11-08T18:39:31.758" v="1038" actId="20577"/>
          <ac:spMkLst>
            <pc:docMk/>
            <pc:sldMk cId="787621175" sldId="369"/>
            <ac:spMk id="12" creationId="{D029A7D1-7AA0-4E29-8A04-79138B2FBE65}"/>
          </ac:spMkLst>
        </pc:spChg>
        <pc:picChg chg="add del mod">
          <ac:chgData name="Duy" userId="00f02d2ea35a0614" providerId="LiveId" clId="{5CD8DF61-740C-439E-AE1B-4D4A2C7243AC}" dt="2020-11-08T18:38:04.647" v="976" actId="478"/>
          <ac:picMkLst>
            <pc:docMk/>
            <pc:sldMk cId="787621175" sldId="369"/>
            <ac:picMk id="6146" creationId="{D15FF094-B997-4A2F-B334-D4BD8CF0FAE3}"/>
          </ac:picMkLst>
        </pc:picChg>
        <pc:picChg chg="add mod">
          <ac:chgData name="Duy" userId="00f02d2ea35a0614" providerId="LiveId" clId="{5CD8DF61-740C-439E-AE1B-4D4A2C7243AC}" dt="2020-11-08T18:38:23.621" v="988" actId="1076"/>
          <ac:picMkLst>
            <pc:docMk/>
            <pc:sldMk cId="787621175" sldId="369"/>
            <ac:picMk id="6148" creationId="{94509125-E79F-47E0-ADE5-85DA070A3166}"/>
          </ac:picMkLst>
        </pc:picChg>
      </pc:sldChg>
      <pc:sldChg chg="addSp modSp add mod">
        <pc:chgData name="Duy" userId="00f02d2ea35a0614" providerId="LiveId" clId="{5CD8DF61-740C-439E-AE1B-4D4A2C7243AC}" dt="2020-11-08T18:50:22.884" v="1132" actId="122"/>
        <pc:sldMkLst>
          <pc:docMk/>
          <pc:sldMk cId="1598254052" sldId="370"/>
        </pc:sldMkLst>
        <pc:spChg chg="mod">
          <ac:chgData name="Duy" userId="00f02d2ea35a0614" providerId="LiveId" clId="{5CD8DF61-740C-439E-AE1B-4D4A2C7243AC}" dt="2020-11-08T18:35:34.169" v="965" actId="20577"/>
          <ac:spMkLst>
            <pc:docMk/>
            <pc:sldMk cId="1598254052" sldId="370"/>
            <ac:spMk id="8" creationId="{EB7D7510-2208-4943-BD40-9A0BC807594A}"/>
          </ac:spMkLst>
        </pc:spChg>
        <pc:spChg chg="add mod">
          <ac:chgData name="Duy" userId="00f02d2ea35a0614" providerId="LiveId" clId="{5CD8DF61-740C-439E-AE1B-4D4A2C7243AC}" dt="2020-11-08T18:50:22.884" v="1132" actId="122"/>
          <ac:spMkLst>
            <pc:docMk/>
            <pc:sldMk cId="1598254052" sldId="370"/>
            <ac:spMk id="9" creationId="{8DC1EB38-B664-4773-B59B-E0F0E879BF10}"/>
          </ac:spMkLst>
        </pc:spChg>
      </pc:sldChg>
      <pc:sldChg chg="addSp delSp modSp add mod">
        <pc:chgData name="Duy" userId="00f02d2ea35a0614" providerId="LiveId" clId="{5CD8DF61-740C-439E-AE1B-4D4A2C7243AC}" dt="2020-11-08T18:41:01.150" v="1057" actId="26606"/>
        <pc:sldMkLst>
          <pc:docMk/>
          <pc:sldMk cId="815308025" sldId="371"/>
        </pc:sldMkLst>
        <pc:spChg chg="mod">
          <ac:chgData name="Duy" userId="00f02d2ea35a0614" providerId="LiveId" clId="{5CD8DF61-740C-439E-AE1B-4D4A2C7243AC}" dt="2020-11-08T18:41:01.150" v="1057" actId="26606"/>
          <ac:spMkLst>
            <pc:docMk/>
            <pc:sldMk cId="815308025" sldId="371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41:01.150" v="1057" actId="26606"/>
          <ac:spMkLst>
            <pc:docMk/>
            <pc:sldMk cId="815308025" sldId="371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41:01.150" v="1057" actId="26606"/>
          <ac:spMkLst>
            <pc:docMk/>
            <pc:sldMk cId="815308025" sldId="371"/>
            <ac:spMk id="7" creationId="{C017288B-7B56-41C5-B8D7-781697A7E9A9}"/>
          </ac:spMkLst>
        </pc:spChg>
        <pc:spChg chg="del">
          <ac:chgData name="Duy" userId="00f02d2ea35a0614" providerId="LiveId" clId="{5CD8DF61-740C-439E-AE1B-4D4A2C7243AC}" dt="2020-11-08T18:40:27.790" v="1045" actId="478"/>
          <ac:spMkLst>
            <pc:docMk/>
            <pc:sldMk cId="815308025" sldId="371"/>
            <ac:spMk id="9" creationId="{86F61ADF-BC4B-46F4-AE9E-A7036A7DD644}"/>
          </ac:spMkLst>
        </pc:spChg>
        <pc:spChg chg="mod">
          <ac:chgData name="Duy" userId="00f02d2ea35a0614" providerId="LiveId" clId="{5CD8DF61-740C-439E-AE1B-4D4A2C7243AC}" dt="2020-11-08T18:41:01.150" v="1057" actId="26606"/>
          <ac:spMkLst>
            <pc:docMk/>
            <pc:sldMk cId="815308025" sldId="371"/>
            <ac:spMk id="12" creationId="{D029A7D1-7AA0-4E29-8A04-79138B2FBE65}"/>
          </ac:spMkLst>
        </pc:spChg>
        <pc:picChg chg="del">
          <ac:chgData name="Duy" userId="00f02d2ea35a0614" providerId="LiveId" clId="{5CD8DF61-740C-439E-AE1B-4D4A2C7243AC}" dt="2020-11-08T18:40:26.069" v="1044" actId="478"/>
          <ac:picMkLst>
            <pc:docMk/>
            <pc:sldMk cId="815308025" sldId="371"/>
            <ac:picMk id="6148" creationId="{94509125-E79F-47E0-ADE5-85DA070A3166}"/>
          </ac:picMkLst>
        </pc:picChg>
        <pc:picChg chg="add mod ord">
          <ac:chgData name="Duy" userId="00f02d2ea35a0614" providerId="LiveId" clId="{5CD8DF61-740C-439E-AE1B-4D4A2C7243AC}" dt="2020-11-08T18:41:01.150" v="1057" actId="26606"/>
          <ac:picMkLst>
            <pc:docMk/>
            <pc:sldMk cId="815308025" sldId="371"/>
            <ac:picMk id="19458" creationId="{E43C3C98-A594-49FE-8161-04B09D7AF142}"/>
          </ac:picMkLst>
        </pc:picChg>
      </pc:sldChg>
      <pc:sldChg chg="addSp delSp modSp add mod ord modAnim">
        <pc:chgData name="Duy" userId="00f02d2ea35a0614" providerId="LiveId" clId="{5CD8DF61-740C-439E-AE1B-4D4A2C7243AC}" dt="2020-11-08T19:03:26.386" v="1259" actId="20577"/>
        <pc:sldMkLst>
          <pc:docMk/>
          <pc:sldMk cId="527247217" sldId="372"/>
        </pc:sldMkLst>
        <pc:spChg chg="mod">
          <ac:chgData name="Duy" userId="00f02d2ea35a0614" providerId="LiveId" clId="{5CD8DF61-740C-439E-AE1B-4D4A2C7243AC}" dt="2020-11-08T18:53:37.683" v="1173" actId="26606"/>
          <ac:spMkLst>
            <pc:docMk/>
            <pc:sldMk cId="527247217" sldId="372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53:37.683" v="1173" actId="26606"/>
          <ac:spMkLst>
            <pc:docMk/>
            <pc:sldMk cId="527247217" sldId="372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53:37.683" v="1173" actId="26606"/>
          <ac:spMkLst>
            <pc:docMk/>
            <pc:sldMk cId="527247217" sldId="372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03:26.386" v="1259" actId="20577"/>
          <ac:spMkLst>
            <pc:docMk/>
            <pc:sldMk cId="527247217" sldId="372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8:59:31.970" v="1205" actId="26606"/>
          <ac:picMkLst>
            <pc:docMk/>
            <pc:sldMk cId="527247217" sldId="372"/>
            <ac:picMk id="2" creationId="{B25CE1F6-460D-46F6-A84E-074101490323}"/>
          </ac:picMkLst>
        </pc:picChg>
        <pc:picChg chg="add del mod ord">
          <ac:chgData name="Duy" userId="00f02d2ea35a0614" providerId="LiveId" clId="{5CD8DF61-740C-439E-AE1B-4D4A2C7243AC}" dt="2020-11-08T18:54:51.054" v="1177" actId="478"/>
          <ac:picMkLst>
            <pc:docMk/>
            <pc:sldMk cId="527247217" sldId="372"/>
            <ac:picMk id="14338" creationId="{51A14326-6C80-476C-96DA-3D55A7F421CA}"/>
          </ac:picMkLst>
        </pc:picChg>
      </pc:sldChg>
      <pc:sldChg chg="add del">
        <pc:chgData name="Duy" userId="00f02d2ea35a0614" providerId="LiveId" clId="{5CD8DF61-740C-439E-AE1B-4D4A2C7243AC}" dt="2020-11-08T18:40:34.434" v="1046" actId="47"/>
        <pc:sldMkLst>
          <pc:docMk/>
          <pc:sldMk cId="3358050401" sldId="372"/>
        </pc:sldMkLst>
      </pc:sldChg>
      <pc:sldChg chg="add del">
        <pc:chgData name="Duy" userId="00f02d2ea35a0614" providerId="LiveId" clId="{5CD8DF61-740C-439E-AE1B-4D4A2C7243AC}" dt="2020-11-08T18:40:34.434" v="1046" actId="47"/>
        <pc:sldMkLst>
          <pc:docMk/>
          <pc:sldMk cId="2939793841" sldId="373"/>
        </pc:sldMkLst>
      </pc:sldChg>
      <pc:sldChg chg="addSp modSp add">
        <pc:chgData name="Duy" userId="00f02d2ea35a0614" providerId="LiveId" clId="{5CD8DF61-740C-439E-AE1B-4D4A2C7243AC}" dt="2020-11-08T19:04:36.973" v="1261" actId="1076"/>
        <pc:sldMkLst>
          <pc:docMk/>
          <pc:sldMk cId="3586218099" sldId="373"/>
        </pc:sldMkLst>
        <pc:picChg chg="add mod">
          <ac:chgData name="Duy" userId="00f02d2ea35a0614" providerId="LiveId" clId="{5CD8DF61-740C-439E-AE1B-4D4A2C7243AC}" dt="2020-11-08T19:04:36.973" v="1261" actId="1076"/>
          <ac:picMkLst>
            <pc:docMk/>
            <pc:sldMk cId="3586218099" sldId="373"/>
            <ac:picMk id="13314" creationId="{F0BFE5CF-4D65-45E0-A109-20626F41F8F4}"/>
          </ac:picMkLst>
        </pc:picChg>
      </pc:sldChg>
      <pc:sldChg chg="addSp modSp add mod">
        <pc:chgData name="Duy" userId="00f02d2ea35a0614" providerId="LiveId" clId="{5CD8DF61-740C-439E-AE1B-4D4A2C7243AC}" dt="2020-11-08T19:07:34.698" v="1263" actId="26606"/>
        <pc:sldMkLst>
          <pc:docMk/>
          <pc:sldMk cId="2102372122" sldId="374"/>
        </pc:sldMkLst>
        <pc:spChg chg="mod">
          <ac:chgData name="Duy" userId="00f02d2ea35a0614" providerId="LiveId" clId="{5CD8DF61-740C-439E-AE1B-4D4A2C7243AC}" dt="2020-11-08T19:07:34.698" v="1263" actId="26606"/>
          <ac:spMkLst>
            <pc:docMk/>
            <pc:sldMk cId="2102372122" sldId="374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9:07:34.698" v="1263" actId="26606"/>
          <ac:spMkLst>
            <pc:docMk/>
            <pc:sldMk cId="2102372122" sldId="374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9:07:34.698" v="1263" actId="26606"/>
          <ac:spMkLst>
            <pc:docMk/>
            <pc:sldMk cId="2102372122" sldId="374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07:34.698" v="1263" actId="26606"/>
          <ac:spMkLst>
            <pc:docMk/>
            <pc:sldMk cId="2102372122" sldId="374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9:07:34.698" v="1263" actId="26606"/>
          <ac:picMkLst>
            <pc:docMk/>
            <pc:sldMk cId="2102372122" sldId="374"/>
            <ac:picMk id="12290" creationId="{7EB16633-710B-4F62-A23D-4A8814C95B29}"/>
          </ac:picMkLst>
        </pc:picChg>
      </pc:sldChg>
      <pc:sldChg chg="add del">
        <pc:chgData name="Duy" userId="00f02d2ea35a0614" providerId="LiveId" clId="{5CD8DF61-740C-439E-AE1B-4D4A2C7243AC}" dt="2020-11-08T18:40:34.434" v="1046" actId="47"/>
        <pc:sldMkLst>
          <pc:docMk/>
          <pc:sldMk cId="3906851231" sldId="374"/>
        </pc:sldMkLst>
      </pc:sldChg>
      <pc:sldChg chg="addSp delSp modSp add mod">
        <pc:chgData name="Duy" userId="00f02d2ea35a0614" providerId="LiveId" clId="{5CD8DF61-740C-439E-AE1B-4D4A2C7243AC}" dt="2020-11-08T19:09:04.211" v="1283" actId="20577"/>
        <pc:sldMkLst>
          <pc:docMk/>
          <pc:sldMk cId="2055127272" sldId="375"/>
        </pc:sldMkLst>
        <pc:spChg chg="mod">
          <ac:chgData name="Duy" userId="00f02d2ea35a0614" providerId="LiveId" clId="{5CD8DF61-740C-439E-AE1B-4D4A2C7243AC}" dt="2020-11-08T19:08:58.452" v="1267" actId="26606"/>
          <ac:spMkLst>
            <pc:docMk/>
            <pc:sldMk cId="2055127272" sldId="375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9:08:58.452" v="1267" actId="26606"/>
          <ac:spMkLst>
            <pc:docMk/>
            <pc:sldMk cId="2055127272" sldId="375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9:08:58.452" v="1267" actId="26606"/>
          <ac:spMkLst>
            <pc:docMk/>
            <pc:sldMk cId="2055127272" sldId="375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09:04.211" v="1283" actId="20577"/>
          <ac:spMkLst>
            <pc:docMk/>
            <pc:sldMk cId="2055127272" sldId="375"/>
            <ac:spMk id="12" creationId="{D029A7D1-7AA0-4E29-8A04-79138B2FBE65}"/>
          </ac:spMkLst>
        </pc:spChg>
        <pc:picChg chg="add del">
          <ac:chgData name="Duy" userId="00f02d2ea35a0614" providerId="LiveId" clId="{5CD8DF61-740C-439E-AE1B-4D4A2C7243AC}" dt="2020-11-08T19:08:54.613" v="1265" actId="478"/>
          <ac:picMkLst>
            <pc:docMk/>
            <pc:sldMk cId="2055127272" sldId="375"/>
            <ac:picMk id="11266" creationId="{83BCE80F-961F-4E17-8268-45C3016683FC}"/>
          </ac:picMkLst>
        </pc:picChg>
        <pc:picChg chg="add mod ord">
          <ac:chgData name="Duy" userId="00f02d2ea35a0614" providerId="LiveId" clId="{5CD8DF61-740C-439E-AE1B-4D4A2C7243AC}" dt="2020-11-08T19:08:58.452" v="1267" actId="26606"/>
          <ac:picMkLst>
            <pc:docMk/>
            <pc:sldMk cId="2055127272" sldId="375"/>
            <ac:picMk id="11268" creationId="{945B0E4F-119F-419B-A75B-6D8BBE8577A9}"/>
          </ac:picMkLst>
        </pc:picChg>
      </pc:sldChg>
      <pc:sldChg chg="add del">
        <pc:chgData name="Duy" userId="00f02d2ea35a0614" providerId="LiveId" clId="{5CD8DF61-740C-439E-AE1B-4D4A2C7243AC}" dt="2020-11-08T18:40:34.434" v="1046" actId="47"/>
        <pc:sldMkLst>
          <pc:docMk/>
          <pc:sldMk cId="3766544856" sldId="375"/>
        </pc:sldMkLst>
      </pc:sldChg>
      <pc:sldChg chg="addSp modSp add del mod">
        <pc:chgData name="Duy" userId="00f02d2ea35a0614" providerId="LiveId" clId="{5CD8DF61-740C-439E-AE1B-4D4A2C7243AC}" dt="2020-11-08T19:12:06.071" v="1341" actId="47"/>
        <pc:sldMkLst>
          <pc:docMk/>
          <pc:sldMk cId="112645581" sldId="376"/>
        </pc:sldMkLst>
        <pc:spChg chg="mod">
          <ac:chgData name="Duy" userId="00f02d2ea35a0614" providerId="LiveId" clId="{5CD8DF61-740C-439E-AE1B-4D4A2C7243AC}" dt="2020-11-08T19:11:04.615" v="1285" actId="26606"/>
          <ac:spMkLst>
            <pc:docMk/>
            <pc:sldMk cId="112645581" sldId="376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9:11:04.615" v="1285" actId="26606"/>
          <ac:spMkLst>
            <pc:docMk/>
            <pc:sldMk cId="112645581" sldId="376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9:11:04.615" v="1285" actId="26606"/>
          <ac:spMkLst>
            <pc:docMk/>
            <pc:sldMk cId="112645581" sldId="376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11:16.231" v="1309" actId="20577"/>
          <ac:spMkLst>
            <pc:docMk/>
            <pc:sldMk cId="112645581" sldId="376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9:11:04.615" v="1285" actId="26606"/>
          <ac:picMkLst>
            <pc:docMk/>
            <pc:sldMk cId="112645581" sldId="376"/>
            <ac:picMk id="10242" creationId="{293962BD-ED19-4270-A745-3D46C28BB371}"/>
          </ac:picMkLst>
        </pc:picChg>
      </pc:sldChg>
      <pc:sldChg chg="addSp modSp add mod ord">
        <pc:chgData name="Duy" userId="00f02d2ea35a0614" providerId="LiveId" clId="{5CD8DF61-740C-439E-AE1B-4D4A2C7243AC}" dt="2020-11-08T19:12:34.370" v="1345" actId="26606"/>
        <pc:sldMkLst>
          <pc:docMk/>
          <pc:sldMk cId="2636338463" sldId="377"/>
        </pc:sldMkLst>
        <pc:spChg chg="mod">
          <ac:chgData name="Duy" userId="00f02d2ea35a0614" providerId="LiveId" clId="{5CD8DF61-740C-439E-AE1B-4D4A2C7243AC}" dt="2020-11-08T19:12:34.370" v="1345" actId="26606"/>
          <ac:spMkLst>
            <pc:docMk/>
            <pc:sldMk cId="2636338463" sldId="377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9:12:34.370" v="1345" actId="26606"/>
          <ac:spMkLst>
            <pc:docMk/>
            <pc:sldMk cId="2636338463" sldId="377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9:12:34.370" v="1345" actId="26606"/>
          <ac:spMkLst>
            <pc:docMk/>
            <pc:sldMk cId="2636338463" sldId="377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12:34.370" v="1345" actId="26606"/>
          <ac:spMkLst>
            <pc:docMk/>
            <pc:sldMk cId="2636338463" sldId="377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9:12:34.370" v="1345" actId="26606"/>
          <ac:picMkLst>
            <pc:docMk/>
            <pc:sldMk cId="2636338463" sldId="377"/>
            <ac:picMk id="9218" creationId="{94BFC685-4C46-4EAB-A681-AAFE7A416FDE}"/>
          </ac:picMkLst>
        </pc:picChg>
      </pc:sldChg>
      <pc:sldChg chg="addSp modSp add mod ord">
        <pc:chgData name="Duy" userId="00f02d2ea35a0614" providerId="LiveId" clId="{5CD8DF61-740C-439E-AE1B-4D4A2C7243AC}" dt="2020-11-08T19:19:09.500" v="1399" actId="20577"/>
        <pc:sldMkLst>
          <pc:docMk/>
          <pc:sldMk cId="41495362" sldId="378"/>
        </pc:sldMkLst>
        <pc:spChg chg="mod">
          <ac:chgData name="Duy" userId="00f02d2ea35a0614" providerId="LiveId" clId="{5CD8DF61-740C-439E-AE1B-4D4A2C7243AC}" dt="2020-11-08T19:19:01.360" v="1380" actId="26606"/>
          <ac:spMkLst>
            <pc:docMk/>
            <pc:sldMk cId="41495362" sldId="378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9:19:01.360" v="1380" actId="26606"/>
          <ac:spMkLst>
            <pc:docMk/>
            <pc:sldMk cId="41495362" sldId="378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9:19:01.360" v="1380" actId="26606"/>
          <ac:spMkLst>
            <pc:docMk/>
            <pc:sldMk cId="41495362" sldId="378"/>
            <ac:spMk id="7" creationId="{C017288B-7B56-41C5-B8D7-781697A7E9A9}"/>
          </ac:spMkLst>
        </pc:spChg>
        <pc:spChg chg="mod">
          <ac:chgData name="Duy" userId="00f02d2ea35a0614" providerId="LiveId" clId="{5CD8DF61-740C-439E-AE1B-4D4A2C7243AC}" dt="2020-11-08T19:19:09.500" v="1399" actId="20577"/>
          <ac:spMkLst>
            <pc:docMk/>
            <pc:sldMk cId="41495362" sldId="378"/>
            <ac:spMk id="12" creationId="{D029A7D1-7AA0-4E29-8A04-79138B2FBE65}"/>
          </ac:spMkLst>
        </pc:spChg>
        <pc:picChg chg="add mod ord">
          <ac:chgData name="Duy" userId="00f02d2ea35a0614" providerId="LiveId" clId="{5CD8DF61-740C-439E-AE1B-4D4A2C7243AC}" dt="2020-11-08T19:19:01.360" v="1380" actId="26606"/>
          <ac:picMkLst>
            <pc:docMk/>
            <pc:sldMk cId="41495362" sldId="378"/>
            <ac:picMk id="8194" creationId="{9AA4BA83-AF11-4F2A-B7F4-93E3FC3E77A5}"/>
          </ac:picMkLst>
        </pc:picChg>
      </pc:sldChg>
      <pc:sldChg chg="add del">
        <pc:chgData name="Duy" userId="00f02d2ea35a0614" providerId="LiveId" clId="{5CD8DF61-740C-439E-AE1B-4D4A2C7243AC}" dt="2020-11-08T19:20:16.202" v="1400" actId="47"/>
        <pc:sldMkLst>
          <pc:docMk/>
          <pc:sldMk cId="3901545675" sldId="379"/>
        </pc:sldMkLst>
      </pc:sldChg>
      <pc:sldChg chg="addSp delSp modSp add del mod modAnim">
        <pc:chgData name="Duy" userId="00f02d2ea35a0614" providerId="LiveId" clId="{5CD8DF61-740C-439E-AE1B-4D4A2C7243AC}" dt="2020-11-08T18:51:48.226" v="1169" actId="2696"/>
        <pc:sldMkLst>
          <pc:docMk/>
          <pc:sldMk cId="117616174" sldId="380"/>
        </pc:sldMkLst>
        <pc:spChg chg="del">
          <ac:chgData name="Duy" userId="00f02d2ea35a0614" providerId="LiveId" clId="{5CD8DF61-740C-439E-AE1B-4D4A2C7243AC}" dt="2020-11-08T18:50:05.934" v="1123" actId="478"/>
          <ac:spMkLst>
            <pc:docMk/>
            <pc:sldMk cId="117616174" sldId="380"/>
            <ac:spMk id="8" creationId="{EB7D7510-2208-4943-BD40-9A0BC807594A}"/>
          </ac:spMkLst>
        </pc:spChg>
        <pc:spChg chg="del">
          <ac:chgData name="Duy" userId="00f02d2ea35a0614" providerId="LiveId" clId="{5CD8DF61-740C-439E-AE1B-4D4A2C7243AC}" dt="2020-11-08T18:50:04.896" v="1122" actId="478"/>
          <ac:spMkLst>
            <pc:docMk/>
            <pc:sldMk cId="117616174" sldId="380"/>
            <ac:spMk id="9" creationId="{8DC1EB38-B664-4773-B59B-E0F0E879BF10}"/>
          </ac:spMkLst>
        </pc:spChg>
        <pc:spChg chg="add mod">
          <ac:chgData name="Duy" userId="00f02d2ea35a0614" providerId="LiveId" clId="{5CD8DF61-740C-439E-AE1B-4D4A2C7243AC}" dt="2020-11-08T18:51:25.161" v="1168" actId="5793"/>
          <ac:spMkLst>
            <pc:docMk/>
            <pc:sldMk cId="117616174" sldId="380"/>
            <ac:spMk id="10" creationId="{924034FB-E872-4F79-AF18-DB472750EDAA}"/>
          </ac:spMkLst>
        </pc:spChg>
        <pc:picChg chg="add mod">
          <ac:chgData name="Duy" userId="00f02d2ea35a0614" providerId="LiveId" clId="{5CD8DF61-740C-439E-AE1B-4D4A2C7243AC}" dt="2020-11-08T18:50:55.210" v="1136" actId="1076"/>
          <ac:picMkLst>
            <pc:docMk/>
            <pc:sldMk cId="117616174" sldId="380"/>
            <ac:picMk id="2" creationId="{3E3F2BE6-CCD6-40EE-B9B7-090ECA58FDE9}"/>
          </ac:picMkLst>
        </pc:picChg>
      </pc:sldChg>
      <pc:sldChg chg="addSp delSp modSp add mod ord delAnim modAnim">
        <pc:chgData name="Duy" userId="00f02d2ea35a0614" providerId="LiveId" clId="{5CD8DF61-740C-439E-AE1B-4D4A2C7243AC}" dt="2020-11-08T18:58:09.906" v="1180" actId="26606"/>
        <pc:sldMkLst>
          <pc:docMk/>
          <pc:sldMk cId="2437654240" sldId="380"/>
        </pc:sldMkLst>
        <pc:spChg chg="mod">
          <ac:chgData name="Duy" userId="00f02d2ea35a0614" providerId="LiveId" clId="{5CD8DF61-740C-439E-AE1B-4D4A2C7243AC}" dt="2020-11-08T18:58:09.906" v="1180" actId="26606"/>
          <ac:spMkLst>
            <pc:docMk/>
            <pc:sldMk cId="2437654240" sldId="380"/>
            <ac:spMk id="4" creationId="{E4954D5F-BECC-4828-B494-FFADF13EB5CD}"/>
          </ac:spMkLst>
        </pc:spChg>
        <pc:spChg chg="mod">
          <ac:chgData name="Duy" userId="00f02d2ea35a0614" providerId="LiveId" clId="{5CD8DF61-740C-439E-AE1B-4D4A2C7243AC}" dt="2020-11-08T18:58:09.906" v="1180" actId="26606"/>
          <ac:spMkLst>
            <pc:docMk/>
            <pc:sldMk cId="2437654240" sldId="380"/>
            <ac:spMk id="5" creationId="{1042924C-8624-405A-9007-FCFE2D620348}"/>
          </ac:spMkLst>
        </pc:spChg>
        <pc:spChg chg="mod">
          <ac:chgData name="Duy" userId="00f02d2ea35a0614" providerId="LiveId" clId="{5CD8DF61-740C-439E-AE1B-4D4A2C7243AC}" dt="2020-11-08T18:58:09.906" v="1180" actId="26606"/>
          <ac:spMkLst>
            <pc:docMk/>
            <pc:sldMk cId="2437654240" sldId="380"/>
            <ac:spMk id="7" creationId="{C017288B-7B56-41C5-B8D7-781697A7E9A9}"/>
          </ac:spMkLst>
        </pc:spChg>
        <pc:spChg chg="mod ord">
          <ac:chgData name="Duy" userId="00f02d2ea35a0614" providerId="LiveId" clId="{5CD8DF61-740C-439E-AE1B-4D4A2C7243AC}" dt="2020-11-08T18:58:09.906" v="1180" actId="26606"/>
          <ac:spMkLst>
            <pc:docMk/>
            <pc:sldMk cId="2437654240" sldId="380"/>
            <ac:spMk id="10" creationId="{924034FB-E872-4F79-AF18-DB472750EDAA}"/>
          </ac:spMkLst>
        </pc:spChg>
        <pc:picChg chg="del">
          <ac:chgData name="Duy" userId="00f02d2ea35a0614" providerId="LiveId" clId="{5CD8DF61-740C-439E-AE1B-4D4A2C7243AC}" dt="2020-11-08T18:57:56.856" v="1178" actId="478"/>
          <ac:picMkLst>
            <pc:docMk/>
            <pc:sldMk cId="2437654240" sldId="380"/>
            <ac:picMk id="2" creationId="{3E3F2BE6-CCD6-40EE-B9B7-090ECA58FDE9}"/>
          </ac:picMkLst>
        </pc:picChg>
        <pc:picChg chg="add mod ord">
          <ac:chgData name="Duy" userId="00f02d2ea35a0614" providerId="LiveId" clId="{5CD8DF61-740C-439E-AE1B-4D4A2C7243AC}" dt="2020-11-08T18:58:09.906" v="1180" actId="26606"/>
          <ac:picMkLst>
            <pc:docMk/>
            <pc:sldMk cId="2437654240" sldId="380"/>
            <ac:picMk id="3" creationId="{EAE2239D-CC12-49BC-B2DC-51EEF14EEF36}"/>
          </ac:picMkLst>
        </pc:picChg>
      </pc:sldChg>
      <pc:sldChg chg="delSp modSp add mod">
        <pc:chgData name="Duy" userId="00f02d2ea35a0614" providerId="LiveId" clId="{5CD8DF61-740C-439E-AE1B-4D4A2C7243AC}" dt="2020-11-08T18:59:39.597" v="1206" actId="1076"/>
        <pc:sldMkLst>
          <pc:docMk/>
          <pc:sldMk cId="2697983107" sldId="381"/>
        </pc:sldMkLst>
        <pc:spChg chg="mod">
          <ac:chgData name="Duy" userId="00f02d2ea35a0614" providerId="LiveId" clId="{5CD8DF61-740C-439E-AE1B-4D4A2C7243AC}" dt="2020-11-08T18:59:39.597" v="1206" actId="1076"/>
          <ac:spMkLst>
            <pc:docMk/>
            <pc:sldMk cId="2697983107" sldId="381"/>
            <ac:spMk id="8" creationId="{EB7D7510-2208-4943-BD40-9A0BC807594A}"/>
          </ac:spMkLst>
        </pc:spChg>
        <pc:spChg chg="del">
          <ac:chgData name="Duy" userId="00f02d2ea35a0614" providerId="LiveId" clId="{5CD8DF61-740C-439E-AE1B-4D4A2C7243AC}" dt="2020-11-08T18:59:20.231" v="1203" actId="478"/>
          <ac:spMkLst>
            <pc:docMk/>
            <pc:sldMk cId="2697983107" sldId="381"/>
            <ac:spMk id="9" creationId="{8DC1EB38-B664-4773-B59B-E0F0E879BF10}"/>
          </ac:spMkLst>
        </pc:spChg>
      </pc:sldChg>
      <pc:sldChg chg="modSp add mod">
        <pc:chgData name="Duy" userId="00f02d2ea35a0614" providerId="LiveId" clId="{5CD8DF61-740C-439E-AE1B-4D4A2C7243AC}" dt="2020-11-08T19:03:08.076" v="1237" actId="20577"/>
        <pc:sldMkLst>
          <pc:docMk/>
          <pc:sldMk cId="2044732851" sldId="382"/>
        </pc:sldMkLst>
        <pc:spChg chg="mod">
          <ac:chgData name="Duy" userId="00f02d2ea35a0614" providerId="LiveId" clId="{5CD8DF61-740C-439E-AE1B-4D4A2C7243AC}" dt="2020-11-08T19:03:08.076" v="1237" actId="20577"/>
          <ac:spMkLst>
            <pc:docMk/>
            <pc:sldMk cId="2044732851" sldId="382"/>
            <ac:spMk id="8" creationId="{EB7D7510-2208-4943-BD40-9A0BC807594A}"/>
          </ac:spMkLst>
        </pc:spChg>
      </pc:sldChg>
    </pc:docChg>
  </pc:docChgLst>
  <pc:docChgLst>
    <pc:chgData name="Duy" userId="00f02d2ea35a0614" providerId="LiveId" clId="{FD6B8638-2BD3-491A-AE2F-5F9A881CA78B}"/>
    <pc:docChg chg="custSel modSld">
      <pc:chgData name="Duy" userId="00f02d2ea35a0614" providerId="LiveId" clId="{FD6B8638-2BD3-491A-AE2F-5F9A881CA78B}" dt="2021-12-17T01:31:53.965" v="43"/>
      <pc:docMkLst>
        <pc:docMk/>
      </pc:docMkLst>
      <pc:sldChg chg="addSp delSp mod">
        <pc:chgData name="Duy" userId="00f02d2ea35a0614" providerId="LiveId" clId="{FD6B8638-2BD3-491A-AE2F-5F9A881CA78B}" dt="2021-12-17T01:31:53.965" v="43"/>
        <pc:sldMkLst>
          <pc:docMk/>
          <pc:sldMk cId="2511740448" sldId="361"/>
        </pc:sldMkLst>
        <pc:inkChg chg="add del">
          <ac:chgData name="Duy" userId="00f02d2ea35a0614" providerId="LiveId" clId="{FD6B8638-2BD3-491A-AE2F-5F9A881CA78B}" dt="2021-12-17T01:06:14.848" v="42" actId="478"/>
          <ac:inkMkLst>
            <pc:docMk/>
            <pc:sldMk cId="2511740448" sldId="361"/>
            <ac:inkMk id="2" creationId="{D75F1B65-3132-4287-AA3C-CED00DA58081}"/>
          </ac:inkMkLst>
        </pc:inkChg>
        <pc:inkChg chg="add">
          <ac:chgData name="Duy" userId="00f02d2ea35a0614" providerId="LiveId" clId="{FD6B8638-2BD3-491A-AE2F-5F9A881CA78B}" dt="2021-12-17T01:31:53.965" v="43"/>
          <ac:inkMkLst>
            <pc:docMk/>
            <pc:sldMk cId="2511740448" sldId="361"/>
            <ac:inkMk id="3" creationId="{174B70D4-B29B-4E32-80B4-073B99C9A325}"/>
          </ac:inkMkLst>
        </pc:inkChg>
      </pc:sldChg>
      <pc:sldChg chg="addSp delSp modSp mod">
        <pc:chgData name="Duy" userId="00f02d2ea35a0614" providerId="LiveId" clId="{FD6B8638-2BD3-491A-AE2F-5F9A881CA78B}" dt="2021-12-13T04:03:15.447" v="41"/>
        <pc:sldMkLst>
          <pc:docMk/>
          <pc:sldMk cId="1551158582" sldId="363"/>
        </pc:sldMkLst>
        <pc:spChg chg="del">
          <ac:chgData name="Duy" userId="00f02d2ea35a0614" providerId="LiveId" clId="{FD6B8638-2BD3-491A-AE2F-5F9A881CA78B}" dt="2021-12-13T02:30:20.286" v="1" actId="478"/>
          <ac:spMkLst>
            <pc:docMk/>
            <pc:sldMk cId="1551158582" sldId="363"/>
            <ac:spMk id="9" creationId="{ACAC3913-96C5-458D-BF1D-426D520E5AD0}"/>
          </ac:spMkLst>
        </pc:spChg>
        <pc:spChg chg="mod">
          <ac:chgData name="Duy" userId="00f02d2ea35a0614" providerId="LiveId" clId="{FD6B8638-2BD3-491A-AE2F-5F9A881CA78B}" dt="2021-12-13T02:32:17.960" v="40" actId="1076"/>
          <ac:spMkLst>
            <pc:docMk/>
            <pc:sldMk cId="1551158582" sldId="363"/>
            <ac:spMk id="11" creationId="{ED823A44-101A-4734-B16F-F494335CEBDD}"/>
          </ac:spMkLst>
        </pc:spChg>
        <pc:spChg chg="mod">
          <ac:chgData name="Duy" userId="00f02d2ea35a0614" providerId="LiveId" clId="{FD6B8638-2BD3-491A-AE2F-5F9A881CA78B}" dt="2021-12-13T02:30:52.803" v="6" actId="1076"/>
          <ac:spMkLst>
            <pc:docMk/>
            <pc:sldMk cId="1551158582" sldId="363"/>
            <ac:spMk id="12" creationId="{D029A7D1-7AA0-4E29-8A04-79138B2FBE65}"/>
          </ac:spMkLst>
        </pc:spChg>
        <pc:picChg chg="del">
          <ac:chgData name="Duy" userId="00f02d2ea35a0614" providerId="LiveId" clId="{FD6B8638-2BD3-491A-AE2F-5F9A881CA78B}" dt="2021-12-13T02:30:15.414" v="0" actId="478"/>
          <ac:picMkLst>
            <pc:docMk/>
            <pc:sldMk cId="1551158582" sldId="363"/>
            <ac:picMk id="3" creationId="{0F51B616-3B98-40FA-A092-5F639FE4DC82}"/>
          </ac:picMkLst>
        </pc:picChg>
        <pc:picChg chg="add mod">
          <ac:chgData name="Duy" userId="00f02d2ea35a0614" providerId="LiveId" clId="{FD6B8638-2BD3-491A-AE2F-5F9A881CA78B}" dt="2021-12-13T02:30:58.413" v="7" actId="1076"/>
          <ac:picMkLst>
            <pc:docMk/>
            <pc:sldMk cId="1551158582" sldId="363"/>
            <ac:picMk id="6" creationId="{3F6BB306-0C70-4E25-AC7C-2EA1E5B4D854}"/>
          </ac:picMkLst>
        </pc:picChg>
        <pc:inkChg chg="add">
          <ac:chgData name="Duy" userId="00f02d2ea35a0614" providerId="LiveId" clId="{FD6B8638-2BD3-491A-AE2F-5F9A881CA78B}" dt="2021-12-13T04:03:15.447" v="41"/>
          <ac:inkMkLst>
            <pc:docMk/>
            <pc:sldMk cId="1551158582" sldId="363"/>
            <ac:inkMk id="8" creationId="{C023A1A2-AE80-47EE-A1B9-F420F451D142}"/>
          </ac:inkMkLst>
        </pc:inkChg>
      </pc:sldChg>
      <pc:sldChg chg="addSp">
        <pc:chgData name="Duy" userId="00f02d2ea35a0614" providerId="LiveId" clId="{FD6B8638-2BD3-491A-AE2F-5F9A881CA78B}" dt="2021-12-13T04:03:15.447" v="41"/>
        <pc:sldMkLst>
          <pc:docMk/>
          <pc:sldMk cId="2056581746" sldId="364"/>
        </pc:sldMkLst>
        <pc:inkChg chg="add">
          <ac:chgData name="Duy" userId="00f02d2ea35a0614" providerId="LiveId" clId="{FD6B8638-2BD3-491A-AE2F-5F9A881CA78B}" dt="2021-12-13T04:03:15.447" v="41"/>
          <ac:inkMkLst>
            <pc:docMk/>
            <pc:sldMk cId="2056581746" sldId="364"/>
            <ac:inkMk id="2" creationId="{A827C6AE-5E77-422C-A273-DEC23D0B582F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1815E-765A-40A8-99C6-F127D7A12C4B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E1689-3E24-4715-81AA-F8F7237FC6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2573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12-13T03:57:22.8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17737 6334 10015 0,'0'0'448'0,"12"2"80"0,-12-2-528 0,9 2 0 0,2 3 0 0,0-2 0 16,-2-1 416-16,1 0-32 0,-2 1 0 0,3 0 0 16,2 0-64-16,3-1-32 0,-4 1 0 0,3-2 0 15,0-1-16-15,1 1 0 0,-1 1 0 0,1-1 0 16,1-1-80-16,-1 0-32 0,1 0 0 0,1-1 0 15,0 0-32-15,3 0 0 0,-3 0 0 0,0 1 0 16,1 0-128-16,-1 1 0 0,-2 0 0 0,1 1 128 16,0 1-128-16,2 2 0 0,1-1 0 0,3 4 0 15,2 2 0-15,3 1 0 0,3 2 0 0,-1 0-6448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C1322-60E5-4FB1-AE3F-C5810C4969C1}" type="datetimeFigureOut">
              <a:rPr kumimoji="1" lang="ja-JP" altLang="en-US" smtClean="0"/>
              <a:pPr/>
              <a:t>2023/10/2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D7235-7D46-4FEA-A007-68D1C591E28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752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650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D7235-7D46-4FEA-A007-68D1C591E286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139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02" name="Picture 14" descr="OFD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654550"/>
            <a:ext cx="9144000" cy="1485900"/>
          </a:xfrm>
          <a:prstGeom prst="rect">
            <a:avLst/>
          </a:prstGeom>
          <a:noFill/>
        </p:spPr>
      </p:pic>
      <p:sp>
        <p:nvSpPr>
          <p:cNvPr id="3789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2133600"/>
            <a:ext cx="7772400" cy="1470025"/>
          </a:xfrm>
        </p:spPr>
        <p:txBody>
          <a:bodyPr/>
          <a:lstStyle>
            <a:lvl1pPr algn="ctr">
              <a:defRPr kumimoji="0" baseline="0"/>
            </a:lvl1pPr>
          </a:lstStyle>
          <a:p>
            <a:r>
              <a:rPr lang="en-US" altLang="ja-JP" dirty="0"/>
              <a:t>Master Presentation Title Format</a:t>
            </a:r>
            <a:endParaRPr lang="ja-JP" altLang="ja-JP" dirty="0"/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 flipH="1">
            <a:off x="0" y="4652963"/>
            <a:ext cx="9144000" cy="1560512"/>
          </a:xfrm>
          <a:prstGeom prst="rect">
            <a:avLst/>
          </a:prstGeom>
          <a:solidFill>
            <a:schemeClr val="bg1">
              <a:alpha val="3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aseline="0"/>
            </a:lvl1pPr>
          </a:lstStyle>
          <a:p>
            <a:r>
              <a:rPr lang="en-US" altLang="ja-JP" dirty="0"/>
              <a:t>Master Presentation Sub-Title Format</a:t>
            </a:r>
            <a:endParaRPr lang="ja-JP" altLang="ja-JP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207E-8A09-4FC6-83E9-3D1773E47D00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" y="10715"/>
            <a:ext cx="1762101" cy="17621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72008"/>
            <a:ext cx="1362874" cy="1628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algn="just">
              <a:defRPr sz="2600"/>
            </a:lvl1pPr>
            <a:lvl2pPr algn="just">
              <a:defRPr baseline="0"/>
            </a:lvl2pPr>
            <a:lvl3pPr algn="just">
              <a:defRPr sz="2200" baseline="0"/>
            </a:lvl3pPr>
            <a:lvl4pPr algn="just">
              <a:defRPr sz="2000" baseline="0"/>
            </a:lvl4pPr>
            <a:lvl5pPr>
              <a:defRPr baseline="0"/>
            </a:lvl5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681EE8-9FE2-425D-8FB4-74C399BDEDA0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AD0F7-3350-4E06-B588-1E0EA9C9F1FB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7760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7B8097-A83C-4868-B5B8-F5134B7BBCC6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 hasCustomPrompt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A136E8E-48A6-4CCA-8C49-35959C36CF6D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コンテンツ プレースホルダ 2"/>
          <p:cNvSpPr>
            <a:spLocks noGrp="1"/>
          </p:cNvSpPr>
          <p:nvPr>
            <p:ph sz="half" idx="13" hasCustomPrompt="1"/>
          </p:nvPr>
        </p:nvSpPr>
        <p:spPr>
          <a:xfrm>
            <a:off x="4709864" y="16288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 . All Rights Reserved.</a:t>
            </a:r>
            <a:endParaRPr kumimoji="1"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Picture 41" descr="OFDM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9388" y="84138"/>
            <a:ext cx="7983537" cy="1296987"/>
          </a:xfrm>
          <a:prstGeom prst="rect">
            <a:avLst/>
          </a:prstGeom>
          <a:noFill/>
        </p:spPr>
      </p:pic>
      <p:sp>
        <p:nvSpPr>
          <p:cNvPr id="1066" name="Rectangle 42"/>
          <p:cNvSpPr>
            <a:spLocks noChangeArrowheads="1"/>
          </p:cNvSpPr>
          <p:nvPr/>
        </p:nvSpPr>
        <p:spPr bwMode="auto">
          <a:xfrm>
            <a:off x="0" y="44450"/>
            <a:ext cx="8640763" cy="1296988"/>
          </a:xfrm>
          <a:prstGeom prst="rect">
            <a:avLst/>
          </a:prstGeom>
          <a:solidFill>
            <a:schemeClr val="bg1">
              <a:alpha val="60001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ja-JP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287338"/>
            <a:ext cx="7354887" cy="69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Master Slide Title Format</a:t>
            </a:r>
            <a:endParaRPr lang="ja-JP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1520" y="1412776"/>
            <a:ext cx="8640960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Master Slide Content Format</a:t>
            </a:r>
            <a:endParaRPr lang="ja-JP" altLang="en-US" dirty="0"/>
          </a:p>
          <a:p>
            <a:pPr lvl="1"/>
            <a:r>
              <a:rPr lang="en-US" altLang="ja-JP" dirty="0"/>
              <a:t>Level 2</a:t>
            </a:r>
            <a:endParaRPr lang="ja-JP" altLang="en-US" dirty="0"/>
          </a:p>
          <a:p>
            <a:pPr lvl="2"/>
            <a:r>
              <a:rPr lang="en-US" altLang="ja-JP" dirty="0"/>
              <a:t>Level 3</a:t>
            </a:r>
            <a:endParaRPr lang="ja-JP" altLang="en-US" dirty="0"/>
          </a:p>
          <a:p>
            <a:pPr lvl="3"/>
            <a:r>
              <a:rPr lang="en-US" altLang="ja-JP" dirty="0"/>
              <a:t>Level 4</a:t>
            </a:r>
            <a:endParaRPr lang="ja-JP" altLang="en-US" dirty="0"/>
          </a:p>
          <a:p>
            <a:pPr lvl="4"/>
            <a:r>
              <a:rPr lang="en-US" altLang="ja-JP" dirty="0"/>
              <a:t>Level 5</a:t>
            </a:r>
            <a:endParaRPr lang="ja-JP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547C34CA-7153-4941-88F2-C5EB28E4F17F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1" lang="en-US" altLang="ja-JP"/>
              <a:t>Copyrights 2017 CE-UIT. All Rights Reserved.</a:t>
            </a:r>
            <a:endParaRPr kumimoji="1" lang="ja-JP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00C8475-47C1-49C9-BEE5-594F8CF4D71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052" name="Line 28"/>
          <p:cNvSpPr>
            <a:spLocks noChangeShapeType="1"/>
          </p:cNvSpPr>
          <p:nvPr/>
        </p:nvSpPr>
        <p:spPr bwMode="auto">
          <a:xfrm>
            <a:off x="144463" y="1123680"/>
            <a:ext cx="8496300" cy="0"/>
          </a:xfrm>
          <a:prstGeom prst="line">
            <a:avLst/>
          </a:prstGeom>
          <a:noFill/>
          <a:ln w="9525">
            <a:solidFill>
              <a:srgbClr val="3366CC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92"/>
            <a:ext cx="1116507" cy="111650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aseline="0">
          <a:solidFill>
            <a:srgbClr val="3366CC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rgbClr val="3366CC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just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6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just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p"/>
        <a:defRPr kumimoji="1" sz="24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just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2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just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p"/>
        <a:defRPr kumimoji="1" sz="20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1800" baseline="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dhaRTwcjs8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pW9JcWxKq0?feature=oembed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jYTzvAVozo?feature=oembe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02386" y="2098316"/>
            <a:ext cx="8609013" cy="1470025"/>
          </a:xfrm>
        </p:spPr>
        <p:txBody>
          <a:bodyPr/>
          <a:lstStyle/>
          <a:p>
            <a:r>
              <a:rPr lang="en-US" altLang="ja-JP" sz="3600" b="1"/>
              <a:t>INTRODUCTION TO CE</a:t>
            </a:r>
            <a:br>
              <a:rPr lang="en-US" altLang="ja-JP" sz="4400" b="1"/>
            </a:br>
            <a:r>
              <a:rPr lang="en-US" altLang="ja-JP" sz="2800" b="1">
                <a:solidFill>
                  <a:srgbClr val="FF9933"/>
                </a:solidFill>
              </a:rPr>
              <a:t>INFORMATION AND COMMUNICATION TECH.</a:t>
            </a:r>
            <a:endParaRPr kumimoji="1" lang="ja-JP" altLang="en-US" dirty="0">
              <a:solidFill>
                <a:srgbClr val="FF9933"/>
              </a:solidFill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533400"/>
          </a:xfrm>
        </p:spPr>
        <p:txBody>
          <a:bodyPr/>
          <a:lstStyle/>
          <a:p>
            <a:r>
              <a:rPr lang="en-US" altLang="ja-JP"/>
              <a:t> </a:t>
            </a:r>
            <a:fld id="{3019FD15-5EE1-4E5A-941E-E175ED3BA472}" type="datetime1">
              <a:rPr lang="en-US" altLang="ja-JP" smtClean="0"/>
              <a:t>10/2/2023</a:t>
            </a:fld>
            <a:endParaRPr lang="en-US" altLang="ja-JP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/>
          <a:lstStyle/>
          <a:p>
            <a:fld id="{0DA31E94-D226-4D30-9A93-5BB7AC33FD00}" type="datetime1">
              <a:rPr kumimoji="1" lang="en-US" altLang="ja-JP" smtClean="0"/>
              <a:t>10/2/2023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Objectiv</a:t>
            </a:r>
            <a:r>
              <a:rPr lang="en-US"/>
              <a:t>es</a:t>
            </a:r>
            <a:endParaRPr kumimoji="1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0EF7F-B37B-46B6-8B81-FD1F794723A6}"/>
              </a:ext>
            </a:extLst>
          </p:cNvPr>
          <p:cNvSpPr txBox="1"/>
          <p:nvPr/>
        </p:nvSpPr>
        <p:spPr>
          <a:xfrm>
            <a:off x="1143000" y="1981200"/>
            <a:ext cx="6768199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Understanding the situation of ICT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Understanding the new trends of ICT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Understanding the new trends of CE</a:t>
            </a:r>
          </a:p>
        </p:txBody>
      </p:sp>
    </p:spTree>
    <p:extLst>
      <p:ext uri="{BB962C8B-B14F-4D97-AF65-F5344CB8AC3E}">
        <p14:creationId xmlns:p14="http://schemas.microsoft.com/office/powerpoint/2010/main" val="3269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Contents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3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929DD-AA0E-4103-9A4C-981428FB4D3D}"/>
              </a:ext>
            </a:extLst>
          </p:cNvPr>
          <p:cNvSpPr txBox="1"/>
          <p:nvPr/>
        </p:nvSpPr>
        <p:spPr>
          <a:xfrm>
            <a:off x="1143000" y="1981200"/>
            <a:ext cx="6266459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What is ICT and its contribution?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The 4</a:t>
            </a:r>
            <a:r>
              <a:rPr lang="en-US" sz="3200" baseline="30000"/>
              <a:t>th</a:t>
            </a:r>
            <a:r>
              <a:rPr lang="en-US" sz="3200"/>
              <a:t> Industrial Revolution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Internet of Things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3200"/>
              <a:t>Trends of ICT Development</a:t>
            </a:r>
          </a:p>
        </p:txBody>
      </p:sp>
    </p:spTree>
    <p:extLst>
      <p:ext uri="{BB962C8B-B14F-4D97-AF65-F5344CB8AC3E}">
        <p14:creationId xmlns:p14="http://schemas.microsoft.com/office/powerpoint/2010/main" val="37491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4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D7510-2208-4943-BD40-9A0BC807594A}"/>
              </a:ext>
            </a:extLst>
          </p:cNvPr>
          <p:cNvSpPr txBox="1"/>
          <p:nvPr/>
        </p:nvSpPr>
        <p:spPr>
          <a:xfrm>
            <a:off x="1731621" y="2667000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b="1">
                <a:solidFill>
                  <a:srgbClr val="FF9933"/>
                </a:solidFill>
              </a:rPr>
              <a:t>ICT and ITS CONTRIBUTION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82079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5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pic>
        <p:nvPicPr>
          <p:cNvPr id="6" name="Online Media 5" title="What is ICT? - Empowerment Technologies K to 12">
            <a:hlinkClick r:id="" action="ppaction://media"/>
            <a:extLst>
              <a:ext uri="{FF2B5EF4-FFF2-40B4-BE49-F238E27FC236}">
                <a16:creationId xmlns:a16="http://schemas.microsoft.com/office/drawing/2014/main" id="{DCC8474F-715C-4112-A6C0-E2BE9F985D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3073" y="1219200"/>
            <a:ext cx="9076267" cy="5105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B023FA-8FFE-411F-AD27-36D98488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What is ICT?</a:t>
            </a:r>
          </a:p>
        </p:txBody>
      </p:sp>
    </p:spTree>
    <p:extLst>
      <p:ext uri="{BB962C8B-B14F-4D97-AF65-F5344CB8AC3E}">
        <p14:creationId xmlns:p14="http://schemas.microsoft.com/office/powerpoint/2010/main" val="221940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Definition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6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7AFAE-888C-475E-95D1-CC685563118A}"/>
              </a:ext>
            </a:extLst>
          </p:cNvPr>
          <p:cNvSpPr txBox="1"/>
          <p:nvPr/>
        </p:nvSpPr>
        <p:spPr>
          <a:xfrm>
            <a:off x="533400" y="1371600"/>
            <a:ext cx="8534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Anderson (2010):</a:t>
            </a:r>
          </a:p>
          <a:p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term ICT (</a:t>
            </a:r>
            <a:r>
              <a:rPr lang="en-US" sz="2400" b="1" i="0">
                <a:solidFill>
                  <a:schemeClr val="accent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Information and Communication Tech.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embraces the many technologies that enable us to </a:t>
            </a:r>
            <a:r>
              <a:rPr lang="en-US" sz="2400" i="1">
                <a:solidFill>
                  <a:schemeClr val="accent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receive information 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 </a:t>
            </a:r>
            <a:r>
              <a:rPr lang="en-US" sz="2400" b="0" i="1">
                <a:solidFill>
                  <a:schemeClr val="accent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communicate or exchange information 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with others. ICT encompass all the technologies by means of which we can </a:t>
            </a:r>
            <a:r>
              <a:rPr lang="en-US" sz="2400" b="0" i="1">
                <a:solidFill>
                  <a:schemeClr val="accent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</a:rPr>
              <a:t>detect these signals, interpret them and exchange information 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with others.</a:t>
            </a:r>
            <a:endParaRPr lang="en-US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B5A95-3493-45AF-8A89-4E707E5983A9}"/>
              </a:ext>
            </a:extLst>
          </p:cNvPr>
          <p:cNvSpPr txBox="1"/>
          <p:nvPr/>
        </p:nvSpPr>
        <p:spPr>
          <a:xfrm>
            <a:off x="251520" y="5616555"/>
            <a:ext cx="8976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Anderson, J. (2010). ICT TRANSFORMING EDUCATION: A Regional Guide. Bangkok, Thailand: UNESCO, Asia and Pacific Regional Bureau for Education.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CA170-048B-42C2-A59B-7003B0A582F5}"/>
              </a:ext>
            </a:extLst>
          </p:cNvPr>
          <p:cNvSpPr txBox="1"/>
          <p:nvPr/>
        </p:nvSpPr>
        <p:spPr>
          <a:xfrm>
            <a:off x="472625" y="3929803"/>
            <a:ext cx="8534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UNESCO (2010):</a:t>
            </a:r>
          </a:p>
          <a:p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ICT as the </a:t>
            </a:r>
            <a:r>
              <a:rPr lang="en-US" sz="2400" b="0" i="0">
                <a:solidFill>
                  <a:srgbClr val="FF9933"/>
                </a:solidFill>
                <a:effectLst/>
                <a:latin typeface="Times New Roman" panose="02020603050405020304" pitchFamily="18" charset="0"/>
              </a:rPr>
              <a:t>forms of technology 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that are used to </a:t>
            </a:r>
            <a:r>
              <a:rPr lang="en-US" sz="2400" b="0" i="0">
                <a:solidFill>
                  <a:srgbClr val="FF9933"/>
                </a:solidFill>
                <a:effectLst/>
                <a:latin typeface="Times New Roman" panose="02020603050405020304" pitchFamily="18" charset="0"/>
              </a:rPr>
              <a:t>transmit, process, store, create, display, share or exchange information </a:t>
            </a: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by electronic means.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0C117-6CBF-4080-A4D6-EF0D1FBB87C8}"/>
              </a:ext>
            </a:extLst>
          </p:cNvPr>
          <p:cNvSpPr txBox="1"/>
          <p:nvPr/>
        </p:nvSpPr>
        <p:spPr>
          <a:xfrm>
            <a:off x="220980" y="6139775"/>
            <a:ext cx="7932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UNESCO. (2010). ICT in Education programme. Bangkok, Thailand: UNESCO</a:t>
            </a:r>
            <a:endParaRPr lang="en-US" sz="1400" i="1"/>
          </a:p>
        </p:txBody>
      </p:sp>
    </p:spTree>
    <p:extLst>
      <p:ext uri="{BB962C8B-B14F-4D97-AF65-F5344CB8AC3E}">
        <p14:creationId xmlns:p14="http://schemas.microsoft.com/office/powerpoint/2010/main" val="2511740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Components of ICT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42E194-AEF0-4EC9-9F33-639F6267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8632" y="1188995"/>
            <a:ext cx="5221287" cy="569077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7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94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355" y="32185"/>
            <a:ext cx="7354887" cy="693390"/>
          </a:xfrm>
        </p:spPr>
        <p:txBody>
          <a:bodyPr/>
          <a:lstStyle/>
          <a:p>
            <a:r>
              <a:rPr kumimoji="1" lang="en-US"/>
              <a:t>ICT Development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8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23A44-101A-4734-B16F-F494335CEBDD}"/>
              </a:ext>
            </a:extLst>
          </p:cNvPr>
          <p:cNvSpPr txBox="1"/>
          <p:nvPr/>
        </p:nvSpPr>
        <p:spPr>
          <a:xfrm>
            <a:off x="2667000" y="6025474"/>
            <a:ext cx="6885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>
                <a:solidFill>
                  <a:schemeClr val="bg2"/>
                </a:solidFill>
                <a:effectLst/>
                <a:latin typeface="+mj-lt"/>
              </a:rPr>
              <a:t>Source: IDC - Global ICT Spending Forecast 2020 – 2023</a:t>
            </a:r>
            <a:r>
              <a:rPr lang="en-US" sz="1400" b="0" i="1">
                <a:solidFill>
                  <a:schemeClr val="bg2"/>
                </a:solidFill>
                <a:effectLst/>
                <a:latin typeface="+mj-lt"/>
              </a:rPr>
              <a:t>, </a:t>
            </a:r>
            <a:r>
              <a:rPr lang="en-US" sz="1400" b="1" i="0">
                <a:solidFill>
                  <a:schemeClr val="bg2"/>
                </a:solidFill>
                <a:effectLst/>
                <a:latin typeface="+mj-lt"/>
              </a:rPr>
              <a:t>IDC Corporate USA</a:t>
            </a:r>
            <a:r>
              <a:rPr lang="en-US" sz="1400" b="1" i="1">
                <a:solidFill>
                  <a:schemeClr val="bg2"/>
                </a:solidFill>
                <a:effectLst/>
                <a:latin typeface="+mj-lt"/>
              </a:rPr>
              <a:t>, 2021.</a:t>
            </a:r>
            <a:endParaRPr lang="en-US" sz="1400" b="0" i="0">
              <a:solidFill>
                <a:schemeClr val="bg2"/>
              </a:solidFill>
              <a:effectLst/>
              <a:latin typeface="+mj-lt"/>
            </a:endParaRPr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3F6BB306-0C70-4E25-AC7C-2EA1E5B4D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62" y="609600"/>
            <a:ext cx="7958196" cy="522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58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ICT in Vietnam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9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CFB28-F79C-48CD-B32F-8C4048283E6B}"/>
              </a:ext>
            </a:extLst>
          </p:cNvPr>
          <p:cNvSpPr txBox="1"/>
          <p:nvPr/>
        </p:nvSpPr>
        <p:spPr>
          <a:xfrm>
            <a:off x="532607" y="1524000"/>
            <a:ext cx="8077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Vietnam’s information and communication technology (ICT) industry posted </a:t>
            </a:r>
            <a:r>
              <a:rPr lang="en-US" sz="2400" b="1" i="0">
                <a:solidFill>
                  <a:srgbClr val="FF9933"/>
                </a:solidFill>
                <a:effectLst/>
                <a:latin typeface="+mj-lt"/>
              </a:rPr>
              <a:t>average annual growth of 26.1% in the 2015-2019 period</a:t>
            </a: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, according to the latest report from the Ministry of Information and Communications (MIC).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>
              <a:solidFill>
                <a:srgbClr val="000000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0" i="0">
                <a:solidFill>
                  <a:srgbClr val="000000"/>
                </a:solidFill>
                <a:effectLst/>
                <a:latin typeface="+mj-lt"/>
              </a:rPr>
              <a:t>In the past five years, the ICT industry has continued to be the major economic sector of the country, with estimated </a:t>
            </a:r>
            <a:r>
              <a:rPr lang="en-US" sz="2400" b="1" i="0">
                <a:solidFill>
                  <a:srgbClr val="FF9933"/>
                </a:solidFill>
                <a:effectLst/>
                <a:latin typeface="+mj-lt"/>
              </a:rPr>
              <a:t>revenue of US$110 billion in 2019.</a:t>
            </a:r>
            <a:endParaRPr lang="en-US" sz="2400" b="1">
              <a:solidFill>
                <a:srgbClr val="FF9933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BEC5A-657B-47A3-BE12-6BCB76FE9DD8}"/>
              </a:ext>
            </a:extLst>
          </p:cNvPr>
          <p:cNvSpPr txBox="1"/>
          <p:nvPr/>
        </p:nvSpPr>
        <p:spPr>
          <a:xfrm>
            <a:off x="233983" y="5739436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Conference on Assessment of the Development Program of ICT Industry from 2015-2019 in the South of Vietnam, Tien Giang, June 2th, 2020.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27C6AE-5E77-422C-A273-DEC23D0B582F}"/>
                  </a:ext>
                </a:extLst>
              </p14:cNvPr>
              <p14:cNvContentPartPr/>
              <p14:nvPr/>
            </p14:nvContentPartPr>
            <p14:xfrm>
              <a:off x="6385320" y="2280240"/>
              <a:ext cx="218160" cy="37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27C6AE-5E77-422C-A273-DEC23D0B58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5960" y="2270880"/>
                <a:ext cx="23688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ICT Integtation to Education</a:t>
            </a:r>
          </a:p>
        </p:txBody>
      </p:sp>
      <p:pic>
        <p:nvPicPr>
          <p:cNvPr id="2050" name="Picture 2" descr="ICT Teaching and Learning... awesome blog full of info | Ict, Teaching,  Educational technology">
            <a:extLst>
              <a:ext uri="{FF2B5EF4-FFF2-40B4-BE49-F238E27FC236}">
                <a16:creationId xmlns:a16="http://schemas.microsoft.com/office/drawing/2014/main" id="{C55CFA56-999C-4605-8C4B-4AB532B66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9591" y="1219200"/>
            <a:ext cx="7162800" cy="576605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10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651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6EC8F8-F9D2-4591-8377-F300BC18B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ICT Integtation to Education</a:t>
            </a:r>
          </a:p>
        </p:txBody>
      </p:sp>
      <p:pic>
        <p:nvPicPr>
          <p:cNvPr id="3076" name="Picture 4" descr="Applications of ICT in education sector | Download Scientific Diagram">
            <a:extLst>
              <a:ext uri="{FF2B5EF4-FFF2-40B4-BE49-F238E27FC236}">
                <a16:creationId xmlns:a16="http://schemas.microsoft.com/office/drawing/2014/main" id="{69246F9D-E00F-4E68-B533-75CBF200D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291" y="1524000"/>
            <a:ext cx="9147291" cy="4114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11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84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E-Commerce</a:t>
            </a:r>
          </a:p>
        </p:txBody>
      </p:sp>
      <p:pic>
        <p:nvPicPr>
          <p:cNvPr id="4098" name="Picture 2" descr="IMPORTANCE OF E-COMMERCE – DISHA">
            <a:extLst>
              <a:ext uri="{FF2B5EF4-FFF2-40B4-BE49-F238E27FC236}">
                <a16:creationId xmlns:a16="http://schemas.microsoft.com/office/drawing/2014/main" id="{BE1C60AA-1FB9-491D-889C-466DA963C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8115" y="1412776"/>
            <a:ext cx="7227769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12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717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E-Commerce</a:t>
            </a:r>
          </a:p>
        </p:txBody>
      </p:sp>
      <p:pic>
        <p:nvPicPr>
          <p:cNvPr id="5122" name="Picture 2" descr="Ecommerce Saving and Profitting on Ads. - MakDigitalDesign.com">
            <a:extLst>
              <a:ext uri="{FF2B5EF4-FFF2-40B4-BE49-F238E27FC236}">
                <a16:creationId xmlns:a16="http://schemas.microsoft.com/office/drawing/2014/main" id="{7EB25542-737A-429C-8A66-BE848F9C0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2096852"/>
            <a:ext cx="8640960" cy="345638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13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274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14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D7510-2208-4943-BD40-9A0BC807594A}"/>
              </a:ext>
            </a:extLst>
          </p:cNvPr>
          <p:cNvSpPr txBox="1"/>
          <p:nvPr/>
        </p:nvSpPr>
        <p:spPr>
          <a:xfrm>
            <a:off x="1731621" y="2667000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b="1">
                <a:solidFill>
                  <a:srgbClr val="FF9933"/>
                </a:solidFill>
              </a:rPr>
              <a:t>4</a:t>
            </a:r>
            <a:r>
              <a:rPr lang="en-US" altLang="ja-JP" sz="3200" b="1" baseline="30000">
                <a:solidFill>
                  <a:srgbClr val="FF9933"/>
                </a:solidFill>
              </a:rPr>
              <a:t>th</a:t>
            </a:r>
            <a:r>
              <a:rPr lang="en-US" altLang="ja-JP" sz="3200" b="1">
                <a:solidFill>
                  <a:srgbClr val="FF9933"/>
                </a:solidFill>
              </a:rPr>
              <a:t> Industrial Revolution</a:t>
            </a:r>
            <a:endParaRPr lang="en-US"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1EB38-B664-4773-B59B-E0F0E879BF10}"/>
              </a:ext>
            </a:extLst>
          </p:cNvPr>
          <p:cNvSpPr txBox="1"/>
          <p:nvPr/>
        </p:nvSpPr>
        <p:spPr>
          <a:xfrm>
            <a:off x="1353154" y="3352800"/>
            <a:ext cx="71812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>
                <a:solidFill>
                  <a:srgbClr val="000000"/>
                </a:solidFill>
                <a:effectLst/>
                <a:latin typeface="+mj-lt"/>
              </a:rPr>
              <a:t>Prof. Klaus Schwab</a:t>
            </a:r>
          </a:p>
          <a:p>
            <a:pPr algn="ctr"/>
            <a:r>
              <a:rPr lang="en-US" sz="2800" b="0" i="0">
                <a:solidFill>
                  <a:srgbClr val="000000"/>
                </a:solidFill>
                <a:effectLst/>
                <a:latin typeface="+mj-lt"/>
              </a:rPr>
              <a:t>Founder and CEO of World Economic Forum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598254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Industrial Revolution Timeline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15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pic>
        <p:nvPicPr>
          <p:cNvPr id="6148" name="Picture 4" descr="The 4th Industrial Revolution | Beta Solutions">
            <a:extLst>
              <a:ext uri="{FF2B5EF4-FFF2-40B4-BE49-F238E27FC236}">
                <a16:creationId xmlns:a16="http://schemas.microsoft.com/office/drawing/2014/main" id="{94509125-E79F-47E0-ADE5-85DA070A3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9" y="1665393"/>
            <a:ext cx="9085681" cy="311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F61ADF-BC4B-46F4-AE9E-A7036A7DD644}"/>
              </a:ext>
            </a:extLst>
          </p:cNvPr>
          <p:cNvSpPr txBox="1"/>
          <p:nvPr/>
        </p:nvSpPr>
        <p:spPr>
          <a:xfrm>
            <a:off x="418307" y="5554769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999999"/>
                </a:solidFill>
                <a:effectLst/>
                <a:latin typeface="proxima-nova"/>
              </a:rPr>
              <a:t>World Economic Forum (Apr 13, 2016). The Fourth Industrial Revolution | Full Version. Retrieved from https://youtu.be/khjY5LWF3tg</a:t>
            </a:r>
          </a:p>
        </p:txBody>
      </p:sp>
    </p:spTree>
    <p:extLst>
      <p:ext uri="{BB962C8B-B14F-4D97-AF65-F5344CB8AC3E}">
        <p14:creationId xmlns:p14="http://schemas.microsoft.com/office/powerpoint/2010/main" val="787621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Industrial Revolution Timeline</a:t>
            </a:r>
          </a:p>
        </p:txBody>
      </p:sp>
      <p:pic>
        <p:nvPicPr>
          <p:cNvPr id="19458" name="Picture 2" descr="Pillars of the fourth industrial revolution | Download Scientific Diagram">
            <a:extLst>
              <a:ext uri="{FF2B5EF4-FFF2-40B4-BE49-F238E27FC236}">
                <a16:creationId xmlns:a16="http://schemas.microsoft.com/office/drawing/2014/main" id="{E43C3C98-A594-49FE-8161-04B09D7AF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4529" y="1412776"/>
            <a:ext cx="7254941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16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308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24034FB-E872-4F79-AF18-DB472750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Introduction to 4</a:t>
            </a:r>
            <a:r>
              <a:rPr kumimoji="1" lang="en-US" baseline="30000"/>
              <a:t>th</a:t>
            </a:r>
            <a:r>
              <a:rPr kumimoji="1" lang="en-US"/>
              <a:t> IR</a:t>
            </a:r>
          </a:p>
        </p:txBody>
      </p:sp>
      <p:pic>
        <p:nvPicPr>
          <p:cNvPr id="3" name="Online Media 2" title="What is the Fourth Industrial Revolution?">
            <a:hlinkClick r:id="" action="ppaction://media"/>
            <a:extLst>
              <a:ext uri="{FF2B5EF4-FFF2-40B4-BE49-F238E27FC236}">
                <a16:creationId xmlns:a16="http://schemas.microsoft.com/office/drawing/2014/main" id="{EAE2239D-CC12-49BC-B2DC-51EEF14EEF3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3526" y="1412776"/>
            <a:ext cx="8576948" cy="4824536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17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65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18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D7510-2208-4943-BD40-9A0BC807594A}"/>
              </a:ext>
            </a:extLst>
          </p:cNvPr>
          <p:cNvSpPr txBox="1"/>
          <p:nvPr/>
        </p:nvSpPr>
        <p:spPr>
          <a:xfrm>
            <a:off x="1524000" y="2743200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b="1">
                <a:solidFill>
                  <a:srgbClr val="FF9933"/>
                </a:solidFill>
              </a:rPr>
              <a:t>Internet of Things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697983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altLang="ja-JP"/>
              <a:t>What is IoT?</a:t>
            </a:r>
            <a:endParaRPr kumimoji="1" lang="ja-JP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A0EF9-5A42-45B8-993F-7528296C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9" y="1412776"/>
            <a:ext cx="7584422" cy="4824536"/>
          </a:xfrm>
          <a:prstGeom prst="rect">
            <a:avLst/>
          </a:prstGeom>
          <a:noFill/>
        </p:spPr>
      </p:pic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0DB942B6-B4D9-4495-B974-EBCB4AFDE5F6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921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62101" y="95556"/>
            <a:ext cx="2630487" cy="693390"/>
          </a:xfrm>
        </p:spPr>
        <p:txBody>
          <a:bodyPr/>
          <a:lstStyle/>
          <a:p>
            <a:r>
              <a:rPr lang="en-US" altLang="ja-JP"/>
              <a:t>Smart Things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942B6-B4D9-4495-B974-EBCB4AFDE5F6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16B1E-3F2A-43E0-A8F9-5CF9FE0A7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0196"/>
            <a:ext cx="4121239" cy="2318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8F7DC-8E98-4BCF-8E75-7483E7F81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267" y="806556"/>
            <a:ext cx="3192784" cy="2119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8F662-A453-44FA-969A-14641FC27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051" y="890196"/>
            <a:ext cx="1700011" cy="1242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79F0B-2B35-4565-96A4-ECEF89EC8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984" y="2051913"/>
            <a:ext cx="1713044" cy="20522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BE315E-8DB6-4D5A-9128-E737431DF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149" y="3305446"/>
            <a:ext cx="4121239" cy="2839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EE8BF-184F-45F4-98BA-3FD8E253A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172" y="2983515"/>
            <a:ext cx="3691638" cy="16118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B7CC12-233A-4BAE-8934-80D1C9A51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172" y="4595356"/>
            <a:ext cx="4659678" cy="227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34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lang="en-US" altLang="ja-JP"/>
              <a:t>The Need for IoT</a:t>
            </a:r>
            <a:endParaRPr kumimoji="1" lang="ja-JP" alt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A924F5A-4555-4019-9CD2-19F908C43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/>
          <a:p>
            <a:pPr algn="l"/>
            <a:endParaRPr lang="en-US" b="0" i="0" u="none" strike="noStrike" baseline="0">
              <a:solidFill>
                <a:srgbClr val="000000"/>
              </a:solidFill>
              <a:latin typeface="+mj-lt"/>
            </a:endParaRP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Sensors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Local Processing 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Local Storage 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Network 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Internet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Cloud Processing </a:t>
            </a:r>
          </a:p>
          <a:p>
            <a:pPr marR="0" algn="l"/>
            <a:r>
              <a:rPr lang="en-US" b="0" i="0" u="none" strike="noStrike" baseline="0">
                <a:solidFill>
                  <a:srgbClr val="000000"/>
                </a:solidFill>
                <a:latin typeface="+mj-lt"/>
              </a:rPr>
              <a:t>Cloud Storage 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0DB942B6-B4D9-4495-B974-EBCB4AFDE5F6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21</a:t>
            </a:fld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B74BE-8743-4F83-8FA1-5A3CECAA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324681"/>
            <a:ext cx="5181600" cy="4807669"/>
          </a:xfrm>
          <a:prstGeom prst="rect">
            <a:avLst/>
          </a:prstGeom>
          <a:noFill/>
        </p:spPr>
      </p:pic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348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IoT Applications</a:t>
            </a:r>
          </a:p>
        </p:txBody>
      </p:sp>
      <p:pic>
        <p:nvPicPr>
          <p:cNvPr id="2" name="Online Media 1" title="Life Simplified with Connected Devices">
            <a:hlinkClick r:id="" action="ppaction://media"/>
            <a:extLst>
              <a:ext uri="{FF2B5EF4-FFF2-40B4-BE49-F238E27FC236}">
                <a16:creationId xmlns:a16="http://schemas.microsoft.com/office/drawing/2014/main" id="{B25CE1F6-460D-46F6-A84E-0741014903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3526" y="1412776"/>
            <a:ext cx="8576948" cy="4824536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22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724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23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D7510-2208-4943-BD40-9A0BC807594A}"/>
              </a:ext>
            </a:extLst>
          </p:cNvPr>
          <p:cNvSpPr txBox="1"/>
          <p:nvPr/>
        </p:nvSpPr>
        <p:spPr>
          <a:xfrm>
            <a:off x="1524000" y="2743200"/>
            <a:ext cx="5791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b="1">
                <a:solidFill>
                  <a:srgbClr val="FF9933"/>
                </a:solidFill>
              </a:rPr>
              <a:t>Trends of ICT Development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044732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/>
          <a:lstStyle/>
          <a:p>
            <a:r>
              <a:rPr kumimoji="1" lang="en-US"/>
              <a:t>Industrial Revolution Timeline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24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  <p:pic>
        <p:nvPicPr>
          <p:cNvPr id="13314" name="Picture 2" descr="The 4 Top Artificial Intelligence Trends For 2021">
            <a:extLst>
              <a:ext uri="{FF2B5EF4-FFF2-40B4-BE49-F238E27FC236}">
                <a16:creationId xmlns:a16="http://schemas.microsoft.com/office/drawing/2014/main" id="{F0BFE5CF-4D65-45E0-A109-20626F41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295400"/>
            <a:ext cx="91344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218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Industrial Revolution Timeline</a:t>
            </a:r>
          </a:p>
        </p:txBody>
      </p:sp>
      <p:pic>
        <p:nvPicPr>
          <p:cNvPr id="12290" name="Picture 2" descr="What is Big Data? Let's answer this question! | by Ilija Mihajlovic |  Towards Data Science">
            <a:extLst>
              <a:ext uri="{FF2B5EF4-FFF2-40B4-BE49-F238E27FC236}">
                <a16:creationId xmlns:a16="http://schemas.microsoft.com/office/drawing/2014/main" id="{7EB16633-710B-4F62-A23D-4A8814C95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8138" y="1412776"/>
            <a:ext cx="7627724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25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372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Machine Learning</a:t>
            </a:r>
          </a:p>
        </p:txBody>
      </p:sp>
      <p:pic>
        <p:nvPicPr>
          <p:cNvPr id="11268" name="Picture 4" descr="Machine Learning | Informatec">
            <a:extLst>
              <a:ext uri="{FF2B5EF4-FFF2-40B4-BE49-F238E27FC236}">
                <a16:creationId xmlns:a16="http://schemas.microsoft.com/office/drawing/2014/main" id="{945B0E4F-119F-419B-A75B-6D8BBE857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8" r="11488" b="2"/>
          <a:stretch/>
        </p:blipFill>
        <p:spPr bwMode="auto">
          <a:xfrm>
            <a:off x="251520" y="1412776"/>
            <a:ext cx="8640960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26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127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Cyber-Physical Systems</a:t>
            </a:r>
          </a:p>
        </p:txBody>
      </p:sp>
      <p:pic>
        <p:nvPicPr>
          <p:cNvPr id="10242" name="Picture 2" descr="Cyber-Physical Systems: Modeling and Simulation | Coursera">
            <a:extLst>
              <a:ext uri="{FF2B5EF4-FFF2-40B4-BE49-F238E27FC236}">
                <a16:creationId xmlns:a16="http://schemas.microsoft.com/office/drawing/2014/main" id="{293962BD-ED19-4270-A745-3D46C28BB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9732" y="1412776"/>
            <a:ext cx="4824536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27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45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System-On-Chip (SoC)</a:t>
            </a:r>
          </a:p>
        </p:txBody>
      </p:sp>
      <p:pic>
        <p:nvPicPr>
          <p:cNvPr id="9218" name="Picture 2" descr="SoC System On Chip with mixed mode components (digital, analog, RF,... |  Download Scientific Diagram">
            <a:extLst>
              <a:ext uri="{FF2B5EF4-FFF2-40B4-BE49-F238E27FC236}">
                <a16:creationId xmlns:a16="http://schemas.microsoft.com/office/drawing/2014/main" id="{94BFC685-4C46-4EAB-A681-AAFE7A416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951" y="1412776"/>
            <a:ext cx="8544097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28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6338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029A7D1-7AA0-4E29-8A04-79138B2F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13" y="287338"/>
            <a:ext cx="7354887" cy="693390"/>
          </a:xfrm>
        </p:spPr>
        <p:txBody>
          <a:bodyPr wrap="square" anchor="ctr">
            <a:normAutofit/>
          </a:bodyPr>
          <a:lstStyle/>
          <a:p>
            <a:r>
              <a:rPr kumimoji="1" lang="en-US"/>
              <a:t>Wireless Technology</a:t>
            </a:r>
          </a:p>
        </p:txBody>
      </p:sp>
      <p:pic>
        <p:nvPicPr>
          <p:cNvPr id="8194" name="Picture 2" descr="RF Wireless Devices Orientation and Industry Literacy">
            <a:extLst>
              <a:ext uri="{FF2B5EF4-FFF2-40B4-BE49-F238E27FC236}">
                <a16:creationId xmlns:a16="http://schemas.microsoft.com/office/drawing/2014/main" id="{9AA4BA83-AF11-4F2A-B7F4-93E3FC3E7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8169" y="1412776"/>
            <a:ext cx="6867662" cy="482453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4D5F-BECC-4828-B494-FFADF13EB5C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251520" y="6525344"/>
            <a:ext cx="2133600" cy="288206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BA136E8E-48A6-4CCA-8C49-35959C36CF6D}" type="datetime1">
              <a:rPr kumimoji="1" lang="en-US" altLang="ja-JP" smtClean="0"/>
              <a:pPr>
                <a:spcAft>
                  <a:spcPts val="600"/>
                </a:spcAft>
              </a:pPr>
              <a:t>10/2/2023</a:t>
            </a:fld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2924C-8624-405A-9007-FCFE2D62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139880" y="6524625"/>
            <a:ext cx="1752600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800C8475-47C1-49C9-BEE5-594F8CF4D71F}" type="slidenum">
              <a:rPr kumimoji="1" lang="ja-JP" altLang="en-US" smtClean="0"/>
              <a:pPr>
                <a:spcAft>
                  <a:spcPts val="600"/>
                </a:spcAft>
              </a:pPr>
              <a:t>29</a:t>
            </a:fld>
            <a:endParaRPr kumimoji="1" lang="ja-JP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17288B-7B56-41C5-B8D7-781697A7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1762101" y="6524625"/>
            <a:ext cx="5618212" cy="2889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kumimoji="1" lang="en-US" altLang="ja-JP"/>
              <a:t>Copyrights 2020 CE-UIT . All Rights Reserved.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5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5665"/>
            <a:ext cx="7772400" cy="1470025"/>
          </a:xfrm>
        </p:spPr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207E-8A09-4FC6-83E9-3D1773E47D00}" type="datetime1">
              <a:rPr kumimoji="1" lang="en-US" altLang="ja-JP" smtClean="0"/>
              <a:t>10/2/2023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Copyrights 2020 CE-UIT. All Rights Reserved.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8475-47C1-49C9-BEE5-594F8CF4D71F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pic>
        <p:nvPicPr>
          <p:cNvPr id="4100" name="Picture 4" descr="http://data.sinhvienit.net/2013/T09/img/SinhVienIT.Net---suy-ngh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685690"/>
            <a:ext cx="289560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833227"/>
      </p:ext>
    </p:extLst>
  </p:cSld>
  <p:clrMapOvr>
    <a:masterClrMapping/>
  </p:clrMapOvr>
</p:sld>
</file>

<file path=ppt/theme/theme1.xml><?xml version="1.0" encoding="utf-8"?>
<a:theme xmlns:a="http://schemas.openxmlformats.org/drawingml/2006/main" name="dsp">
  <a:themeElements>
    <a:clrScheme name="ユーザー定義 5">
      <a:dk1>
        <a:sysClr val="windowText" lastClr="000000"/>
      </a:dk1>
      <a:lt1>
        <a:sysClr val="window" lastClr="FFFFFF"/>
      </a:lt1>
      <a:dk2>
        <a:srgbClr val="5B6973"/>
      </a:dk2>
      <a:lt2>
        <a:srgbClr val="000000"/>
      </a:lt2>
      <a:accent1>
        <a:srgbClr val="5B6973"/>
      </a:accent1>
      <a:accent2>
        <a:srgbClr val="002060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ochilab_ofdm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chilab_ofd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chilab_ofdm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hilab_ofdm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u_BaoCao_LVTN_Trinhbay" id="{D3A5B2E4-E217-49C4-B24C-606B452C3C9B}" vid="{C6AF31C0-6432-4428-A701-01B0A15D6F6F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718</Words>
  <Application>Microsoft Office PowerPoint</Application>
  <PresentationFormat>On-screen Show (4:3)</PresentationFormat>
  <Paragraphs>152</Paragraphs>
  <Slides>30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proxima-nova</vt:lpstr>
      <vt:lpstr>Calibri</vt:lpstr>
      <vt:lpstr>Times New Roman</vt:lpstr>
      <vt:lpstr>Wingdings</vt:lpstr>
      <vt:lpstr>dsp</vt:lpstr>
      <vt:lpstr>INTRODUCTION TO CE INFORMATION AND COMMUNICATION TECH.</vt:lpstr>
      <vt:lpstr>Objectives</vt:lpstr>
      <vt:lpstr>Contents</vt:lpstr>
      <vt:lpstr>PowerPoint Presentation</vt:lpstr>
      <vt:lpstr>What is ICT?</vt:lpstr>
      <vt:lpstr>Definition</vt:lpstr>
      <vt:lpstr>Components of ICT</vt:lpstr>
      <vt:lpstr>ICT Development</vt:lpstr>
      <vt:lpstr>ICT in Vietnam</vt:lpstr>
      <vt:lpstr>ICT Integtation to Education</vt:lpstr>
      <vt:lpstr>ICT Integtation to Education</vt:lpstr>
      <vt:lpstr>E-Commerce</vt:lpstr>
      <vt:lpstr>E-Commerce</vt:lpstr>
      <vt:lpstr>PowerPoint Presentation</vt:lpstr>
      <vt:lpstr>Industrial Revolution Timeline</vt:lpstr>
      <vt:lpstr>Industrial Revolution Timeline</vt:lpstr>
      <vt:lpstr>Introduction to 4th IR</vt:lpstr>
      <vt:lpstr>PowerPoint Presentation</vt:lpstr>
      <vt:lpstr>What is IoT?</vt:lpstr>
      <vt:lpstr>Smart Things</vt:lpstr>
      <vt:lpstr>The Need for IoT</vt:lpstr>
      <vt:lpstr>IoT Applications</vt:lpstr>
      <vt:lpstr>PowerPoint Presentation</vt:lpstr>
      <vt:lpstr>Industrial Revolution Timeline</vt:lpstr>
      <vt:lpstr>Industrial Revolution Timeline</vt:lpstr>
      <vt:lpstr>Machine Learning</vt:lpstr>
      <vt:lpstr>Cyber-Physical Systems</vt:lpstr>
      <vt:lpstr>System-On-Chip (SoC)</vt:lpstr>
      <vt:lpstr>Wireless Technology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CE INFORMATION AND COMMUNICATION TECH.</dc:title>
  <dc:creator>Duy</dc:creator>
  <cp:lastModifiedBy>Đoàn Duy</cp:lastModifiedBy>
  <cp:revision>1</cp:revision>
  <dcterms:created xsi:type="dcterms:W3CDTF">2020-11-08T19:19:01Z</dcterms:created>
  <dcterms:modified xsi:type="dcterms:W3CDTF">2023-10-02T07:14:30Z</dcterms:modified>
</cp:coreProperties>
</file>