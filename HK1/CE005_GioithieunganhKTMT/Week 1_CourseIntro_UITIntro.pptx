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347" r:id="rId2"/>
    <p:sldId id="302" r:id="rId3"/>
    <p:sldId id="344" r:id="rId4"/>
    <p:sldId id="348" r:id="rId5"/>
    <p:sldId id="339" r:id="rId6"/>
    <p:sldId id="340" r:id="rId7"/>
    <p:sldId id="335" r:id="rId8"/>
    <p:sldId id="349" r:id="rId9"/>
    <p:sldId id="351" r:id="rId10"/>
    <p:sldId id="353" r:id="rId11"/>
    <p:sldId id="354" r:id="rId12"/>
    <p:sldId id="357" r:id="rId13"/>
    <p:sldId id="283" r:id="rId14"/>
    <p:sldId id="293" r:id="rId15"/>
    <p:sldId id="304" r:id="rId16"/>
    <p:sldId id="305" r:id="rId17"/>
    <p:sldId id="284" r:id="rId18"/>
    <p:sldId id="355" r:id="rId19"/>
    <p:sldId id="306" r:id="rId20"/>
    <p:sldId id="290" r:id="rId21"/>
    <p:sldId id="356"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ương 0" id="{01E33B1B-E197-463B-A531-467BFB591BCB}">
          <p14:sldIdLst>
            <p14:sldId id="347"/>
            <p14:sldId id="302"/>
            <p14:sldId id="344"/>
            <p14:sldId id="348"/>
            <p14:sldId id="339"/>
            <p14:sldId id="340"/>
            <p14:sldId id="335"/>
            <p14:sldId id="349"/>
            <p14:sldId id="351"/>
            <p14:sldId id="353"/>
            <p14:sldId id="354"/>
            <p14:sldId id="357"/>
            <p14:sldId id="283"/>
            <p14:sldId id="293"/>
            <p14:sldId id="304"/>
            <p14:sldId id="305"/>
            <p14:sldId id="284"/>
            <p14:sldId id="355"/>
            <p14:sldId id="306"/>
            <p14:sldId id="290"/>
            <p14:sldId id="3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0066"/>
    <a:srgbClr val="FF99CC"/>
    <a:srgbClr val="FF99FF"/>
    <a:srgbClr val="9BD4FF"/>
    <a:srgbClr val="FF6699"/>
    <a:srgbClr val="414B53"/>
    <a:srgbClr val="FFA3A3"/>
    <a:srgbClr val="FF8B8B"/>
    <a:srgbClr val="CD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07986-AC15-423E-B6F7-19EF1ADB14C5}" v="103" dt="2023-09-10T09:00:24.61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81573" autoAdjust="0"/>
  </p:normalViewPr>
  <p:slideViewPr>
    <p:cSldViewPr>
      <p:cViewPr varScale="1">
        <p:scale>
          <a:sx n="70" d="100"/>
          <a:sy n="70" d="100"/>
        </p:scale>
        <p:origin x="1275" y="45"/>
      </p:cViewPr>
      <p:guideLst>
        <p:guide orient="horz" pos="2160"/>
        <p:guide pos="2880"/>
      </p:guideLst>
    </p:cSldViewPr>
  </p:slideViewPr>
  <p:notesTextViewPr>
    <p:cViewPr>
      <p:scale>
        <a:sx n="1" d="1"/>
        <a:sy n="1" d="1"/>
      </p:scale>
      <p:origin x="0" y="0"/>
    </p:cViewPr>
  </p:notesTextViewPr>
  <p:notesViewPr>
    <p:cSldViewPr>
      <p:cViewPr varScale="1">
        <p:scale>
          <a:sx n="57" d="100"/>
          <a:sy n="57" d="100"/>
        </p:scale>
        <p:origin x="-2045"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y Doan" userId="00f02d2ea35a0614" providerId="LiveId" clId="{85C5EF02-44FB-4F86-B30D-BB0CC3E34AC3}"/>
    <pc:docChg chg="addSld modSld">
      <pc:chgData name="Duy Doan" userId="00f02d2ea35a0614" providerId="LiveId" clId="{85C5EF02-44FB-4F86-B30D-BB0CC3E34AC3}" dt="2020-03-10T22:49:21.435" v="268" actId="20577"/>
      <pc:docMkLst>
        <pc:docMk/>
      </pc:docMkLst>
      <pc:sldChg chg="modSp add modAnim">
        <pc:chgData name="Duy Doan" userId="00f02d2ea35a0614" providerId="LiveId" clId="{85C5EF02-44FB-4F86-B30D-BB0CC3E34AC3}" dt="2020-03-10T22:49:21.435" v="268" actId="20577"/>
        <pc:sldMkLst>
          <pc:docMk/>
          <pc:sldMk cId="2650943593" sldId="345"/>
        </pc:sldMkLst>
        <pc:spChg chg="mod">
          <ac:chgData name="Duy Doan" userId="00f02d2ea35a0614" providerId="LiveId" clId="{85C5EF02-44FB-4F86-B30D-BB0CC3E34AC3}" dt="2020-03-10T22:39:02.280" v="34" actId="20577"/>
          <ac:spMkLst>
            <pc:docMk/>
            <pc:sldMk cId="2650943593" sldId="345"/>
            <ac:spMk id="2" creationId="{00000000-0000-0000-0000-000000000000}"/>
          </ac:spMkLst>
        </pc:spChg>
        <pc:spChg chg="mod">
          <ac:chgData name="Duy Doan" userId="00f02d2ea35a0614" providerId="LiveId" clId="{85C5EF02-44FB-4F86-B30D-BB0CC3E34AC3}" dt="2020-03-10T22:49:21.435" v="268" actId="20577"/>
          <ac:spMkLst>
            <pc:docMk/>
            <pc:sldMk cId="2650943593" sldId="345"/>
            <ac:spMk id="3" creationId="{00000000-0000-0000-0000-000000000000}"/>
          </ac:spMkLst>
        </pc:spChg>
      </pc:sldChg>
    </pc:docChg>
  </pc:docChgLst>
  <pc:docChgLst>
    <pc:chgData name="Duy" userId="00f02d2ea35a0614" providerId="LiveId" clId="{484E8515-05DD-484D-AE31-619B5CE8A02D}"/>
    <pc:docChg chg="undo custSel mod addSld delSld modSld sldOrd modSection">
      <pc:chgData name="Duy" userId="00f02d2ea35a0614" providerId="LiveId" clId="{484E8515-05DD-484D-AE31-619B5CE8A02D}" dt="2020-11-17T14:29:59.290" v="2724" actId="1076"/>
      <pc:docMkLst>
        <pc:docMk/>
      </pc:docMkLst>
      <pc:sldChg chg="modSp mod">
        <pc:chgData name="Duy" userId="00f02d2ea35a0614" providerId="LiveId" clId="{484E8515-05DD-484D-AE31-619B5CE8A02D}" dt="2020-11-01T13:43:41.054" v="73" actId="1076"/>
        <pc:sldMkLst>
          <pc:docMk/>
          <pc:sldMk cId="0" sldId="262"/>
        </pc:sldMkLst>
        <pc:spChg chg="mod">
          <ac:chgData name="Duy" userId="00f02d2ea35a0614" providerId="LiveId" clId="{484E8515-05DD-484D-AE31-619B5CE8A02D}" dt="2020-11-01T13:43:41.054" v="73" actId="1076"/>
          <ac:spMkLst>
            <pc:docMk/>
            <pc:sldMk cId="0" sldId="262"/>
            <ac:spMk id="2" creationId="{00000000-0000-0000-0000-000000000000}"/>
          </ac:spMkLst>
        </pc:spChg>
      </pc:sldChg>
      <pc:sldChg chg="add del">
        <pc:chgData name="Duy" userId="00f02d2ea35a0614" providerId="LiveId" clId="{484E8515-05DD-484D-AE31-619B5CE8A02D}" dt="2020-11-01T15:21:20.490" v="2595" actId="47"/>
        <pc:sldMkLst>
          <pc:docMk/>
          <pc:sldMk cId="1567216811" sldId="277"/>
        </pc:sldMkLst>
      </pc:sldChg>
      <pc:sldChg chg="add del">
        <pc:chgData name="Duy" userId="00f02d2ea35a0614" providerId="LiveId" clId="{484E8515-05DD-484D-AE31-619B5CE8A02D}" dt="2020-11-01T14:05:27.948" v="200" actId="2696"/>
        <pc:sldMkLst>
          <pc:docMk/>
          <pc:sldMk cId="1632975580" sldId="277"/>
        </pc:sldMkLst>
      </pc:sldChg>
      <pc:sldChg chg="modSp add mod">
        <pc:chgData name="Duy" userId="00f02d2ea35a0614" providerId="LiveId" clId="{484E8515-05DD-484D-AE31-619B5CE8A02D}" dt="2020-11-01T15:14:32.163" v="2500" actId="6549"/>
        <pc:sldMkLst>
          <pc:docMk/>
          <pc:sldMk cId="0" sldId="283"/>
        </pc:sldMkLst>
        <pc:spChg chg="mod">
          <ac:chgData name="Duy" userId="00f02d2ea35a0614" providerId="LiveId" clId="{484E8515-05DD-484D-AE31-619B5CE8A02D}" dt="2020-11-01T15:12:35.564" v="2479" actId="20577"/>
          <ac:spMkLst>
            <pc:docMk/>
            <pc:sldMk cId="0" sldId="283"/>
            <ac:spMk id="18433" creationId="{50444A8A-457B-4375-848A-F444013D21BE}"/>
          </ac:spMkLst>
        </pc:spChg>
        <pc:spChg chg="mod">
          <ac:chgData name="Duy" userId="00f02d2ea35a0614" providerId="LiveId" clId="{484E8515-05DD-484D-AE31-619B5CE8A02D}" dt="2020-11-01T15:14:32.163" v="2500" actId="6549"/>
          <ac:spMkLst>
            <pc:docMk/>
            <pc:sldMk cId="0" sldId="283"/>
            <ac:spMk id="18434" creationId="{2307871F-FC90-4F79-8E9E-613DCA99B863}"/>
          </ac:spMkLst>
        </pc:spChg>
      </pc:sldChg>
      <pc:sldChg chg="modSp add mod">
        <pc:chgData name="Duy" userId="00f02d2ea35a0614" providerId="LiveId" clId="{484E8515-05DD-484D-AE31-619B5CE8A02D}" dt="2020-11-01T15:18:21.627" v="2525" actId="3626"/>
        <pc:sldMkLst>
          <pc:docMk/>
          <pc:sldMk cId="0" sldId="284"/>
        </pc:sldMkLst>
        <pc:spChg chg="mod">
          <ac:chgData name="Duy" userId="00f02d2ea35a0614" providerId="LiveId" clId="{484E8515-05DD-484D-AE31-619B5CE8A02D}" dt="2020-11-01T15:18:21.627" v="2525" actId="3626"/>
          <ac:spMkLst>
            <pc:docMk/>
            <pc:sldMk cId="0" sldId="284"/>
            <ac:spMk id="22530" creationId="{F7B14C4B-2878-406A-83EE-23D99B1DE813}"/>
          </ac:spMkLst>
        </pc:spChg>
      </pc:sldChg>
      <pc:sldChg chg="add">
        <pc:chgData name="Duy" userId="00f02d2ea35a0614" providerId="LiveId" clId="{484E8515-05DD-484D-AE31-619B5CE8A02D}" dt="2020-11-01T15:19:16.239" v="2526"/>
        <pc:sldMkLst>
          <pc:docMk/>
          <pc:sldMk cId="0" sldId="290"/>
        </pc:sldMkLst>
      </pc:sldChg>
      <pc:sldChg chg="add">
        <pc:chgData name="Duy" userId="00f02d2ea35a0614" providerId="LiveId" clId="{484E8515-05DD-484D-AE31-619B5CE8A02D}" dt="2020-11-01T15:19:16.239" v="2526"/>
        <pc:sldMkLst>
          <pc:docMk/>
          <pc:sldMk cId="0" sldId="291"/>
        </pc:sldMkLst>
      </pc:sldChg>
      <pc:sldChg chg="add">
        <pc:chgData name="Duy" userId="00f02d2ea35a0614" providerId="LiveId" clId="{484E8515-05DD-484D-AE31-619B5CE8A02D}" dt="2020-11-01T15:12:07.085" v="2466"/>
        <pc:sldMkLst>
          <pc:docMk/>
          <pc:sldMk cId="0" sldId="293"/>
        </pc:sldMkLst>
      </pc:sldChg>
      <pc:sldChg chg="modSp mod modAnim">
        <pc:chgData name="Duy" userId="00f02d2ea35a0614" providerId="LiveId" clId="{484E8515-05DD-484D-AE31-619B5CE8A02D}" dt="2020-11-01T14:20:37.751" v="967" actId="20577"/>
        <pc:sldMkLst>
          <pc:docMk/>
          <pc:sldMk cId="1601255511" sldId="302"/>
        </pc:sldMkLst>
        <pc:spChg chg="mod">
          <ac:chgData name="Duy" userId="00f02d2ea35a0614" providerId="LiveId" clId="{484E8515-05DD-484D-AE31-619B5CE8A02D}" dt="2020-11-01T14:19:28.633" v="726" actId="20577"/>
          <ac:spMkLst>
            <pc:docMk/>
            <pc:sldMk cId="1601255511" sldId="302"/>
            <ac:spMk id="2" creationId="{00000000-0000-0000-0000-000000000000}"/>
          </ac:spMkLst>
        </pc:spChg>
        <pc:spChg chg="mod">
          <ac:chgData name="Duy" userId="00f02d2ea35a0614" providerId="LiveId" clId="{484E8515-05DD-484D-AE31-619B5CE8A02D}" dt="2020-11-01T14:19:55.019" v="807" actId="20577"/>
          <ac:spMkLst>
            <pc:docMk/>
            <pc:sldMk cId="1601255511" sldId="302"/>
            <ac:spMk id="3" creationId="{00000000-0000-0000-0000-000000000000}"/>
          </ac:spMkLst>
        </pc:spChg>
        <pc:spChg chg="mod">
          <ac:chgData name="Duy" userId="00f02d2ea35a0614" providerId="LiveId" clId="{484E8515-05DD-484D-AE31-619B5CE8A02D}" dt="2020-11-01T14:20:37.751" v="967" actId="20577"/>
          <ac:spMkLst>
            <pc:docMk/>
            <pc:sldMk cId="1601255511" sldId="302"/>
            <ac:spMk id="7" creationId="{A101D922-AEF3-4DAE-9B2F-C3ECB3C6D587}"/>
          </ac:spMkLst>
        </pc:spChg>
      </pc:sldChg>
      <pc:sldChg chg="add">
        <pc:chgData name="Duy" userId="00f02d2ea35a0614" providerId="LiveId" clId="{484E8515-05DD-484D-AE31-619B5CE8A02D}" dt="2020-11-01T15:12:07.085" v="2466"/>
        <pc:sldMkLst>
          <pc:docMk/>
          <pc:sldMk cId="0" sldId="304"/>
        </pc:sldMkLst>
      </pc:sldChg>
      <pc:sldChg chg="modSp add mod">
        <pc:chgData name="Duy" userId="00f02d2ea35a0614" providerId="LiveId" clId="{484E8515-05DD-484D-AE31-619B5CE8A02D}" dt="2020-11-01T15:17:27.014" v="2507" actId="948"/>
        <pc:sldMkLst>
          <pc:docMk/>
          <pc:sldMk cId="0" sldId="305"/>
        </pc:sldMkLst>
        <pc:spChg chg="mod">
          <ac:chgData name="Duy" userId="00f02d2ea35a0614" providerId="LiveId" clId="{484E8515-05DD-484D-AE31-619B5CE8A02D}" dt="2020-11-01T15:17:27.014" v="2507" actId="948"/>
          <ac:spMkLst>
            <pc:docMk/>
            <pc:sldMk cId="0" sldId="305"/>
            <ac:spMk id="21506" creationId="{7116A6BC-30EC-4811-BF97-E21CEA2D66E1}"/>
          </ac:spMkLst>
        </pc:spChg>
      </pc:sldChg>
      <pc:sldChg chg="addSp modSp add mod">
        <pc:chgData name="Duy" userId="00f02d2ea35a0614" providerId="LiveId" clId="{484E8515-05DD-484D-AE31-619B5CE8A02D}" dt="2020-11-01T15:20:36.367" v="2593" actId="1076"/>
        <pc:sldMkLst>
          <pc:docMk/>
          <pc:sldMk cId="0" sldId="306"/>
        </pc:sldMkLst>
        <pc:spChg chg="add mod">
          <ac:chgData name="Duy" userId="00f02d2ea35a0614" providerId="LiveId" clId="{484E8515-05DD-484D-AE31-619B5CE8A02D}" dt="2020-11-01T15:20:36.367" v="2593" actId="1076"/>
          <ac:spMkLst>
            <pc:docMk/>
            <pc:sldMk cId="0" sldId="306"/>
            <ac:spMk id="4" creationId="{266B21F5-0F9B-4544-B0BE-68FC5FDAFA8B}"/>
          </ac:spMkLst>
        </pc:spChg>
        <pc:spChg chg="add mod">
          <ac:chgData name="Duy" userId="00f02d2ea35a0614" providerId="LiveId" clId="{484E8515-05DD-484D-AE31-619B5CE8A02D}" dt="2020-11-01T15:19:32.822" v="2530" actId="571"/>
          <ac:spMkLst>
            <pc:docMk/>
            <pc:sldMk cId="0" sldId="306"/>
            <ac:spMk id="5" creationId="{97798822-0BAB-4136-B19F-5B26D800D481}"/>
          </ac:spMkLst>
        </pc:spChg>
        <pc:spChg chg="mod">
          <ac:chgData name="Duy" userId="00f02d2ea35a0614" providerId="LiveId" clId="{484E8515-05DD-484D-AE31-619B5CE8A02D}" dt="2020-11-01T15:19:26.935" v="2527" actId="14100"/>
          <ac:spMkLst>
            <pc:docMk/>
            <pc:sldMk cId="0" sldId="306"/>
            <ac:spMk id="28674" creationId="{E8518AD0-7EDF-4179-8459-D88F00E0F0FE}"/>
          </ac:spMkLst>
        </pc:spChg>
      </pc:sldChg>
      <pc:sldChg chg="modSp mod">
        <pc:chgData name="Duy" userId="00f02d2ea35a0614" providerId="LiveId" clId="{484E8515-05DD-484D-AE31-619B5CE8A02D}" dt="2020-11-01T14:31:24.408" v="1610" actId="20577"/>
        <pc:sldMkLst>
          <pc:docMk/>
          <pc:sldMk cId="2352519512" sldId="339"/>
        </pc:sldMkLst>
        <pc:graphicFrameChg chg="mod modGraphic">
          <ac:chgData name="Duy" userId="00f02d2ea35a0614" providerId="LiveId" clId="{484E8515-05DD-484D-AE31-619B5CE8A02D}" dt="2020-11-01T14:31:24.408" v="1610" actId="20577"/>
          <ac:graphicFrameMkLst>
            <pc:docMk/>
            <pc:sldMk cId="2352519512" sldId="339"/>
            <ac:graphicFrameMk id="9" creationId="{B1CBB7C0-A15D-434D-A079-46CECDDE150F}"/>
          </ac:graphicFrameMkLst>
        </pc:graphicFrameChg>
      </pc:sldChg>
      <pc:sldChg chg="addSp delSp modSp mod">
        <pc:chgData name="Duy" userId="00f02d2ea35a0614" providerId="LiveId" clId="{484E8515-05DD-484D-AE31-619B5CE8A02D}" dt="2020-11-01T14:34:02.230" v="1647" actId="122"/>
        <pc:sldMkLst>
          <pc:docMk/>
          <pc:sldMk cId="645659831" sldId="340"/>
        </pc:sldMkLst>
        <pc:spChg chg="add mod">
          <ac:chgData name="Duy" userId="00f02d2ea35a0614" providerId="LiveId" clId="{484E8515-05DD-484D-AE31-619B5CE8A02D}" dt="2020-11-01T14:34:02.230" v="1647" actId="122"/>
          <ac:spMkLst>
            <pc:docMk/>
            <pc:sldMk cId="645659831" sldId="340"/>
            <ac:spMk id="8" creationId="{965BAC28-86DC-45D0-93B6-3DE84263127F}"/>
          </ac:spMkLst>
        </pc:spChg>
        <pc:spChg chg="del">
          <ac:chgData name="Duy" userId="00f02d2ea35a0614" providerId="LiveId" clId="{484E8515-05DD-484D-AE31-619B5CE8A02D}" dt="2020-11-01T14:32:19.477" v="1611" actId="478"/>
          <ac:spMkLst>
            <pc:docMk/>
            <pc:sldMk cId="645659831" sldId="340"/>
            <ac:spMk id="13" creationId="{D89A2826-589B-4A60-81A9-6479886F09D3}"/>
          </ac:spMkLst>
        </pc:spChg>
      </pc:sldChg>
      <pc:sldChg chg="modSp mod">
        <pc:chgData name="Duy" userId="00f02d2ea35a0614" providerId="LiveId" clId="{484E8515-05DD-484D-AE31-619B5CE8A02D}" dt="2020-11-01T14:34:26.246" v="1649" actId="20577"/>
        <pc:sldMkLst>
          <pc:docMk/>
          <pc:sldMk cId="1806658767" sldId="343"/>
        </pc:sldMkLst>
        <pc:spChg chg="mod">
          <ac:chgData name="Duy" userId="00f02d2ea35a0614" providerId="LiveId" clId="{484E8515-05DD-484D-AE31-619B5CE8A02D}" dt="2020-11-01T14:34:26.246" v="1649" actId="20577"/>
          <ac:spMkLst>
            <pc:docMk/>
            <pc:sldMk cId="1806658767" sldId="343"/>
            <ac:spMk id="14" creationId="{8784778B-84B4-4EAB-98CD-85943FB34DF5}"/>
          </ac:spMkLst>
        </pc:spChg>
      </pc:sldChg>
      <pc:sldChg chg="addSp delSp modSp mod delAnim">
        <pc:chgData name="Duy" userId="00f02d2ea35a0614" providerId="LiveId" clId="{484E8515-05DD-484D-AE31-619B5CE8A02D}" dt="2020-11-01T14:24:54.992" v="1130" actId="2084"/>
        <pc:sldMkLst>
          <pc:docMk/>
          <pc:sldMk cId="344554622" sldId="344"/>
        </pc:sldMkLst>
        <pc:spChg chg="mod">
          <ac:chgData name="Duy" userId="00f02d2ea35a0614" providerId="LiveId" clId="{484E8515-05DD-484D-AE31-619B5CE8A02D}" dt="2020-11-01T14:22:08.917" v="1053" actId="20577"/>
          <ac:spMkLst>
            <pc:docMk/>
            <pc:sldMk cId="344554622" sldId="344"/>
            <ac:spMk id="2" creationId="{EDFEDAAD-7E94-4012-AC39-68DBD6CC7FD3}"/>
          </ac:spMkLst>
        </pc:spChg>
        <pc:spChg chg="mod">
          <ac:chgData name="Duy" userId="00f02d2ea35a0614" providerId="LiveId" clId="{484E8515-05DD-484D-AE31-619B5CE8A02D}" dt="2020-11-01T14:21:16.423" v="1028" actId="26606"/>
          <ac:spMkLst>
            <pc:docMk/>
            <pc:sldMk cId="344554622" sldId="344"/>
            <ac:spMk id="4" creationId="{247B9660-16A8-451A-BA2A-A270689EA7D2}"/>
          </ac:spMkLst>
        </pc:spChg>
        <pc:spChg chg="mod">
          <ac:chgData name="Duy" userId="00f02d2ea35a0614" providerId="LiveId" clId="{484E8515-05DD-484D-AE31-619B5CE8A02D}" dt="2020-11-01T14:21:16.423" v="1028" actId="26606"/>
          <ac:spMkLst>
            <pc:docMk/>
            <pc:sldMk cId="344554622" sldId="344"/>
            <ac:spMk id="5" creationId="{F40D933A-D49D-4CAC-84D5-9CD8C03DAE57}"/>
          </ac:spMkLst>
        </pc:spChg>
        <pc:spChg chg="mod">
          <ac:chgData name="Duy" userId="00f02d2ea35a0614" providerId="LiveId" clId="{484E8515-05DD-484D-AE31-619B5CE8A02D}" dt="2020-11-01T14:21:16.423" v="1028" actId="26606"/>
          <ac:spMkLst>
            <pc:docMk/>
            <pc:sldMk cId="344554622" sldId="344"/>
            <ac:spMk id="6" creationId="{D2A27B3D-7260-4D87-99BA-8FA82F44E5BA}"/>
          </ac:spMkLst>
        </pc:spChg>
        <pc:spChg chg="del">
          <ac:chgData name="Duy" userId="00f02d2ea35a0614" providerId="LiveId" clId="{484E8515-05DD-484D-AE31-619B5CE8A02D}" dt="2020-11-01T14:20:58.153" v="1026" actId="478"/>
          <ac:spMkLst>
            <pc:docMk/>
            <pc:sldMk cId="344554622" sldId="344"/>
            <ac:spMk id="8" creationId="{E63005E8-1C0F-49B2-9CCF-44CD9F79A976}"/>
          </ac:spMkLst>
        </pc:spChg>
        <pc:spChg chg="del">
          <ac:chgData name="Duy" userId="00f02d2ea35a0614" providerId="LiveId" clId="{484E8515-05DD-484D-AE31-619B5CE8A02D}" dt="2020-11-01T14:20:58.153" v="1026" actId="478"/>
          <ac:spMkLst>
            <pc:docMk/>
            <pc:sldMk cId="344554622" sldId="344"/>
            <ac:spMk id="10" creationId="{2C65EF84-00ED-4AB4-8DB9-E64B386969B9}"/>
          </ac:spMkLst>
        </pc:spChg>
        <pc:spChg chg="del">
          <ac:chgData name="Duy" userId="00f02d2ea35a0614" providerId="LiveId" clId="{484E8515-05DD-484D-AE31-619B5CE8A02D}" dt="2020-11-01T14:20:58.153" v="1026" actId="478"/>
          <ac:spMkLst>
            <pc:docMk/>
            <pc:sldMk cId="344554622" sldId="344"/>
            <ac:spMk id="11" creationId="{6E119D0A-7520-4AD9-9FEE-2FB06AA1EFDD}"/>
          </ac:spMkLst>
        </pc:spChg>
        <pc:spChg chg="del">
          <ac:chgData name="Duy" userId="00f02d2ea35a0614" providerId="LiveId" clId="{484E8515-05DD-484D-AE31-619B5CE8A02D}" dt="2020-11-01T14:20:58.153" v="1026" actId="478"/>
          <ac:spMkLst>
            <pc:docMk/>
            <pc:sldMk cId="344554622" sldId="344"/>
            <ac:spMk id="12" creationId="{A14D59A1-D841-4B98-A175-EDE3027A34B5}"/>
          </ac:spMkLst>
        </pc:spChg>
        <pc:spChg chg="del">
          <ac:chgData name="Duy" userId="00f02d2ea35a0614" providerId="LiveId" clId="{484E8515-05DD-484D-AE31-619B5CE8A02D}" dt="2020-11-01T14:20:58.153" v="1026" actId="478"/>
          <ac:spMkLst>
            <pc:docMk/>
            <pc:sldMk cId="344554622" sldId="344"/>
            <ac:spMk id="13" creationId="{D17F1E88-3DE5-4DA7-82A3-39A6431221BF}"/>
          </ac:spMkLst>
        </pc:spChg>
        <pc:graphicFrameChg chg="add del mod modGraphic">
          <ac:chgData name="Duy" userId="00f02d2ea35a0614" providerId="LiveId" clId="{484E8515-05DD-484D-AE31-619B5CE8A02D}" dt="2020-11-01T14:24:54.992" v="1130" actId="2084"/>
          <ac:graphicFrameMkLst>
            <pc:docMk/>
            <pc:sldMk cId="344554622" sldId="344"/>
            <ac:graphicFrameMk id="3" creationId="{2146FCD8-D6E1-4026-8005-265B536D105F}"/>
          </ac:graphicFrameMkLst>
        </pc:graphicFrameChg>
        <pc:graphicFrameChg chg="add del mod">
          <ac:chgData name="Duy" userId="00f02d2ea35a0614" providerId="LiveId" clId="{484E8515-05DD-484D-AE31-619B5CE8A02D}" dt="2020-11-01T14:24:53.798" v="1127"/>
          <ac:graphicFrameMkLst>
            <pc:docMk/>
            <pc:sldMk cId="344554622" sldId="344"/>
            <ac:graphicFrameMk id="7" creationId="{02257530-F32F-4F9B-9DF7-10CBC31BA4EF}"/>
          </ac:graphicFrameMkLst>
        </pc:graphicFrameChg>
      </pc:sldChg>
      <pc:sldChg chg="addSp delSp modSp mod ord delAnim modAnim">
        <pc:chgData name="Duy" userId="00f02d2ea35a0614" providerId="LiveId" clId="{484E8515-05DD-484D-AE31-619B5CE8A02D}" dt="2020-11-01T14:41:43.513" v="1777" actId="20577"/>
        <pc:sldMkLst>
          <pc:docMk/>
          <pc:sldMk cId="2650943593" sldId="345"/>
        </pc:sldMkLst>
        <pc:spChg chg="mod">
          <ac:chgData name="Duy" userId="00f02d2ea35a0614" providerId="LiveId" clId="{484E8515-05DD-484D-AE31-619B5CE8A02D}" dt="2020-11-01T14:41:43.513" v="1777" actId="20577"/>
          <ac:spMkLst>
            <pc:docMk/>
            <pc:sldMk cId="2650943593" sldId="345"/>
            <ac:spMk id="2" creationId="{00000000-0000-0000-0000-000000000000}"/>
          </ac:spMkLst>
        </pc:spChg>
        <pc:spChg chg="del">
          <ac:chgData name="Duy" userId="00f02d2ea35a0614" providerId="LiveId" clId="{484E8515-05DD-484D-AE31-619B5CE8A02D}" dt="2020-11-01T13:47:07.874" v="110" actId="478"/>
          <ac:spMkLst>
            <pc:docMk/>
            <pc:sldMk cId="2650943593" sldId="345"/>
            <ac:spMk id="3" creationId="{00000000-0000-0000-0000-000000000000}"/>
          </ac:spMkLst>
        </pc:spChg>
        <pc:spChg chg="mod">
          <ac:chgData name="Duy" userId="00f02d2ea35a0614" providerId="LiveId" clId="{484E8515-05DD-484D-AE31-619B5CE8A02D}" dt="2020-11-01T14:41:16.786" v="1760" actId="26606"/>
          <ac:spMkLst>
            <pc:docMk/>
            <pc:sldMk cId="2650943593" sldId="345"/>
            <ac:spMk id="4" creationId="{00000000-0000-0000-0000-000000000000}"/>
          </ac:spMkLst>
        </pc:spChg>
        <pc:spChg chg="mod ord">
          <ac:chgData name="Duy" userId="00f02d2ea35a0614" providerId="LiveId" clId="{484E8515-05DD-484D-AE31-619B5CE8A02D}" dt="2020-11-01T14:41:16.786" v="1760" actId="26606"/>
          <ac:spMkLst>
            <pc:docMk/>
            <pc:sldMk cId="2650943593" sldId="345"/>
            <ac:spMk id="5" creationId="{00000000-0000-0000-0000-000000000000}"/>
          </ac:spMkLst>
        </pc:spChg>
        <pc:spChg chg="mod">
          <ac:chgData name="Duy" userId="00f02d2ea35a0614" providerId="LiveId" clId="{484E8515-05DD-484D-AE31-619B5CE8A02D}" dt="2020-11-01T14:41:16.786" v="1760" actId="26606"/>
          <ac:spMkLst>
            <pc:docMk/>
            <pc:sldMk cId="2650943593" sldId="345"/>
            <ac:spMk id="6" creationId="{00000000-0000-0000-0000-000000000000}"/>
          </ac:spMkLst>
        </pc:spChg>
        <pc:spChg chg="add del mod">
          <ac:chgData name="Duy" userId="00f02d2ea35a0614" providerId="LiveId" clId="{484E8515-05DD-484D-AE31-619B5CE8A02D}" dt="2020-11-01T13:47:09.231" v="111" actId="478"/>
          <ac:spMkLst>
            <pc:docMk/>
            <pc:sldMk cId="2650943593" sldId="345"/>
            <ac:spMk id="8" creationId="{CF8553A2-9087-4240-9046-DE757F51EC7F}"/>
          </ac:spMkLst>
        </pc:spChg>
        <pc:picChg chg="add del mod">
          <ac:chgData name="Duy" userId="00f02d2ea35a0614" providerId="LiveId" clId="{484E8515-05DD-484D-AE31-619B5CE8A02D}" dt="2020-11-01T14:40:31.978" v="1758" actId="478"/>
          <ac:picMkLst>
            <pc:docMk/>
            <pc:sldMk cId="2650943593" sldId="345"/>
            <ac:picMk id="9" creationId="{F83A2122-5D2F-4461-BC3E-1A074A52464C}"/>
          </ac:picMkLst>
        </pc:picChg>
        <pc:picChg chg="add mod ord">
          <ac:chgData name="Duy" userId="00f02d2ea35a0614" providerId="LiveId" clId="{484E8515-05DD-484D-AE31-619B5CE8A02D}" dt="2020-11-01T14:41:40.109" v="1773" actId="1038"/>
          <ac:picMkLst>
            <pc:docMk/>
            <pc:sldMk cId="2650943593" sldId="345"/>
            <ac:picMk id="10" creationId="{0AFA280F-5BC9-4C4D-815F-1981DB035916}"/>
          </ac:picMkLst>
        </pc:picChg>
      </pc:sldChg>
      <pc:sldChg chg="modSp add mod">
        <pc:chgData name="Duy" userId="00f02d2ea35a0614" providerId="LiveId" clId="{484E8515-05DD-484D-AE31-619B5CE8A02D}" dt="2020-11-01T14:35:30.160" v="1656" actId="20577"/>
        <pc:sldMkLst>
          <pc:docMk/>
          <pc:sldMk cId="316319758" sldId="346"/>
        </pc:sldMkLst>
        <pc:spChg chg="mod">
          <ac:chgData name="Duy" userId="00f02d2ea35a0614" providerId="LiveId" clId="{484E8515-05DD-484D-AE31-619B5CE8A02D}" dt="2020-11-01T14:18:02.996" v="470" actId="20577"/>
          <ac:spMkLst>
            <pc:docMk/>
            <pc:sldMk cId="316319758" sldId="346"/>
            <ac:spMk id="2" creationId="{00000000-0000-0000-0000-000000000000}"/>
          </ac:spMkLst>
        </pc:spChg>
        <pc:spChg chg="mod">
          <ac:chgData name="Duy" userId="00f02d2ea35a0614" providerId="LiveId" clId="{484E8515-05DD-484D-AE31-619B5CE8A02D}" dt="2020-11-01T14:35:30.160" v="1656" actId="20577"/>
          <ac:spMkLst>
            <pc:docMk/>
            <pc:sldMk cId="316319758" sldId="346"/>
            <ac:spMk id="3" creationId="{00000000-0000-0000-0000-000000000000}"/>
          </ac:spMkLst>
        </pc:spChg>
      </pc:sldChg>
      <pc:sldChg chg="modSp add mod">
        <pc:chgData name="Duy" userId="00f02d2ea35a0614" providerId="LiveId" clId="{484E8515-05DD-484D-AE31-619B5CE8A02D}" dt="2020-11-01T14:17:55.815" v="441" actId="20577"/>
        <pc:sldMkLst>
          <pc:docMk/>
          <pc:sldMk cId="2155333580" sldId="347"/>
        </pc:sldMkLst>
        <pc:spChg chg="mod">
          <ac:chgData name="Duy" userId="00f02d2ea35a0614" providerId="LiveId" clId="{484E8515-05DD-484D-AE31-619B5CE8A02D}" dt="2020-11-01T14:17:55.815" v="441" actId="20577"/>
          <ac:spMkLst>
            <pc:docMk/>
            <pc:sldMk cId="2155333580" sldId="347"/>
            <ac:spMk id="2" creationId="{00000000-0000-0000-0000-000000000000}"/>
          </ac:spMkLst>
        </pc:spChg>
      </pc:sldChg>
      <pc:sldChg chg="addSp delSp modSp add mod">
        <pc:chgData name="Duy" userId="00f02d2ea35a0614" providerId="LiveId" clId="{484E8515-05DD-484D-AE31-619B5CE8A02D}" dt="2020-11-01T14:23:47.890" v="1121" actId="14100"/>
        <pc:sldMkLst>
          <pc:docMk/>
          <pc:sldMk cId="3251838174" sldId="348"/>
        </pc:sldMkLst>
        <pc:spChg chg="mod">
          <ac:chgData name="Duy" userId="00f02d2ea35a0614" providerId="LiveId" clId="{484E8515-05DD-484D-AE31-619B5CE8A02D}" dt="2020-11-01T14:22:48.121" v="1080" actId="20577"/>
          <ac:spMkLst>
            <pc:docMk/>
            <pc:sldMk cId="3251838174" sldId="348"/>
            <ac:spMk id="2" creationId="{EDFEDAAD-7E94-4012-AC39-68DBD6CC7FD3}"/>
          </ac:spMkLst>
        </pc:spChg>
        <pc:graphicFrameChg chg="del">
          <ac:chgData name="Duy" userId="00f02d2ea35a0614" providerId="LiveId" clId="{484E8515-05DD-484D-AE31-619B5CE8A02D}" dt="2020-11-01T14:22:42.855" v="1055" actId="478"/>
          <ac:graphicFrameMkLst>
            <pc:docMk/>
            <pc:sldMk cId="3251838174" sldId="348"/>
            <ac:graphicFrameMk id="3" creationId="{2146FCD8-D6E1-4026-8005-265B536D105F}"/>
          </ac:graphicFrameMkLst>
        </pc:graphicFrameChg>
        <pc:graphicFrameChg chg="add mod modGraphic">
          <ac:chgData name="Duy" userId="00f02d2ea35a0614" providerId="LiveId" clId="{484E8515-05DD-484D-AE31-619B5CE8A02D}" dt="2020-11-01T14:23:47.890" v="1121" actId="14100"/>
          <ac:graphicFrameMkLst>
            <pc:docMk/>
            <pc:sldMk cId="3251838174" sldId="348"/>
            <ac:graphicFrameMk id="7" creationId="{0C9F510B-AE04-4BA6-8CFA-6D705C04A459}"/>
          </ac:graphicFrameMkLst>
        </pc:graphicFrameChg>
      </pc:sldChg>
      <pc:sldChg chg="addSp delSp modSp add mod">
        <pc:chgData name="Duy" userId="00f02d2ea35a0614" providerId="LiveId" clId="{484E8515-05DD-484D-AE31-619B5CE8A02D}" dt="2020-11-01T14:38:04.831" v="1711" actId="1076"/>
        <pc:sldMkLst>
          <pc:docMk/>
          <pc:sldMk cId="2293619646" sldId="349"/>
        </pc:sldMkLst>
        <pc:spChg chg="mod">
          <ac:chgData name="Duy" userId="00f02d2ea35a0614" providerId="LiveId" clId="{484E8515-05DD-484D-AE31-619B5CE8A02D}" dt="2020-11-01T14:38:04.831" v="1711" actId="1076"/>
          <ac:spMkLst>
            <pc:docMk/>
            <pc:sldMk cId="2293619646" sldId="349"/>
            <ac:spMk id="2" creationId="{00000000-0000-0000-0000-000000000000}"/>
          </ac:spMkLst>
        </pc:spChg>
        <pc:spChg chg="del">
          <ac:chgData name="Duy" userId="00f02d2ea35a0614" providerId="LiveId" clId="{484E8515-05DD-484D-AE31-619B5CE8A02D}" dt="2020-11-01T14:37:56.380" v="1709" actId="478"/>
          <ac:spMkLst>
            <pc:docMk/>
            <pc:sldMk cId="2293619646" sldId="349"/>
            <ac:spMk id="3" creationId="{00000000-0000-0000-0000-000000000000}"/>
          </ac:spMkLst>
        </pc:spChg>
        <pc:spChg chg="add del mod">
          <ac:chgData name="Duy" userId="00f02d2ea35a0614" providerId="LiveId" clId="{484E8515-05DD-484D-AE31-619B5CE8A02D}" dt="2020-11-01T14:37:59.428" v="1710" actId="478"/>
          <ac:spMkLst>
            <pc:docMk/>
            <pc:sldMk cId="2293619646" sldId="349"/>
            <ac:spMk id="8" creationId="{FEE8AA94-E4A0-4F83-8CD0-0185FE5DF2DA}"/>
          </ac:spMkLst>
        </pc:spChg>
      </pc:sldChg>
      <pc:sldChg chg="modSp add del mod">
        <pc:chgData name="Duy" userId="00f02d2ea35a0614" providerId="LiveId" clId="{484E8515-05DD-484D-AE31-619B5CE8A02D}" dt="2020-11-17T05:59:25.440" v="2722" actId="2696"/>
        <pc:sldMkLst>
          <pc:docMk/>
          <pc:sldMk cId="1452466845" sldId="350"/>
        </pc:sldMkLst>
        <pc:spChg chg="mod">
          <ac:chgData name="Duy" userId="00f02d2ea35a0614" providerId="LiveId" clId="{484E8515-05DD-484D-AE31-619B5CE8A02D}" dt="2020-11-01T14:38:49.229" v="1752" actId="5793"/>
          <ac:spMkLst>
            <pc:docMk/>
            <pc:sldMk cId="1452466845" sldId="350"/>
            <ac:spMk id="12" creationId="{D029A7D1-7AA0-4E29-8A04-79138B2FBE65}"/>
          </ac:spMkLst>
        </pc:spChg>
        <pc:spChg chg="mod">
          <ac:chgData name="Duy" userId="00f02d2ea35a0614" providerId="LiveId" clId="{484E8515-05DD-484D-AE31-619B5CE8A02D}" dt="2020-11-01T15:38:06.591" v="2710" actId="1076"/>
          <ac:spMkLst>
            <pc:docMk/>
            <pc:sldMk cId="1452466845" sldId="350"/>
            <ac:spMk id="14" creationId="{8784778B-84B4-4EAB-98CD-85943FB34DF5}"/>
          </ac:spMkLst>
        </pc:spChg>
      </pc:sldChg>
      <pc:sldChg chg="add">
        <pc:chgData name="Duy" userId="00f02d2ea35a0614" providerId="LiveId" clId="{484E8515-05DD-484D-AE31-619B5CE8A02D}" dt="2020-11-17T05:59:33.571" v="2723"/>
        <pc:sldMkLst>
          <pc:docMk/>
          <pc:sldMk cId="2237795904" sldId="350"/>
        </pc:sldMkLst>
      </pc:sldChg>
      <pc:sldChg chg="addSp delSp modSp add mod modAnim">
        <pc:chgData name="Duy" userId="00f02d2ea35a0614" providerId="LiveId" clId="{484E8515-05DD-484D-AE31-619B5CE8A02D}" dt="2020-11-17T14:29:59.290" v="2724" actId="1076"/>
        <pc:sldMkLst>
          <pc:docMk/>
          <pc:sldMk cId="2973885264" sldId="351"/>
        </pc:sldMkLst>
        <pc:spChg chg="add del mod">
          <ac:chgData name="Duy" userId="00f02d2ea35a0614" providerId="LiveId" clId="{484E8515-05DD-484D-AE31-619B5CE8A02D}" dt="2020-11-01T14:39:02.848" v="1756" actId="478"/>
          <ac:spMkLst>
            <pc:docMk/>
            <pc:sldMk cId="2973885264" sldId="351"/>
            <ac:spMk id="3" creationId="{C1697444-A7D3-469D-B46E-2E7D0EB04CD5}"/>
          </ac:spMkLst>
        </pc:spChg>
        <pc:spChg chg="mod">
          <ac:chgData name="Duy" userId="00f02d2ea35a0614" providerId="LiveId" clId="{484E8515-05DD-484D-AE31-619B5CE8A02D}" dt="2020-11-01T14:44:27.430" v="1830" actId="26606"/>
          <ac:spMkLst>
            <pc:docMk/>
            <pc:sldMk cId="2973885264" sldId="351"/>
            <ac:spMk id="4" creationId="{E4954D5F-BECC-4828-B494-FFADF13EB5CD}"/>
          </ac:spMkLst>
        </pc:spChg>
        <pc:spChg chg="mod">
          <ac:chgData name="Duy" userId="00f02d2ea35a0614" providerId="LiveId" clId="{484E8515-05DD-484D-AE31-619B5CE8A02D}" dt="2020-11-01T14:49:55.951" v="1959" actId="1076"/>
          <ac:spMkLst>
            <pc:docMk/>
            <pc:sldMk cId="2973885264" sldId="351"/>
            <ac:spMk id="5" creationId="{1042924C-8624-405A-9007-FCFE2D620348}"/>
          </ac:spMkLst>
        </pc:spChg>
        <pc:spChg chg="add mod">
          <ac:chgData name="Duy" userId="00f02d2ea35a0614" providerId="LiveId" clId="{484E8515-05DD-484D-AE31-619B5CE8A02D}" dt="2020-11-01T14:50:24.728" v="1967" actId="14100"/>
          <ac:spMkLst>
            <pc:docMk/>
            <pc:sldMk cId="2973885264" sldId="351"/>
            <ac:spMk id="6" creationId="{FE21D218-05D5-4098-BAE3-D7AC941585CA}"/>
          </ac:spMkLst>
        </pc:spChg>
        <pc:spChg chg="mod">
          <ac:chgData name="Duy" userId="00f02d2ea35a0614" providerId="LiveId" clId="{484E8515-05DD-484D-AE31-619B5CE8A02D}" dt="2020-11-01T14:44:27.430" v="1830" actId="26606"/>
          <ac:spMkLst>
            <pc:docMk/>
            <pc:sldMk cId="2973885264" sldId="351"/>
            <ac:spMk id="7" creationId="{C017288B-7B56-41C5-B8D7-781697A7E9A9}"/>
          </ac:spMkLst>
        </pc:spChg>
        <pc:spChg chg="mod">
          <ac:chgData name="Duy" userId="00f02d2ea35a0614" providerId="LiveId" clId="{484E8515-05DD-484D-AE31-619B5CE8A02D}" dt="2020-11-01T14:44:27.430" v="1830" actId="26606"/>
          <ac:spMkLst>
            <pc:docMk/>
            <pc:sldMk cId="2973885264" sldId="351"/>
            <ac:spMk id="12" creationId="{D029A7D1-7AA0-4E29-8A04-79138B2FBE65}"/>
          </ac:spMkLst>
        </pc:spChg>
        <pc:spChg chg="add mod">
          <ac:chgData name="Duy" userId="00f02d2ea35a0614" providerId="LiveId" clId="{484E8515-05DD-484D-AE31-619B5CE8A02D}" dt="2020-11-01T14:49:55.951" v="1959" actId="1076"/>
          <ac:spMkLst>
            <pc:docMk/>
            <pc:sldMk cId="2973885264" sldId="351"/>
            <ac:spMk id="13" creationId="{154B67D4-D033-4315-92F0-1644EC9D86D9}"/>
          </ac:spMkLst>
        </pc:spChg>
        <pc:spChg chg="del">
          <ac:chgData name="Duy" userId="00f02d2ea35a0614" providerId="LiveId" clId="{484E8515-05DD-484D-AE31-619B5CE8A02D}" dt="2020-11-01T14:39:01.874" v="1755" actId="478"/>
          <ac:spMkLst>
            <pc:docMk/>
            <pc:sldMk cId="2973885264" sldId="351"/>
            <ac:spMk id="14" creationId="{8784778B-84B4-4EAB-98CD-85943FB34DF5}"/>
          </ac:spMkLst>
        </pc:spChg>
        <pc:spChg chg="add mod">
          <ac:chgData name="Duy" userId="00f02d2ea35a0614" providerId="LiveId" clId="{484E8515-05DD-484D-AE31-619B5CE8A02D}" dt="2020-11-01T14:49:55.951" v="1959" actId="1076"/>
          <ac:spMkLst>
            <pc:docMk/>
            <pc:sldMk cId="2973885264" sldId="351"/>
            <ac:spMk id="15" creationId="{41F27B93-C7AF-4EA7-8844-B3088DEBA921}"/>
          </ac:spMkLst>
        </pc:spChg>
        <pc:spChg chg="add mod">
          <ac:chgData name="Duy" userId="00f02d2ea35a0614" providerId="LiveId" clId="{484E8515-05DD-484D-AE31-619B5CE8A02D}" dt="2020-11-01T14:49:55.951" v="1959" actId="1076"/>
          <ac:spMkLst>
            <pc:docMk/>
            <pc:sldMk cId="2973885264" sldId="351"/>
            <ac:spMk id="16" creationId="{6748735A-F0F7-4DCB-BF70-770B128C4706}"/>
          </ac:spMkLst>
        </pc:spChg>
        <pc:spChg chg="add mod">
          <ac:chgData name="Duy" userId="00f02d2ea35a0614" providerId="LiveId" clId="{484E8515-05DD-484D-AE31-619B5CE8A02D}" dt="2020-11-01T14:49:55.951" v="1959" actId="1076"/>
          <ac:spMkLst>
            <pc:docMk/>
            <pc:sldMk cId="2973885264" sldId="351"/>
            <ac:spMk id="17" creationId="{4FF57499-A611-4405-ADD0-B2A0FF56239F}"/>
          </ac:spMkLst>
        </pc:spChg>
        <pc:spChg chg="add mod">
          <ac:chgData name="Duy" userId="00f02d2ea35a0614" providerId="LiveId" clId="{484E8515-05DD-484D-AE31-619B5CE8A02D}" dt="2020-11-01T14:49:55.951" v="1959" actId="1076"/>
          <ac:spMkLst>
            <pc:docMk/>
            <pc:sldMk cId="2973885264" sldId="351"/>
            <ac:spMk id="18" creationId="{5908C3EF-F90B-47E6-A648-1FE0B8BE1D49}"/>
          </ac:spMkLst>
        </pc:spChg>
        <pc:picChg chg="add mod">
          <ac:chgData name="Duy" userId="00f02d2ea35a0614" providerId="LiveId" clId="{484E8515-05DD-484D-AE31-619B5CE8A02D}" dt="2020-11-01T14:49:55.951" v="1959" actId="1076"/>
          <ac:picMkLst>
            <pc:docMk/>
            <pc:sldMk cId="2973885264" sldId="351"/>
            <ac:picMk id="11" creationId="{6A1A146E-E164-4E6C-B2B8-2066DF9F5593}"/>
          </ac:picMkLst>
        </pc:picChg>
        <pc:picChg chg="add mod">
          <ac:chgData name="Duy" userId="00f02d2ea35a0614" providerId="LiveId" clId="{484E8515-05DD-484D-AE31-619B5CE8A02D}" dt="2020-11-01T14:49:55.951" v="1959" actId="1076"/>
          <ac:picMkLst>
            <pc:docMk/>
            <pc:sldMk cId="2973885264" sldId="351"/>
            <ac:picMk id="19" creationId="{CF019685-6A1A-4C47-B5EA-01F324688BE3}"/>
          </ac:picMkLst>
        </pc:picChg>
        <pc:picChg chg="add mod">
          <ac:chgData name="Duy" userId="00f02d2ea35a0614" providerId="LiveId" clId="{484E8515-05DD-484D-AE31-619B5CE8A02D}" dt="2020-11-01T14:49:55.951" v="1959" actId="1076"/>
          <ac:picMkLst>
            <pc:docMk/>
            <pc:sldMk cId="2973885264" sldId="351"/>
            <ac:picMk id="20" creationId="{52C18685-5E8B-4FFB-BC0D-C47F59AE4D97}"/>
          </ac:picMkLst>
        </pc:picChg>
        <pc:picChg chg="add mod ord">
          <ac:chgData name="Duy" userId="00f02d2ea35a0614" providerId="LiveId" clId="{484E8515-05DD-484D-AE31-619B5CE8A02D}" dt="2020-11-17T14:29:59.290" v="2724" actId="1076"/>
          <ac:picMkLst>
            <pc:docMk/>
            <pc:sldMk cId="2973885264" sldId="351"/>
            <ac:picMk id="3074" creationId="{FF642CD1-1867-4E02-A75B-A85D99084593}"/>
          </ac:picMkLst>
        </pc:picChg>
        <pc:picChg chg="add mod">
          <ac:chgData name="Duy" userId="00f02d2ea35a0614" providerId="LiveId" clId="{484E8515-05DD-484D-AE31-619B5CE8A02D}" dt="2020-11-01T15:39:29.511" v="2718" actId="1076"/>
          <ac:picMkLst>
            <pc:docMk/>
            <pc:sldMk cId="2973885264" sldId="351"/>
            <ac:picMk id="3076" creationId="{4E18F44E-47D7-40C7-AD91-E81DC9EAF4D1}"/>
          </ac:picMkLst>
        </pc:picChg>
      </pc:sldChg>
      <pc:sldChg chg="add del ord">
        <pc:chgData name="Duy" userId="00f02d2ea35a0614" providerId="LiveId" clId="{484E8515-05DD-484D-AE31-619B5CE8A02D}" dt="2020-11-01T14:43:17.624" v="1791" actId="2696"/>
        <pc:sldMkLst>
          <pc:docMk/>
          <pc:sldMk cId="1078228851" sldId="352"/>
        </pc:sldMkLst>
      </pc:sldChg>
      <pc:sldChg chg="add">
        <pc:chgData name="Duy" userId="00f02d2ea35a0614" providerId="LiveId" clId="{484E8515-05DD-484D-AE31-619B5CE8A02D}" dt="2020-11-01T14:43:22.084" v="1792"/>
        <pc:sldMkLst>
          <pc:docMk/>
          <pc:sldMk cId="3068950489" sldId="352"/>
        </pc:sldMkLst>
      </pc:sldChg>
      <pc:sldChg chg="addSp modSp add mod">
        <pc:chgData name="Duy" userId="00f02d2ea35a0614" providerId="LiveId" clId="{484E8515-05DD-484D-AE31-619B5CE8A02D}" dt="2020-11-01T14:54:23.314" v="1993" actId="14100"/>
        <pc:sldMkLst>
          <pc:docMk/>
          <pc:sldMk cId="3397165657" sldId="353"/>
        </pc:sldMkLst>
        <pc:spChg chg="mod">
          <ac:chgData name="Duy" userId="00f02d2ea35a0614" providerId="LiveId" clId="{484E8515-05DD-484D-AE31-619B5CE8A02D}" dt="2020-11-01T14:52:53.987" v="1972" actId="26606"/>
          <ac:spMkLst>
            <pc:docMk/>
            <pc:sldMk cId="3397165657" sldId="353"/>
            <ac:spMk id="4" creationId="{E4954D5F-BECC-4828-B494-FFADF13EB5CD}"/>
          </ac:spMkLst>
        </pc:spChg>
        <pc:spChg chg="mod">
          <ac:chgData name="Duy" userId="00f02d2ea35a0614" providerId="LiveId" clId="{484E8515-05DD-484D-AE31-619B5CE8A02D}" dt="2020-11-01T14:52:53.987" v="1972" actId="26606"/>
          <ac:spMkLst>
            <pc:docMk/>
            <pc:sldMk cId="3397165657" sldId="353"/>
            <ac:spMk id="5" creationId="{1042924C-8624-405A-9007-FCFE2D620348}"/>
          </ac:spMkLst>
        </pc:spChg>
        <pc:spChg chg="add mod">
          <ac:chgData name="Duy" userId="00f02d2ea35a0614" providerId="LiveId" clId="{484E8515-05DD-484D-AE31-619B5CE8A02D}" dt="2020-11-01T14:54:23.314" v="1993" actId="14100"/>
          <ac:spMkLst>
            <pc:docMk/>
            <pc:sldMk cId="3397165657" sldId="353"/>
            <ac:spMk id="6" creationId="{595FCB58-7B22-449B-A039-C5E492F9A3F8}"/>
          </ac:spMkLst>
        </pc:spChg>
        <pc:spChg chg="mod">
          <ac:chgData name="Duy" userId="00f02d2ea35a0614" providerId="LiveId" clId="{484E8515-05DD-484D-AE31-619B5CE8A02D}" dt="2020-11-01T14:52:53.987" v="1972" actId="26606"/>
          <ac:spMkLst>
            <pc:docMk/>
            <pc:sldMk cId="3397165657" sldId="353"/>
            <ac:spMk id="7" creationId="{C017288B-7B56-41C5-B8D7-781697A7E9A9}"/>
          </ac:spMkLst>
        </pc:spChg>
        <pc:spChg chg="add mod">
          <ac:chgData name="Duy" userId="00f02d2ea35a0614" providerId="LiveId" clId="{484E8515-05DD-484D-AE31-619B5CE8A02D}" dt="2020-11-01T14:54:12.306" v="1987" actId="14100"/>
          <ac:spMkLst>
            <pc:docMk/>
            <pc:sldMk cId="3397165657" sldId="353"/>
            <ac:spMk id="9" creationId="{880B846B-5248-4955-BCC9-707D91B2EC31}"/>
          </ac:spMkLst>
        </pc:spChg>
        <pc:spChg chg="mod">
          <ac:chgData name="Duy" userId="00f02d2ea35a0614" providerId="LiveId" clId="{484E8515-05DD-484D-AE31-619B5CE8A02D}" dt="2020-11-01T14:52:53.987" v="1972" actId="26606"/>
          <ac:spMkLst>
            <pc:docMk/>
            <pc:sldMk cId="3397165657" sldId="353"/>
            <ac:spMk id="12" creationId="{D029A7D1-7AA0-4E29-8A04-79138B2FBE65}"/>
          </ac:spMkLst>
        </pc:spChg>
        <pc:picChg chg="add mod ord">
          <ac:chgData name="Duy" userId="00f02d2ea35a0614" providerId="LiveId" clId="{484E8515-05DD-484D-AE31-619B5CE8A02D}" dt="2020-11-01T14:54:16.411" v="1991" actId="1076"/>
          <ac:picMkLst>
            <pc:docMk/>
            <pc:sldMk cId="3397165657" sldId="353"/>
            <ac:picMk id="3" creationId="{3A9F1F57-1F62-4D1B-B831-FC7A36271844}"/>
          </ac:picMkLst>
        </pc:picChg>
      </pc:sldChg>
      <pc:sldChg chg="addSp delSp modSp add mod modAnim">
        <pc:chgData name="Duy" userId="00f02d2ea35a0614" providerId="LiveId" clId="{484E8515-05DD-484D-AE31-619B5CE8A02D}" dt="2020-11-01T15:06:22.835" v="2458"/>
        <pc:sldMkLst>
          <pc:docMk/>
          <pc:sldMk cId="1140304061" sldId="354"/>
        </pc:sldMkLst>
        <pc:spChg chg="add mod">
          <ac:chgData name="Duy" userId="00f02d2ea35a0614" providerId="LiveId" clId="{484E8515-05DD-484D-AE31-619B5CE8A02D}" dt="2020-11-01T15:02:17.534" v="2347" actId="164"/>
          <ac:spMkLst>
            <pc:docMk/>
            <pc:sldMk cId="1140304061" sldId="354"/>
            <ac:spMk id="6" creationId="{B5A8AA7B-2D6C-4436-B0D1-DC4FB5012028}"/>
          </ac:spMkLst>
        </pc:spChg>
        <pc:spChg chg="add mod">
          <ac:chgData name="Duy" userId="00f02d2ea35a0614" providerId="LiveId" clId="{484E8515-05DD-484D-AE31-619B5CE8A02D}" dt="2020-11-01T15:04:19.754" v="2391" actId="404"/>
          <ac:spMkLst>
            <pc:docMk/>
            <pc:sldMk cId="1140304061" sldId="354"/>
            <ac:spMk id="8" creationId="{BD1BA29B-7E1B-4B34-B871-B48F944CDCB9}"/>
          </ac:spMkLst>
        </pc:spChg>
        <pc:spChg chg="add del mod">
          <ac:chgData name="Duy" userId="00f02d2ea35a0614" providerId="LiveId" clId="{484E8515-05DD-484D-AE31-619B5CE8A02D}" dt="2020-11-01T14:58:22.349" v="2227" actId="478"/>
          <ac:spMkLst>
            <pc:docMk/>
            <pc:sldMk cId="1140304061" sldId="354"/>
            <ac:spMk id="9" creationId="{5AC693A1-EF51-434C-A36E-2284DAE59044}"/>
          </ac:spMkLst>
        </pc:spChg>
        <pc:spChg chg="add mod">
          <ac:chgData name="Duy" userId="00f02d2ea35a0614" providerId="LiveId" clId="{484E8515-05DD-484D-AE31-619B5CE8A02D}" dt="2020-11-01T15:02:17.534" v="2347" actId="164"/>
          <ac:spMkLst>
            <pc:docMk/>
            <pc:sldMk cId="1140304061" sldId="354"/>
            <ac:spMk id="10" creationId="{45B3D1B0-4164-4192-8BDA-E6F1B44D7CBE}"/>
          </ac:spMkLst>
        </pc:spChg>
        <pc:spChg chg="mod">
          <ac:chgData name="Duy" userId="00f02d2ea35a0614" providerId="LiveId" clId="{484E8515-05DD-484D-AE31-619B5CE8A02D}" dt="2020-11-01T14:56:39.606" v="2185" actId="20577"/>
          <ac:spMkLst>
            <pc:docMk/>
            <pc:sldMk cId="1140304061" sldId="354"/>
            <ac:spMk id="12" creationId="{D029A7D1-7AA0-4E29-8A04-79138B2FBE65}"/>
          </ac:spMkLst>
        </pc:spChg>
        <pc:spChg chg="add mod">
          <ac:chgData name="Duy" userId="00f02d2ea35a0614" providerId="LiveId" clId="{484E8515-05DD-484D-AE31-619B5CE8A02D}" dt="2020-11-01T15:04:41.965" v="2397" actId="1076"/>
          <ac:spMkLst>
            <pc:docMk/>
            <pc:sldMk cId="1140304061" sldId="354"/>
            <ac:spMk id="13" creationId="{8D78D06E-D773-4FBD-9265-516427FDE0A7}"/>
          </ac:spMkLst>
        </pc:spChg>
        <pc:spChg chg="add mod">
          <ac:chgData name="Duy" userId="00f02d2ea35a0614" providerId="LiveId" clId="{484E8515-05DD-484D-AE31-619B5CE8A02D}" dt="2020-11-01T15:04:35.595" v="2395" actId="1076"/>
          <ac:spMkLst>
            <pc:docMk/>
            <pc:sldMk cId="1140304061" sldId="354"/>
            <ac:spMk id="14" creationId="{AA9DBABB-EFAB-4326-B978-C0E0015E6C45}"/>
          </ac:spMkLst>
        </pc:spChg>
        <pc:spChg chg="add mod">
          <ac:chgData name="Duy" userId="00f02d2ea35a0614" providerId="LiveId" clId="{484E8515-05DD-484D-AE31-619B5CE8A02D}" dt="2020-11-01T15:04:38.270" v="2396" actId="14100"/>
          <ac:spMkLst>
            <pc:docMk/>
            <pc:sldMk cId="1140304061" sldId="354"/>
            <ac:spMk id="15" creationId="{F11DC200-7433-48F1-B6C1-333818A41FA5}"/>
          </ac:spMkLst>
        </pc:spChg>
        <pc:spChg chg="add mod">
          <ac:chgData name="Duy" userId="00f02d2ea35a0614" providerId="LiveId" clId="{484E8515-05DD-484D-AE31-619B5CE8A02D}" dt="2020-11-01T15:06:03.713" v="2455" actId="1076"/>
          <ac:spMkLst>
            <pc:docMk/>
            <pc:sldMk cId="1140304061" sldId="354"/>
            <ac:spMk id="16" creationId="{6EF7614D-B5B4-4604-91E7-D29A996564C9}"/>
          </ac:spMkLst>
        </pc:spChg>
        <pc:spChg chg="add mod">
          <ac:chgData name="Duy" userId="00f02d2ea35a0614" providerId="LiveId" clId="{484E8515-05DD-484D-AE31-619B5CE8A02D}" dt="2020-11-01T15:04:48.128" v="2398" actId="164"/>
          <ac:spMkLst>
            <pc:docMk/>
            <pc:sldMk cId="1140304061" sldId="354"/>
            <ac:spMk id="18" creationId="{9C8D79D0-3AF3-4FEB-8870-62EC91E6EAD6}"/>
          </ac:spMkLst>
        </pc:spChg>
        <pc:spChg chg="add del mod">
          <ac:chgData name="Duy" userId="00f02d2ea35a0614" providerId="LiveId" clId="{484E8515-05DD-484D-AE31-619B5CE8A02D}" dt="2020-11-01T15:05:25.682" v="2403" actId="478"/>
          <ac:spMkLst>
            <pc:docMk/>
            <pc:sldMk cId="1140304061" sldId="354"/>
            <ac:spMk id="20" creationId="{216F1795-7545-47EC-802A-2D3AB5E815E2}"/>
          </ac:spMkLst>
        </pc:spChg>
        <pc:spChg chg="add mod">
          <ac:chgData name="Duy" userId="00f02d2ea35a0614" providerId="LiveId" clId="{484E8515-05DD-484D-AE31-619B5CE8A02D}" dt="2020-11-01T15:06:08.529" v="2456" actId="164"/>
          <ac:spMkLst>
            <pc:docMk/>
            <pc:sldMk cId="1140304061" sldId="354"/>
            <ac:spMk id="22" creationId="{ABDCD583-410E-4911-88BF-4DCC314D49BF}"/>
          </ac:spMkLst>
        </pc:spChg>
        <pc:grpChg chg="add mod">
          <ac:chgData name="Duy" userId="00f02d2ea35a0614" providerId="LiveId" clId="{484E8515-05DD-484D-AE31-619B5CE8A02D}" dt="2020-11-01T15:04:24.284" v="2392" actId="14100"/>
          <ac:grpSpMkLst>
            <pc:docMk/>
            <pc:sldMk cId="1140304061" sldId="354"/>
            <ac:grpSpMk id="11" creationId="{DFC88F4B-E9A4-4A63-BFC9-F92DD1DC590F}"/>
          </ac:grpSpMkLst>
        </pc:grpChg>
        <pc:grpChg chg="add mod">
          <ac:chgData name="Duy" userId="00f02d2ea35a0614" providerId="LiveId" clId="{484E8515-05DD-484D-AE31-619B5CE8A02D}" dt="2020-11-01T15:04:32.055" v="2394" actId="14100"/>
          <ac:grpSpMkLst>
            <pc:docMk/>
            <pc:sldMk cId="1140304061" sldId="354"/>
            <ac:grpSpMk id="17" creationId="{D991ACEF-E2D6-4692-AE19-4C7A20D3C069}"/>
          </ac:grpSpMkLst>
        </pc:grpChg>
        <pc:grpChg chg="add mod">
          <ac:chgData name="Duy" userId="00f02d2ea35a0614" providerId="LiveId" clId="{484E8515-05DD-484D-AE31-619B5CE8A02D}" dt="2020-11-01T15:06:08.529" v="2456" actId="164"/>
          <ac:grpSpMkLst>
            <pc:docMk/>
            <pc:sldMk cId="1140304061" sldId="354"/>
            <ac:grpSpMk id="21" creationId="{57C47DCF-8BC4-4E16-83AC-191C1B9F295A}"/>
          </ac:grpSpMkLst>
        </pc:grpChg>
        <pc:grpChg chg="add mod">
          <ac:chgData name="Duy" userId="00f02d2ea35a0614" providerId="LiveId" clId="{484E8515-05DD-484D-AE31-619B5CE8A02D}" dt="2020-11-01T15:06:08.529" v="2456" actId="164"/>
          <ac:grpSpMkLst>
            <pc:docMk/>
            <pc:sldMk cId="1140304061" sldId="354"/>
            <ac:grpSpMk id="23" creationId="{9DB946FE-76CD-42ED-9BED-0D7B9C2CB103}"/>
          </ac:grpSpMkLst>
        </pc:grpChg>
      </pc:sldChg>
      <pc:sldChg chg="add">
        <pc:chgData name="Duy" userId="00f02d2ea35a0614" providerId="LiveId" clId="{484E8515-05DD-484D-AE31-619B5CE8A02D}" dt="2020-11-01T15:12:21.449" v="2468"/>
        <pc:sldMkLst>
          <pc:docMk/>
          <pc:sldMk cId="304648059" sldId="355"/>
        </pc:sldMkLst>
      </pc:sldChg>
      <pc:sldChg chg="addSp delSp modSp add del mod">
        <pc:chgData name="Duy" userId="00f02d2ea35a0614" providerId="LiveId" clId="{484E8515-05DD-484D-AE31-619B5CE8A02D}" dt="2020-11-01T15:12:17.312" v="2467" actId="2696"/>
        <pc:sldMkLst>
          <pc:docMk/>
          <pc:sldMk cId="3684203406" sldId="355"/>
        </pc:sldMkLst>
        <pc:spChg chg="mod">
          <ac:chgData name="Duy" userId="00f02d2ea35a0614" providerId="LiveId" clId="{484E8515-05DD-484D-AE31-619B5CE8A02D}" dt="2020-11-01T15:09:54.662" v="2463" actId="26606"/>
          <ac:spMkLst>
            <pc:docMk/>
            <pc:sldMk cId="3684203406" sldId="355"/>
            <ac:spMk id="4" creationId="{E4954D5F-BECC-4828-B494-FFADF13EB5CD}"/>
          </ac:spMkLst>
        </pc:spChg>
        <pc:spChg chg="mod">
          <ac:chgData name="Duy" userId="00f02d2ea35a0614" providerId="LiveId" clId="{484E8515-05DD-484D-AE31-619B5CE8A02D}" dt="2020-11-01T15:09:54.662" v="2463" actId="26606"/>
          <ac:spMkLst>
            <pc:docMk/>
            <pc:sldMk cId="3684203406" sldId="355"/>
            <ac:spMk id="5" creationId="{1042924C-8624-405A-9007-FCFE2D620348}"/>
          </ac:spMkLst>
        </pc:spChg>
        <pc:spChg chg="mod">
          <ac:chgData name="Duy" userId="00f02d2ea35a0614" providerId="LiveId" clId="{484E8515-05DD-484D-AE31-619B5CE8A02D}" dt="2020-11-01T15:09:54.662" v="2463" actId="26606"/>
          <ac:spMkLst>
            <pc:docMk/>
            <pc:sldMk cId="3684203406" sldId="355"/>
            <ac:spMk id="7" creationId="{C017288B-7B56-41C5-B8D7-781697A7E9A9}"/>
          </ac:spMkLst>
        </pc:spChg>
        <pc:spChg chg="mod">
          <ac:chgData name="Duy" userId="00f02d2ea35a0614" providerId="LiveId" clId="{484E8515-05DD-484D-AE31-619B5CE8A02D}" dt="2020-11-01T15:09:54.662" v="2463" actId="26606"/>
          <ac:spMkLst>
            <pc:docMk/>
            <pc:sldMk cId="3684203406" sldId="355"/>
            <ac:spMk id="12" creationId="{D029A7D1-7AA0-4E29-8A04-79138B2FBE65}"/>
          </ac:spMkLst>
        </pc:spChg>
        <pc:graphicFrameChg chg="add del mod">
          <ac:chgData name="Duy" userId="00f02d2ea35a0614" providerId="LiveId" clId="{484E8515-05DD-484D-AE31-619B5CE8A02D}" dt="2020-11-01T15:08:35.448" v="2459" actId="478"/>
          <ac:graphicFrameMkLst>
            <pc:docMk/>
            <pc:sldMk cId="3684203406" sldId="355"/>
            <ac:graphicFrameMk id="2" creationId="{04E93639-5496-4004-8A5C-E4D37E6F1C99}"/>
          </ac:graphicFrameMkLst>
        </pc:graphicFrameChg>
        <pc:picChg chg="add mod ord">
          <ac:chgData name="Duy" userId="00f02d2ea35a0614" providerId="LiveId" clId="{484E8515-05DD-484D-AE31-619B5CE8A02D}" dt="2020-11-01T15:10:16.803" v="2465" actId="14100"/>
          <ac:picMkLst>
            <pc:docMk/>
            <pc:sldMk cId="3684203406" sldId="355"/>
            <ac:picMk id="8" creationId="{0C1590D2-9DA9-4FAE-8283-B6DC29F5171E}"/>
          </ac:picMkLst>
        </pc:picChg>
      </pc:sldChg>
      <pc:sldChg chg="add del">
        <pc:chgData name="Duy" userId="00f02d2ea35a0614" providerId="LiveId" clId="{484E8515-05DD-484D-AE31-619B5CE8A02D}" dt="2020-11-01T15:21:04.298" v="2594" actId="47"/>
        <pc:sldMkLst>
          <pc:docMk/>
          <pc:sldMk cId="943278769" sldId="356"/>
        </pc:sldMkLst>
      </pc:sldChg>
      <pc:sldChg chg="add">
        <pc:chgData name="Duy" userId="00f02d2ea35a0614" providerId="LiveId" clId="{484E8515-05DD-484D-AE31-619B5CE8A02D}" dt="2020-11-01T15:40:12.274" v="2719"/>
        <pc:sldMkLst>
          <pc:docMk/>
          <pc:sldMk cId="3539833227" sldId="356"/>
        </pc:sldMkLst>
      </pc:sldChg>
      <pc:sldChg chg="add del">
        <pc:chgData name="Duy" userId="00f02d2ea35a0614" providerId="LiveId" clId="{484E8515-05DD-484D-AE31-619B5CE8A02D}" dt="2020-11-01T15:21:04.298" v="2594" actId="47"/>
        <pc:sldMkLst>
          <pc:docMk/>
          <pc:sldMk cId="1529535355" sldId="357"/>
        </pc:sldMkLst>
      </pc:sldChg>
      <pc:sldChg chg="add del">
        <pc:chgData name="Duy" userId="00f02d2ea35a0614" providerId="LiveId" clId="{484E8515-05DD-484D-AE31-619B5CE8A02D}" dt="2020-11-01T15:21:04.298" v="2594" actId="47"/>
        <pc:sldMkLst>
          <pc:docMk/>
          <pc:sldMk cId="570725732" sldId="358"/>
        </pc:sldMkLst>
      </pc:sldChg>
      <pc:sldChg chg="add del">
        <pc:chgData name="Duy" userId="00f02d2ea35a0614" providerId="LiveId" clId="{484E8515-05DD-484D-AE31-619B5CE8A02D}" dt="2020-11-01T15:21:04.298" v="2594" actId="47"/>
        <pc:sldMkLst>
          <pc:docMk/>
          <pc:sldMk cId="3595271700" sldId="359"/>
        </pc:sldMkLst>
      </pc:sldChg>
      <pc:sldChg chg="add del">
        <pc:chgData name="Duy" userId="00f02d2ea35a0614" providerId="LiveId" clId="{484E8515-05DD-484D-AE31-619B5CE8A02D}" dt="2020-11-01T15:21:04.298" v="2594" actId="47"/>
        <pc:sldMkLst>
          <pc:docMk/>
          <pc:sldMk cId="581859127" sldId="360"/>
        </pc:sldMkLst>
      </pc:sldChg>
      <pc:sldChg chg="add del">
        <pc:chgData name="Duy" userId="00f02d2ea35a0614" providerId="LiveId" clId="{484E8515-05DD-484D-AE31-619B5CE8A02D}" dt="2020-11-01T15:21:04.298" v="2594" actId="47"/>
        <pc:sldMkLst>
          <pc:docMk/>
          <pc:sldMk cId="1737462247" sldId="361"/>
        </pc:sldMkLst>
      </pc:sldChg>
      <pc:sldChg chg="add del">
        <pc:chgData name="Duy" userId="00f02d2ea35a0614" providerId="LiveId" clId="{484E8515-05DD-484D-AE31-619B5CE8A02D}" dt="2020-11-01T15:21:04.298" v="2594" actId="47"/>
        <pc:sldMkLst>
          <pc:docMk/>
          <pc:sldMk cId="2011703009" sldId="362"/>
        </pc:sldMkLst>
      </pc:sldChg>
      <pc:sldChg chg="add del">
        <pc:chgData name="Duy" userId="00f02d2ea35a0614" providerId="LiveId" clId="{484E8515-05DD-484D-AE31-619B5CE8A02D}" dt="2020-11-01T15:21:04.298" v="2594" actId="47"/>
        <pc:sldMkLst>
          <pc:docMk/>
          <pc:sldMk cId="2269720143" sldId="363"/>
        </pc:sldMkLst>
      </pc:sldChg>
    </pc:docChg>
  </pc:docChgLst>
  <pc:docChgLst>
    <pc:chgData name="Duy" userId="00f02d2ea35a0614" providerId="LiveId" clId="{8366168E-CBEA-4C3F-B4CF-9CC6018715E1}"/>
    <pc:docChg chg="undo custSel delSld modSld modSection">
      <pc:chgData name="Duy" userId="00f02d2ea35a0614" providerId="LiveId" clId="{8366168E-CBEA-4C3F-B4CF-9CC6018715E1}" dt="2021-10-04T04:34:14.850" v="167"/>
      <pc:docMkLst>
        <pc:docMk/>
      </pc:docMkLst>
      <pc:sldChg chg="addSp">
        <pc:chgData name="Duy" userId="00f02d2ea35a0614" providerId="LiveId" clId="{8366168E-CBEA-4C3F-B4CF-9CC6018715E1}" dt="2021-10-04T03:59:58.744" v="147"/>
        <pc:sldMkLst>
          <pc:docMk/>
          <pc:sldMk cId="1601255511" sldId="302"/>
        </pc:sldMkLst>
        <pc:inkChg chg="add">
          <ac:chgData name="Duy" userId="00f02d2ea35a0614" providerId="LiveId" clId="{8366168E-CBEA-4C3F-B4CF-9CC6018715E1}" dt="2021-10-04T03:59:58.744" v="147"/>
          <ac:inkMkLst>
            <pc:docMk/>
            <pc:sldMk cId="1601255511" sldId="302"/>
            <ac:inkMk id="8" creationId="{CB71790A-2BBA-4E8F-8743-6DD5877CD6B0}"/>
          </ac:inkMkLst>
        </pc:inkChg>
      </pc:sldChg>
      <pc:sldChg chg="addSp modSp mod">
        <pc:chgData name="Duy" userId="00f02d2ea35a0614" providerId="LiveId" clId="{8366168E-CBEA-4C3F-B4CF-9CC6018715E1}" dt="2021-10-04T04:03:27.891" v="154"/>
        <pc:sldMkLst>
          <pc:docMk/>
          <pc:sldMk cId="645659831" sldId="340"/>
        </pc:sldMkLst>
        <pc:spChg chg="mod">
          <ac:chgData name="Duy" userId="00f02d2ea35a0614" providerId="LiveId" clId="{8366168E-CBEA-4C3F-B4CF-9CC6018715E1}" dt="2021-10-04T04:00:09.791" v="153" actId="113"/>
          <ac:spMkLst>
            <pc:docMk/>
            <pc:sldMk cId="645659831" sldId="340"/>
            <ac:spMk id="8" creationId="{965BAC28-86DC-45D0-93B6-3DE84263127F}"/>
          </ac:spMkLst>
        </pc:spChg>
        <pc:inkChg chg="add">
          <ac:chgData name="Duy" userId="00f02d2ea35a0614" providerId="LiveId" clId="{8366168E-CBEA-4C3F-B4CF-9CC6018715E1}" dt="2021-10-04T04:03:27.891" v="154"/>
          <ac:inkMkLst>
            <pc:docMk/>
            <pc:sldMk cId="645659831" sldId="340"/>
            <ac:inkMk id="3" creationId="{E1C500AC-DC85-4257-99E5-9C986EF9A2A0}"/>
          </ac:inkMkLst>
        </pc:inkChg>
      </pc:sldChg>
      <pc:sldChg chg="modSp mod">
        <pc:chgData name="Duy" userId="00f02d2ea35a0614" providerId="LiveId" clId="{8366168E-CBEA-4C3F-B4CF-9CC6018715E1}" dt="2021-10-04T04:03:45.261" v="166" actId="20577"/>
        <pc:sldMkLst>
          <pc:docMk/>
          <pc:sldMk cId="1806658767" sldId="343"/>
        </pc:sldMkLst>
        <pc:spChg chg="mod">
          <ac:chgData name="Duy" userId="00f02d2ea35a0614" providerId="LiveId" clId="{8366168E-CBEA-4C3F-B4CF-9CC6018715E1}" dt="2021-10-04T04:03:45.261" v="166" actId="20577"/>
          <ac:spMkLst>
            <pc:docMk/>
            <pc:sldMk cId="1806658767" sldId="343"/>
            <ac:spMk id="14" creationId="{8784778B-84B4-4EAB-98CD-85943FB34DF5}"/>
          </ac:spMkLst>
        </pc:spChg>
      </pc:sldChg>
      <pc:sldChg chg="addSp delSp mod addAnim delAnim">
        <pc:chgData name="Duy" userId="00f02d2ea35a0614" providerId="LiveId" clId="{8366168E-CBEA-4C3F-B4CF-9CC6018715E1}" dt="2021-10-04T02:37:23.228" v="66" actId="478"/>
        <pc:sldMkLst>
          <pc:docMk/>
          <pc:sldMk cId="2650943593" sldId="345"/>
        </pc:sldMkLst>
        <pc:picChg chg="add del">
          <ac:chgData name="Duy" userId="00f02d2ea35a0614" providerId="LiveId" clId="{8366168E-CBEA-4C3F-B4CF-9CC6018715E1}" dt="2021-10-04T02:37:23.228" v="66" actId="478"/>
          <ac:picMkLst>
            <pc:docMk/>
            <pc:sldMk cId="2650943593" sldId="345"/>
            <ac:picMk id="10" creationId="{0AFA280F-5BC9-4C4D-815F-1981DB035916}"/>
          </ac:picMkLst>
        </pc:picChg>
      </pc:sldChg>
      <pc:sldChg chg="addSp modSp mod">
        <pc:chgData name="Duy" userId="00f02d2ea35a0614" providerId="LiveId" clId="{8366168E-CBEA-4C3F-B4CF-9CC6018715E1}" dt="2021-10-04T03:59:58.744" v="147"/>
        <pc:sldMkLst>
          <pc:docMk/>
          <pc:sldMk cId="316319758" sldId="346"/>
        </pc:sldMkLst>
        <pc:spChg chg="mod">
          <ac:chgData name="Duy" userId="00f02d2ea35a0614" providerId="LiveId" clId="{8366168E-CBEA-4C3F-B4CF-9CC6018715E1}" dt="2021-10-04T03:44:47.523" v="146" actId="20577"/>
          <ac:spMkLst>
            <pc:docMk/>
            <pc:sldMk cId="316319758" sldId="346"/>
            <ac:spMk id="3" creationId="{00000000-0000-0000-0000-000000000000}"/>
          </ac:spMkLst>
        </pc:spChg>
        <pc:inkChg chg="add">
          <ac:chgData name="Duy" userId="00f02d2ea35a0614" providerId="LiveId" clId="{8366168E-CBEA-4C3F-B4CF-9CC6018715E1}" dt="2021-10-04T03:43:28.373" v="74"/>
          <ac:inkMkLst>
            <pc:docMk/>
            <pc:sldMk cId="316319758" sldId="346"/>
            <ac:inkMk id="7" creationId="{3FF1E164-564C-4FD1-A0B1-541A2E8B268E}"/>
          </ac:inkMkLst>
        </pc:inkChg>
        <pc:inkChg chg="add">
          <ac:chgData name="Duy" userId="00f02d2ea35a0614" providerId="LiveId" clId="{8366168E-CBEA-4C3F-B4CF-9CC6018715E1}" dt="2021-10-04T03:59:58.744" v="147"/>
          <ac:inkMkLst>
            <pc:docMk/>
            <pc:sldMk cId="316319758" sldId="346"/>
            <ac:inkMk id="8" creationId="{82EDE406-2ACA-47EF-B2BF-37F31A7D69FF}"/>
          </ac:inkMkLst>
        </pc:inkChg>
      </pc:sldChg>
      <pc:sldChg chg="addSp">
        <pc:chgData name="Duy" userId="00f02d2ea35a0614" providerId="LiveId" clId="{8366168E-CBEA-4C3F-B4CF-9CC6018715E1}" dt="2021-10-04T03:59:58.744" v="147"/>
        <pc:sldMkLst>
          <pc:docMk/>
          <pc:sldMk cId="3251838174" sldId="348"/>
        </pc:sldMkLst>
        <pc:inkChg chg="add">
          <ac:chgData name="Duy" userId="00f02d2ea35a0614" providerId="LiveId" clId="{8366168E-CBEA-4C3F-B4CF-9CC6018715E1}" dt="2021-10-04T03:59:58.744" v="147"/>
          <ac:inkMkLst>
            <pc:docMk/>
            <pc:sldMk cId="3251838174" sldId="348"/>
            <ac:inkMk id="3" creationId="{328E6713-5ED6-4B17-BA65-66BF2B7EC064}"/>
          </ac:inkMkLst>
        </pc:inkChg>
      </pc:sldChg>
      <pc:sldChg chg="del">
        <pc:chgData name="Duy" userId="00f02d2ea35a0614" providerId="LiveId" clId="{8366168E-CBEA-4C3F-B4CF-9CC6018715E1}" dt="2021-10-04T02:38:11.952" v="67" actId="47"/>
        <pc:sldMkLst>
          <pc:docMk/>
          <pc:sldMk cId="2237795904" sldId="350"/>
        </pc:sldMkLst>
      </pc:sldChg>
      <pc:sldChg chg="delSp modSp mod delAnim">
        <pc:chgData name="Duy" userId="00f02d2ea35a0614" providerId="LiveId" clId="{8366168E-CBEA-4C3F-B4CF-9CC6018715E1}" dt="2021-10-04T02:38:39.860" v="71" actId="1076"/>
        <pc:sldMkLst>
          <pc:docMk/>
          <pc:sldMk cId="2973885264" sldId="351"/>
        </pc:sldMkLst>
        <pc:spChg chg="del">
          <ac:chgData name="Duy" userId="00f02d2ea35a0614" providerId="LiveId" clId="{8366168E-CBEA-4C3F-B4CF-9CC6018715E1}" dt="2021-10-04T02:38:32.793" v="68" actId="478"/>
          <ac:spMkLst>
            <pc:docMk/>
            <pc:sldMk cId="2973885264" sldId="351"/>
            <ac:spMk id="6" creationId="{FE21D218-05D5-4098-BAE3-D7AC941585CA}"/>
          </ac:spMkLst>
        </pc:spChg>
        <pc:picChg chg="mod">
          <ac:chgData name="Duy" userId="00f02d2ea35a0614" providerId="LiveId" clId="{8366168E-CBEA-4C3F-B4CF-9CC6018715E1}" dt="2021-10-04T02:38:39.860" v="71" actId="1076"/>
          <ac:picMkLst>
            <pc:docMk/>
            <pc:sldMk cId="2973885264" sldId="351"/>
            <ac:picMk id="3076" creationId="{4E18F44E-47D7-40C7-AD91-E81DC9EAF4D1}"/>
          </ac:picMkLst>
        </pc:picChg>
      </pc:sldChg>
      <pc:sldChg chg="addSp">
        <pc:chgData name="Duy" userId="00f02d2ea35a0614" providerId="LiveId" clId="{8366168E-CBEA-4C3F-B4CF-9CC6018715E1}" dt="2021-10-04T04:34:14.850" v="167"/>
        <pc:sldMkLst>
          <pc:docMk/>
          <pc:sldMk cId="3397165657" sldId="353"/>
        </pc:sldMkLst>
        <pc:inkChg chg="add">
          <ac:chgData name="Duy" userId="00f02d2ea35a0614" providerId="LiveId" clId="{8366168E-CBEA-4C3F-B4CF-9CC6018715E1}" dt="2021-10-04T04:34:14.850" v="167"/>
          <ac:inkMkLst>
            <pc:docMk/>
            <pc:sldMk cId="3397165657" sldId="353"/>
            <ac:inkMk id="2" creationId="{6C446315-A17A-46B6-BEF6-29E18AC5537F}"/>
          </ac:inkMkLst>
        </pc:inkChg>
      </pc:sldChg>
      <pc:sldChg chg="addSp delSp mod addAnim delAnim">
        <pc:chgData name="Duy" userId="00f02d2ea35a0614" providerId="LiveId" clId="{8366168E-CBEA-4C3F-B4CF-9CC6018715E1}" dt="2021-10-04T02:38:48.774" v="73" actId="478"/>
        <pc:sldMkLst>
          <pc:docMk/>
          <pc:sldMk cId="1140304061" sldId="354"/>
        </pc:sldMkLst>
        <pc:grpChg chg="add del">
          <ac:chgData name="Duy" userId="00f02d2ea35a0614" providerId="LiveId" clId="{8366168E-CBEA-4C3F-B4CF-9CC6018715E1}" dt="2021-10-04T02:38:48.774" v="73" actId="478"/>
          <ac:grpSpMkLst>
            <pc:docMk/>
            <pc:sldMk cId="1140304061" sldId="354"/>
            <ac:grpSpMk id="23" creationId="{9DB946FE-76CD-42ED-9BED-0D7B9C2CB103}"/>
          </ac:grpSpMkLst>
        </pc:grpChg>
      </pc:sldChg>
    </pc:docChg>
  </pc:docChgLst>
  <pc:docChgLst>
    <pc:chgData name="Duy Doan" userId="00f02d2ea35a0614" providerId="LiveId" clId="{CA0149E1-EFDC-441A-BC0C-D4A93BD1043A}"/>
    <pc:docChg chg="undo custSel addSld delSld modSld modSection">
      <pc:chgData name="Duy Doan" userId="00f02d2ea35a0614" providerId="LiveId" clId="{CA0149E1-EFDC-441A-BC0C-D4A93BD1043A}" dt="2020-09-10T00:20:57.470" v="2582" actId="20577"/>
      <pc:docMkLst>
        <pc:docMk/>
      </pc:docMkLst>
      <pc:sldChg chg="modSp mod">
        <pc:chgData name="Duy Doan" userId="00f02d2ea35a0614" providerId="LiveId" clId="{CA0149E1-EFDC-441A-BC0C-D4A93BD1043A}" dt="2020-09-09T15:33:50.242" v="52" actId="404"/>
        <pc:sldMkLst>
          <pc:docMk/>
          <pc:sldMk cId="0" sldId="262"/>
        </pc:sldMkLst>
        <pc:spChg chg="mod">
          <ac:chgData name="Duy Doan" userId="00f02d2ea35a0614" providerId="LiveId" clId="{CA0149E1-EFDC-441A-BC0C-D4A93BD1043A}" dt="2020-09-09T15:33:50.242" v="52" actId="404"/>
          <ac:spMkLst>
            <pc:docMk/>
            <pc:sldMk cId="0" sldId="262"/>
            <ac:spMk id="2" creationId="{00000000-0000-0000-0000-000000000000}"/>
          </ac:spMkLst>
        </pc:spChg>
        <pc:spChg chg="mod">
          <ac:chgData name="Duy Doan" userId="00f02d2ea35a0614" providerId="LiveId" clId="{CA0149E1-EFDC-441A-BC0C-D4A93BD1043A}" dt="2020-09-09T15:33:34.093" v="48" actId="14100"/>
          <ac:spMkLst>
            <pc:docMk/>
            <pc:sldMk cId="0" sldId="262"/>
            <ac:spMk id="3" creationId="{00000000-0000-0000-0000-000000000000}"/>
          </ac:spMkLst>
        </pc:spChg>
      </pc:sldChg>
      <pc:sldChg chg="delSp modSp add mod">
        <pc:chgData name="Duy Doan" userId="00f02d2ea35a0614" providerId="LiveId" clId="{CA0149E1-EFDC-441A-BC0C-D4A93BD1043A}" dt="2020-09-09T15:47:42.370" v="533" actId="1076"/>
        <pc:sldMkLst>
          <pc:docMk/>
          <pc:sldMk cId="1632975580" sldId="277"/>
        </pc:sldMkLst>
        <pc:spChg chg="mod">
          <ac:chgData name="Duy Doan" userId="00f02d2ea35a0614" providerId="LiveId" clId="{CA0149E1-EFDC-441A-BC0C-D4A93BD1043A}" dt="2020-09-09T15:47:11.586" v="522" actId="1076"/>
          <ac:spMkLst>
            <pc:docMk/>
            <pc:sldMk cId="1632975580" sldId="277"/>
            <ac:spMk id="8" creationId="{313D9FF0-F8B2-49E3-AA3C-60BAE0536ADF}"/>
          </ac:spMkLst>
        </pc:spChg>
        <pc:spChg chg="del">
          <ac:chgData name="Duy Doan" userId="00f02d2ea35a0614" providerId="LiveId" clId="{CA0149E1-EFDC-441A-BC0C-D4A93BD1043A}" dt="2020-09-09T15:47:00.217" v="515" actId="478"/>
          <ac:spMkLst>
            <pc:docMk/>
            <pc:sldMk cId="1632975580" sldId="277"/>
            <ac:spMk id="9" creationId="{1C0C7D22-3DAC-4758-925A-0B3A97421ADE}"/>
          </ac:spMkLst>
        </pc:spChg>
        <pc:spChg chg="mod">
          <ac:chgData name="Duy Doan" userId="00f02d2ea35a0614" providerId="LiveId" clId="{CA0149E1-EFDC-441A-BC0C-D4A93BD1043A}" dt="2020-09-09T15:47:29.663" v="530" actId="1076"/>
          <ac:spMkLst>
            <pc:docMk/>
            <pc:sldMk cId="1632975580" sldId="277"/>
            <ac:spMk id="15" creationId="{A4D01DF5-543E-448E-A160-1CD27382C10B}"/>
          </ac:spMkLst>
        </pc:spChg>
        <pc:spChg chg="mod">
          <ac:chgData name="Duy Doan" userId="00f02d2ea35a0614" providerId="LiveId" clId="{CA0149E1-EFDC-441A-BC0C-D4A93BD1043A}" dt="2020-09-09T15:47:42.370" v="533" actId="1076"/>
          <ac:spMkLst>
            <pc:docMk/>
            <pc:sldMk cId="1632975580" sldId="277"/>
            <ac:spMk id="19" creationId="{D870E5FB-F792-4753-9AF2-C763F90AE3A8}"/>
          </ac:spMkLst>
        </pc:spChg>
        <pc:spChg chg="del">
          <ac:chgData name="Duy Doan" userId="00f02d2ea35a0614" providerId="LiveId" clId="{CA0149E1-EFDC-441A-BC0C-D4A93BD1043A}" dt="2020-09-09T15:47:08.918" v="521" actId="478"/>
          <ac:spMkLst>
            <pc:docMk/>
            <pc:sldMk cId="1632975580" sldId="277"/>
            <ac:spMk id="25" creationId="{8B013F37-A538-4C18-87A4-0D86800AC7A2}"/>
          </ac:spMkLst>
        </pc:spChg>
        <pc:spChg chg="del">
          <ac:chgData name="Duy Doan" userId="00f02d2ea35a0614" providerId="LiveId" clId="{CA0149E1-EFDC-441A-BC0C-D4A93BD1043A}" dt="2020-09-09T15:47:36.113" v="531" actId="478"/>
          <ac:spMkLst>
            <pc:docMk/>
            <pc:sldMk cId="1632975580" sldId="277"/>
            <ac:spMk id="32" creationId="{F2E94463-1D67-4BF3-98BC-3882D59DF6CD}"/>
          </ac:spMkLst>
        </pc:spChg>
        <pc:picChg chg="del">
          <ac:chgData name="Duy Doan" userId="00f02d2ea35a0614" providerId="LiveId" clId="{CA0149E1-EFDC-441A-BC0C-D4A93BD1043A}" dt="2020-09-09T15:47:18.376" v="526" actId="478"/>
          <ac:picMkLst>
            <pc:docMk/>
            <pc:sldMk cId="1632975580" sldId="277"/>
            <ac:picMk id="10" creationId="{0E36ABB4-ADDB-4912-9F32-A9238D454BBD}"/>
          </ac:picMkLst>
        </pc:picChg>
        <pc:picChg chg="del">
          <ac:chgData name="Duy Doan" userId="00f02d2ea35a0614" providerId="LiveId" clId="{CA0149E1-EFDC-441A-BC0C-D4A93BD1043A}" dt="2020-09-09T15:47:04.070" v="518" actId="478"/>
          <ac:picMkLst>
            <pc:docMk/>
            <pc:sldMk cId="1632975580" sldId="277"/>
            <ac:picMk id="11" creationId="{3B61648D-2EE8-4813-8D15-2B0111DE3C45}"/>
          </ac:picMkLst>
        </pc:picChg>
        <pc:picChg chg="del">
          <ac:chgData name="Duy Doan" userId="00f02d2ea35a0614" providerId="LiveId" clId="{CA0149E1-EFDC-441A-BC0C-D4A93BD1043A}" dt="2020-09-09T15:47:02.534" v="516" actId="478"/>
          <ac:picMkLst>
            <pc:docMk/>
            <pc:sldMk cId="1632975580" sldId="277"/>
            <ac:picMk id="12" creationId="{554DB567-5222-4811-BFC3-611183F917B5}"/>
          </ac:picMkLst>
        </pc:picChg>
        <pc:picChg chg="del">
          <ac:chgData name="Duy Doan" userId="00f02d2ea35a0614" providerId="LiveId" clId="{CA0149E1-EFDC-441A-BC0C-D4A93BD1043A}" dt="2020-09-09T15:47:03.372" v="517" actId="478"/>
          <ac:picMkLst>
            <pc:docMk/>
            <pc:sldMk cId="1632975580" sldId="277"/>
            <ac:picMk id="16" creationId="{D46A51C6-FC79-46BB-9498-D36F0841BFBE}"/>
          </ac:picMkLst>
        </pc:picChg>
        <pc:picChg chg="del">
          <ac:chgData name="Duy Doan" userId="00f02d2ea35a0614" providerId="LiveId" clId="{CA0149E1-EFDC-441A-BC0C-D4A93BD1043A}" dt="2020-09-09T15:47:04.778" v="519" actId="478"/>
          <ac:picMkLst>
            <pc:docMk/>
            <pc:sldMk cId="1632975580" sldId="277"/>
            <ac:picMk id="22" creationId="{FB9B9A88-9E58-4742-9334-A267B8E4AE01}"/>
          </ac:picMkLst>
        </pc:picChg>
        <pc:picChg chg="del">
          <ac:chgData name="Duy Doan" userId="00f02d2ea35a0614" providerId="LiveId" clId="{CA0149E1-EFDC-441A-BC0C-D4A93BD1043A}" dt="2020-09-09T15:47:05.504" v="520" actId="478"/>
          <ac:picMkLst>
            <pc:docMk/>
            <pc:sldMk cId="1632975580" sldId="277"/>
            <ac:picMk id="30" creationId="{AE68D424-3270-4BD0-967D-9A69726AEE12}"/>
          </ac:picMkLst>
        </pc:picChg>
        <pc:cxnChg chg="del mod">
          <ac:chgData name="Duy Doan" userId="00f02d2ea35a0614" providerId="LiveId" clId="{CA0149E1-EFDC-441A-BC0C-D4A93BD1043A}" dt="2020-09-09T15:47:19.150" v="527" actId="478"/>
          <ac:cxnSpMkLst>
            <pc:docMk/>
            <pc:sldMk cId="1632975580" sldId="277"/>
            <ac:cxnSpMk id="13" creationId="{79D20C20-726E-477F-829A-F73C13302922}"/>
          </ac:cxnSpMkLst>
        </pc:cxnChg>
        <pc:cxnChg chg="del mod">
          <ac:chgData name="Duy Doan" userId="00f02d2ea35a0614" providerId="LiveId" clId="{CA0149E1-EFDC-441A-BC0C-D4A93BD1043A}" dt="2020-09-09T15:47:17.714" v="525" actId="478"/>
          <ac:cxnSpMkLst>
            <pc:docMk/>
            <pc:sldMk cId="1632975580" sldId="277"/>
            <ac:cxnSpMk id="14" creationId="{D083526D-1630-4464-A955-58B8537678C1}"/>
          </ac:cxnSpMkLst>
        </pc:cxnChg>
        <pc:cxnChg chg="del">
          <ac:chgData name="Duy Doan" userId="00f02d2ea35a0614" providerId="LiveId" clId="{CA0149E1-EFDC-441A-BC0C-D4A93BD1043A}" dt="2020-09-09T15:47:16.596" v="524" actId="478"/>
          <ac:cxnSpMkLst>
            <pc:docMk/>
            <pc:sldMk cId="1632975580" sldId="277"/>
            <ac:cxnSpMk id="17" creationId="{EFC8D66A-95B9-4708-B173-78E6ACB47B06}"/>
          </ac:cxnSpMkLst>
        </pc:cxnChg>
        <pc:cxnChg chg="del">
          <ac:chgData name="Duy Doan" userId="00f02d2ea35a0614" providerId="LiveId" clId="{CA0149E1-EFDC-441A-BC0C-D4A93BD1043A}" dt="2020-09-09T15:47:14.561" v="523" actId="478"/>
          <ac:cxnSpMkLst>
            <pc:docMk/>
            <pc:sldMk cId="1632975580" sldId="277"/>
            <ac:cxnSpMk id="18" creationId="{4EA42D6C-673D-4A1F-BC5F-73C25BA0C4A5}"/>
          </ac:cxnSpMkLst>
        </pc:cxnChg>
        <pc:cxnChg chg="del">
          <ac:chgData name="Duy Doan" userId="00f02d2ea35a0614" providerId="LiveId" clId="{CA0149E1-EFDC-441A-BC0C-D4A93BD1043A}" dt="2020-09-09T15:47:08.918" v="521" actId="478"/>
          <ac:cxnSpMkLst>
            <pc:docMk/>
            <pc:sldMk cId="1632975580" sldId="277"/>
            <ac:cxnSpMk id="23" creationId="{31B7DC90-8414-433A-969C-375A22441F51}"/>
          </ac:cxnSpMkLst>
        </pc:cxnChg>
        <pc:cxnChg chg="del">
          <ac:chgData name="Duy Doan" userId="00f02d2ea35a0614" providerId="LiveId" clId="{CA0149E1-EFDC-441A-BC0C-D4A93BD1043A}" dt="2020-09-09T15:47:24.213" v="529" actId="478"/>
          <ac:cxnSpMkLst>
            <pc:docMk/>
            <pc:sldMk cId="1632975580" sldId="277"/>
            <ac:cxnSpMk id="24" creationId="{95BBE2D9-8E10-4AC1-B702-DAE9EFDEF38C}"/>
          </ac:cxnSpMkLst>
        </pc:cxnChg>
        <pc:cxnChg chg="del">
          <ac:chgData name="Duy Doan" userId="00f02d2ea35a0614" providerId="LiveId" clId="{CA0149E1-EFDC-441A-BC0C-D4A93BD1043A}" dt="2020-09-09T15:47:23.289" v="528" actId="478"/>
          <ac:cxnSpMkLst>
            <pc:docMk/>
            <pc:sldMk cId="1632975580" sldId="277"/>
            <ac:cxnSpMk id="31" creationId="{84261F75-9E01-4EE2-9B20-618F350387B2}"/>
          </ac:cxnSpMkLst>
        </pc:cxnChg>
        <pc:cxnChg chg="del">
          <ac:chgData name="Duy Doan" userId="00f02d2ea35a0614" providerId="LiveId" clId="{CA0149E1-EFDC-441A-BC0C-D4A93BD1043A}" dt="2020-09-09T15:47:08.918" v="521" actId="478"/>
          <ac:cxnSpMkLst>
            <pc:docMk/>
            <pc:sldMk cId="1632975580" sldId="277"/>
            <ac:cxnSpMk id="33" creationId="{53A94AFB-EF08-4120-9049-488021BFD06B}"/>
          </ac:cxnSpMkLst>
        </pc:cxnChg>
      </pc:sldChg>
      <pc:sldChg chg="addSp modSp mod modAnim">
        <pc:chgData name="Duy Doan" userId="00f02d2ea35a0614" providerId="LiveId" clId="{CA0149E1-EFDC-441A-BC0C-D4A93BD1043A}" dt="2020-09-09T15:59:38.852" v="971"/>
        <pc:sldMkLst>
          <pc:docMk/>
          <pc:sldMk cId="1601255511" sldId="302"/>
        </pc:sldMkLst>
        <pc:spChg chg="mod">
          <ac:chgData name="Duy Doan" userId="00f02d2ea35a0614" providerId="LiveId" clId="{CA0149E1-EFDC-441A-BC0C-D4A93BD1043A}" dt="2020-09-09T15:40:23.790" v="270" actId="20577"/>
          <ac:spMkLst>
            <pc:docMk/>
            <pc:sldMk cId="1601255511" sldId="302"/>
            <ac:spMk id="2" creationId="{00000000-0000-0000-0000-000000000000}"/>
          </ac:spMkLst>
        </pc:spChg>
        <pc:spChg chg="mod">
          <ac:chgData name="Duy Doan" userId="00f02d2ea35a0614" providerId="LiveId" clId="{CA0149E1-EFDC-441A-BC0C-D4A93BD1043A}" dt="2020-09-09T15:58:38.678" v="954" actId="14100"/>
          <ac:spMkLst>
            <pc:docMk/>
            <pc:sldMk cId="1601255511" sldId="302"/>
            <ac:spMk id="3" creationId="{00000000-0000-0000-0000-000000000000}"/>
          </ac:spMkLst>
        </pc:spChg>
        <pc:spChg chg="add mod">
          <ac:chgData name="Duy Doan" userId="00f02d2ea35a0614" providerId="LiveId" clId="{CA0149E1-EFDC-441A-BC0C-D4A93BD1043A}" dt="2020-09-09T15:58:50.684" v="959" actId="1076"/>
          <ac:spMkLst>
            <pc:docMk/>
            <pc:sldMk cId="1601255511" sldId="302"/>
            <ac:spMk id="7" creationId="{A101D922-AEF3-4DAE-9B2F-C3ECB3C6D587}"/>
          </ac:spMkLst>
        </pc:spChg>
      </pc:sldChg>
      <pc:sldChg chg="modSp mod">
        <pc:chgData name="Duy Doan" userId="00f02d2ea35a0614" providerId="LiveId" clId="{CA0149E1-EFDC-441A-BC0C-D4A93BD1043A}" dt="2020-09-09T16:39:01.678" v="2578" actId="20577"/>
        <pc:sldMkLst>
          <pc:docMk/>
          <pc:sldMk cId="281438924" sldId="335"/>
        </pc:sldMkLst>
        <pc:spChg chg="mod">
          <ac:chgData name="Duy Doan" userId="00f02d2ea35a0614" providerId="LiveId" clId="{CA0149E1-EFDC-441A-BC0C-D4A93BD1043A}" dt="2020-09-09T16:39:01.678" v="2578" actId="20577"/>
          <ac:spMkLst>
            <pc:docMk/>
            <pc:sldMk cId="281438924" sldId="335"/>
            <ac:spMk id="2" creationId="{00000000-0000-0000-0000-000000000000}"/>
          </ac:spMkLst>
        </pc:spChg>
      </pc:sldChg>
      <pc:sldChg chg="del">
        <pc:chgData name="Duy Doan" userId="00f02d2ea35a0614" providerId="LiveId" clId="{CA0149E1-EFDC-441A-BC0C-D4A93BD1043A}" dt="2020-09-09T15:45:07.592" v="512" actId="47"/>
        <pc:sldMkLst>
          <pc:docMk/>
          <pc:sldMk cId="684359561" sldId="336"/>
        </pc:sldMkLst>
      </pc:sldChg>
      <pc:sldChg chg="del">
        <pc:chgData name="Duy Doan" userId="00f02d2ea35a0614" providerId="LiveId" clId="{CA0149E1-EFDC-441A-BC0C-D4A93BD1043A}" dt="2020-09-09T15:45:13.997" v="513" actId="47"/>
        <pc:sldMkLst>
          <pc:docMk/>
          <pc:sldMk cId="1225428903" sldId="337"/>
        </pc:sldMkLst>
      </pc:sldChg>
      <pc:sldChg chg="addSp delSp modSp mod">
        <pc:chgData name="Duy Doan" userId="00f02d2ea35a0614" providerId="LiveId" clId="{CA0149E1-EFDC-441A-BC0C-D4A93BD1043A}" dt="2020-09-09T16:17:39.320" v="1772" actId="113"/>
        <pc:sldMkLst>
          <pc:docMk/>
          <pc:sldMk cId="2352519512" sldId="339"/>
        </pc:sldMkLst>
        <pc:spChg chg="mod">
          <ac:chgData name="Duy Doan" userId="00f02d2ea35a0614" providerId="LiveId" clId="{CA0149E1-EFDC-441A-BC0C-D4A93BD1043A}" dt="2020-09-09T16:00:06.410" v="996" actId="20577"/>
          <ac:spMkLst>
            <pc:docMk/>
            <pc:sldMk cId="2352519512" sldId="339"/>
            <ac:spMk id="2" creationId="{7C90740D-3AA5-4E97-A7E7-E2C33E12B745}"/>
          </ac:spMkLst>
        </pc:spChg>
        <pc:spChg chg="del">
          <ac:chgData name="Duy Doan" userId="00f02d2ea35a0614" providerId="LiveId" clId="{CA0149E1-EFDC-441A-BC0C-D4A93BD1043A}" dt="2020-09-09T16:00:18.258" v="997" actId="478"/>
          <ac:spMkLst>
            <pc:docMk/>
            <pc:sldMk cId="2352519512" sldId="339"/>
            <ac:spMk id="3" creationId="{4838B32A-D35C-4C85-A6D8-D55736548A17}"/>
          </ac:spMkLst>
        </pc:spChg>
        <pc:spChg chg="add del mod">
          <ac:chgData name="Duy Doan" userId="00f02d2ea35a0614" providerId="LiveId" clId="{CA0149E1-EFDC-441A-BC0C-D4A93BD1043A}" dt="2020-09-09T16:00:19.446" v="998" actId="478"/>
          <ac:spMkLst>
            <pc:docMk/>
            <pc:sldMk cId="2352519512" sldId="339"/>
            <ac:spMk id="8" creationId="{4478B58D-7CBF-49F6-B672-9B7277B5884E}"/>
          </ac:spMkLst>
        </pc:spChg>
        <pc:graphicFrameChg chg="add mod modGraphic">
          <ac:chgData name="Duy Doan" userId="00f02d2ea35a0614" providerId="LiveId" clId="{CA0149E1-EFDC-441A-BC0C-D4A93BD1043A}" dt="2020-09-09T16:17:39.320" v="1772" actId="113"/>
          <ac:graphicFrameMkLst>
            <pc:docMk/>
            <pc:sldMk cId="2352519512" sldId="339"/>
            <ac:graphicFrameMk id="9" creationId="{B1CBB7C0-A15D-434D-A079-46CECDDE150F}"/>
          </ac:graphicFrameMkLst>
        </pc:graphicFrameChg>
      </pc:sldChg>
      <pc:sldChg chg="addSp delSp modSp mod">
        <pc:chgData name="Duy Doan" userId="00f02d2ea35a0614" providerId="LiveId" clId="{CA0149E1-EFDC-441A-BC0C-D4A93BD1043A}" dt="2020-09-09T16:34:51.387" v="2309" actId="113"/>
        <pc:sldMkLst>
          <pc:docMk/>
          <pc:sldMk cId="645659831" sldId="340"/>
        </pc:sldMkLst>
        <pc:spChg chg="mod">
          <ac:chgData name="Duy Doan" userId="00f02d2ea35a0614" providerId="LiveId" clId="{CA0149E1-EFDC-441A-BC0C-D4A93BD1043A}" dt="2020-09-09T16:20:07.083" v="1797" actId="20577"/>
          <ac:spMkLst>
            <pc:docMk/>
            <pc:sldMk cId="645659831" sldId="340"/>
            <ac:spMk id="2" creationId="{CCEC80DB-9D08-43D8-AC06-0D79798F221F}"/>
          </ac:spMkLst>
        </pc:spChg>
        <pc:spChg chg="add del mod">
          <ac:chgData name="Duy Doan" userId="00f02d2ea35a0614" providerId="LiveId" clId="{CA0149E1-EFDC-441A-BC0C-D4A93BD1043A}" dt="2020-09-09T16:20:12.094" v="1799" actId="478"/>
          <ac:spMkLst>
            <pc:docMk/>
            <pc:sldMk cId="645659831" sldId="340"/>
            <ac:spMk id="3" creationId="{F24FF139-AC13-4602-BD17-35DCE061B9FA}"/>
          </ac:spMkLst>
        </pc:spChg>
        <pc:spChg chg="del">
          <ac:chgData name="Duy Doan" userId="00f02d2ea35a0614" providerId="LiveId" clId="{CA0149E1-EFDC-441A-BC0C-D4A93BD1043A}" dt="2020-09-09T16:20:17.027" v="1802" actId="478"/>
          <ac:spMkLst>
            <pc:docMk/>
            <pc:sldMk cId="645659831" sldId="340"/>
            <ac:spMk id="7" creationId="{A4A11947-F097-4644-890F-9D3022EC107A}"/>
          </ac:spMkLst>
        </pc:spChg>
        <pc:spChg chg="add del mod">
          <ac:chgData name="Duy Doan" userId="00f02d2ea35a0614" providerId="LiveId" clId="{CA0149E1-EFDC-441A-BC0C-D4A93BD1043A}" dt="2020-09-09T16:20:15.098" v="1801" actId="478"/>
          <ac:spMkLst>
            <pc:docMk/>
            <pc:sldMk cId="645659831" sldId="340"/>
            <ac:spMk id="8" creationId="{15A58135-32D8-4A04-A6D1-93F10B1FEA22}"/>
          </ac:spMkLst>
        </pc:spChg>
        <pc:spChg chg="del">
          <ac:chgData name="Duy Doan" userId="00f02d2ea35a0614" providerId="LiveId" clId="{CA0149E1-EFDC-441A-BC0C-D4A93BD1043A}" dt="2020-09-09T16:20:18.594" v="1803" actId="478"/>
          <ac:spMkLst>
            <pc:docMk/>
            <pc:sldMk cId="645659831" sldId="340"/>
            <ac:spMk id="12" creationId="{CB99C43C-8E2A-4003-96B5-7E556FF9E50F}"/>
          </ac:spMkLst>
        </pc:spChg>
        <pc:spChg chg="add mod">
          <ac:chgData name="Duy Doan" userId="00f02d2ea35a0614" providerId="LiveId" clId="{CA0149E1-EFDC-441A-BC0C-D4A93BD1043A}" dt="2020-09-09T16:34:51.387" v="2309" actId="113"/>
          <ac:spMkLst>
            <pc:docMk/>
            <pc:sldMk cId="645659831" sldId="340"/>
            <ac:spMk id="13" creationId="{D89A2826-589B-4A60-81A9-6479886F09D3}"/>
          </ac:spMkLst>
        </pc:spChg>
        <pc:picChg chg="del">
          <ac:chgData name="Duy Doan" userId="00f02d2ea35a0614" providerId="LiveId" clId="{CA0149E1-EFDC-441A-BC0C-D4A93BD1043A}" dt="2020-09-09T16:20:10.469" v="1798" actId="478"/>
          <ac:picMkLst>
            <pc:docMk/>
            <pc:sldMk cId="645659831" sldId="340"/>
            <ac:picMk id="9" creationId="{3CFDD79F-8A84-4D62-AD68-C0B988D87B38}"/>
          </ac:picMkLst>
        </pc:picChg>
        <pc:picChg chg="del">
          <ac:chgData name="Duy Doan" userId="00f02d2ea35a0614" providerId="LiveId" clId="{CA0149E1-EFDC-441A-BC0C-D4A93BD1043A}" dt="2020-09-09T16:20:12.899" v="1800" actId="478"/>
          <ac:picMkLst>
            <pc:docMk/>
            <pc:sldMk cId="645659831" sldId="340"/>
            <ac:picMk id="10" creationId="{B3CB5F6D-213D-4EC6-98E2-2E45D548643B}"/>
          </ac:picMkLst>
        </pc:picChg>
      </pc:sldChg>
      <pc:sldChg chg="del">
        <pc:chgData name="Duy Doan" userId="00f02d2ea35a0614" providerId="LiveId" clId="{CA0149E1-EFDC-441A-BC0C-D4A93BD1043A}" dt="2020-09-09T16:35:07.257" v="2310" actId="47"/>
        <pc:sldMkLst>
          <pc:docMk/>
          <pc:sldMk cId="3951237472" sldId="341"/>
        </pc:sldMkLst>
      </pc:sldChg>
      <pc:sldChg chg="modSp mod">
        <pc:chgData name="Duy Doan" userId="00f02d2ea35a0614" providerId="LiveId" clId="{CA0149E1-EFDC-441A-BC0C-D4A93BD1043A}" dt="2020-09-09T16:38:48.636" v="2575" actId="20577"/>
        <pc:sldMkLst>
          <pc:docMk/>
          <pc:sldMk cId="1806658767" sldId="343"/>
        </pc:sldMkLst>
        <pc:spChg chg="mod">
          <ac:chgData name="Duy Doan" userId="00f02d2ea35a0614" providerId="LiveId" clId="{CA0149E1-EFDC-441A-BC0C-D4A93BD1043A}" dt="2020-09-09T16:35:18.744" v="2327" actId="20577"/>
          <ac:spMkLst>
            <pc:docMk/>
            <pc:sldMk cId="1806658767" sldId="343"/>
            <ac:spMk id="12" creationId="{D029A7D1-7AA0-4E29-8A04-79138B2FBE65}"/>
          </ac:spMkLst>
        </pc:spChg>
        <pc:spChg chg="mod">
          <ac:chgData name="Duy Doan" userId="00f02d2ea35a0614" providerId="LiveId" clId="{CA0149E1-EFDC-441A-BC0C-D4A93BD1043A}" dt="2020-09-09T16:38:48.636" v="2575" actId="20577"/>
          <ac:spMkLst>
            <pc:docMk/>
            <pc:sldMk cId="1806658767" sldId="343"/>
            <ac:spMk id="14" creationId="{8784778B-84B4-4EAB-98CD-85943FB34DF5}"/>
          </ac:spMkLst>
        </pc:spChg>
      </pc:sldChg>
      <pc:sldChg chg="addSp delSp modSp mod modAnim">
        <pc:chgData name="Duy Doan" userId="00f02d2ea35a0614" providerId="LiveId" clId="{CA0149E1-EFDC-441A-BC0C-D4A93BD1043A}" dt="2020-09-09T15:56:47.245" v="934"/>
        <pc:sldMkLst>
          <pc:docMk/>
          <pc:sldMk cId="344554622" sldId="344"/>
        </pc:sldMkLst>
        <pc:spChg chg="mod">
          <ac:chgData name="Duy Doan" userId="00f02d2ea35a0614" providerId="LiveId" clId="{CA0149E1-EFDC-441A-BC0C-D4A93BD1043A}" dt="2020-09-09T15:48:25.644" v="562" actId="20577"/>
          <ac:spMkLst>
            <pc:docMk/>
            <pc:sldMk cId="344554622" sldId="344"/>
            <ac:spMk id="2" creationId="{EDFEDAAD-7E94-4012-AC39-68DBD6CC7FD3}"/>
          </ac:spMkLst>
        </pc:spChg>
        <pc:spChg chg="del mod">
          <ac:chgData name="Duy Doan" userId="00f02d2ea35a0614" providerId="LiveId" clId="{CA0149E1-EFDC-441A-BC0C-D4A93BD1043A}" dt="2020-09-09T15:55:56.109" v="923" actId="478"/>
          <ac:spMkLst>
            <pc:docMk/>
            <pc:sldMk cId="344554622" sldId="344"/>
            <ac:spMk id="3" creationId="{77D308BF-F9E8-4052-BDE6-7D0841402A96}"/>
          </ac:spMkLst>
        </pc:spChg>
        <pc:spChg chg="add mod">
          <ac:chgData name="Duy Doan" userId="00f02d2ea35a0614" providerId="LiveId" clId="{CA0149E1-EFDC-441A-BC0C-D4A93BD1043A}" dt="2020-09-09T15:56:22.100" v="929" actId="1076"/>
          <ac:spMkLst>
            <pc:docMk/>
            <pc:sldMk cId="344554622" sldId="344"/>
            <ac:spMk id="8" creationId="{E63005E8-1C0F-49B2-9CCF-44CD9F79A976}"/>
          </ac:spMkLst>
        </pc:spChg>
        <pc:spChg chg="add mod">
          <ac:chgData name="Duy Doan" userId="00f02d2ea35a0614" providerId="LiveId" clId="{CA0149E1-EFDC-441A-BC0C-D4A93BD1043A}" dt="2020-09-09T15:56:19.336" v="928" actId="1076"/>
          <ac:spMkLst>
            <pc:docMk/>
            <pc:sldMk cId="344554622" sldId="344"/>
            <ac:spMk id="10" creationId="{2C65EF84-00ED-4AB4-8DB9-E64B386969B9}"/>
          </ac:spMkLst>
        </pc:spChg>
        <pc:spChg chg="add mod">
          <ac:chgData name="Duy Doan" userId="00f02d2ea35a0614" providerId="LiveId" clId="{CA0149E1-EFDC-441A-BC0C-D4A93BD1043A}" dt="2020-09-09T15:56:15.856" v="927" actId="1076"/>
          <ac:spMkLst>
            <pc:docMk/>
            <pc:sldMk cId="344554622" sldId="344"/>
            <ac:spMk id="11" creationId="{6E119D0A-7520-4AD9-9FEE-2FB06AA1EFDD}"/>
          </ac:spMkLst>
        </pc:spChg>
        <pc:spChg chg="add mod">
          <ac:chgData name="Duy Doan" userId="00f02d2ea35a0614" providerId="LiveId" clId="{CA0149E1-EFDC-441A-BC0C-D4A93BD1043A}" dt="2020-09-09T15:56:12.329" v="926" actId="1076"/>
          <ac:spMkLst>
            <pc:docMk/>
            <pc:sldMk cId="344554622" sldId="344"/>
            <ac:spMk id="12" creationId="{A14D59A1-D841-4B98-A175-EDE3027A34B5}"/>
          </ac:spMkLst>
        </pc:spChg>
        <pc:spChg chg="add mod">
          <ac:chgData name="Duy Doan" userId="00f02d2ea35a0614" providerId="LiveId" clId="{CA0149E1-EFDC-441A-BC0C-D4A93BD1043A}" dt="2020-09-09T15:56:03.582" v="925" actId="1076"/>
          <ac:spMkLst>
            <pc:docMk/>
            <pc:sldMk cId="344554622" sldId="344"/>
            <ac:spMk id="13" creationId="{D17F1E88-3DE5-4DA7-82A3-39A6431221BF}"/>
          </ac:spMkLst>
        </pc:spChg>
        <pc:spChg chg="add del mod">
          <ac:chgData name="Duy Doan" userId="00f02d2ea35a0614" providerId="LiveId" clId="{CA0149E1-EFDC-441A-BC0C-D4A93BD1043A}" dt="2020-09-09T15:56:00.108" v="924" actId="478"/>
          <ac:spMkLst>
            <pc:docMk/>
            <pc:sldMk cId="344554622" sldId="344"/>
            <ac:spMk id="15" creationId="{6E962E24-FA4C-468A-BDF0-B30A75C15A40}"/>
          </ac:spMkLst>
        </pc:spChg>
      </pc:sldChg>
      <pc:sldChg chg="modSp mod modAnim">
        <pc:chgData name="Duy Doan" userId="00f02d2ea35a0614" providerId="LiveId" clId="{CA0149E1-EFDC-441A-BC0C-D4A93BD1043A}" dt="2020-09-10T00:20:57.470" v="2582" actId="20577"/>
        <pc:sldMkLst>
          <pc:docMk/>
          <pc:sldMk cId="2650943593" sldId="345"/>
        </pc:sldMkLst>
        <pc:spChg chg="mod">
          <ac:chgData name="Duy Doan" userId="00f02d2ea35a0614" providerId="LiveId" clId="{CA0149E1-EFDC-441A-BC0C-D4A93BD1043A}" dt="2020-09-09T15:34:20.028" v="69" actId="20577"/>
          <ac:spMkLst>
            <pc:docMk/>
            <pc:sldMk cId="2650943593" sldId="345"/>
            <ac:spMk id="2" creationId="{00000000-0000-0000-0000-000000000000}"/>
          </ac:spMkLst>
        </pc:spChg>
        <pc:spChg chg="mod">
          <ac:chgData name="Duy Doan" userId="00f02d2ea35a0614" providerId="LiveId" clId="{CA0149E1-EFDC-441A-BC0C-D4A93BD1043A}" dt="2020-09-10T00:20:57.470" v="2582" actId="20577"/>
          <ac:spMkLst>
            <pc:docMk/>
            <pc:sldMk cId="2650943593" sldId="345"/>
            <ac:spMk id="3" creationId="{00000000-0000-0000-0000-000000000000}"/>
          </ac:spMkLst>
        </pc:spChg>
      </pc:sldChg>
    </pc:docChg>
  </pc:docChgLst>
  <pc:docChgLst>
    <pc:chgData name="Đoàn Duy" userId="08be6bb3-9072-4436-bce6-c1162eac6ede" providerId="ADAL" clId="{32D07986-AC15-423E-B6F7-19EF1ADB14C5}"/>
    <pc:docChg chg="custSel addSld delSld modSld modSection">
      <pc:chgData name="Đoàn Duy" userId="08be6bb3-9072-4436-bce6-c1162eac6ede" providerId="ADAL" clId="{32D07986-AC15-423E-B6F7-19EF1ADB14C5}" dt="2023-09-10T09:00:24.616" v="289" actId="1076"/>
      <pc:docMkLst>
        <pc:docMk/>
      </pc:docMkLst>
      <pc:sldChg chg="del">
        <pc:chgData name="Đoàn Duy" userId="08be6bb3-9072-4436-bce6-c1162eac6ede" providerId="ADAL" clId="{32D07986-AC15-423E-B6F7-19EF1ADB14C5}" dt="2023-09-10T08:47:09.130" v="1" actId="47"/>
        <pc:sldMkLst>
          <pc:docMk/>
          <pc:sldMk cId="0" sldId="262"/>
        </pc:sldMkLst>
      </pc:sldChg>
      <pc:sldChg chg="addSp delSp modSp mod">
        <pc:chgData name="Đoàn Duy" userId="08be6bb3-9072-4436-bce6-c1162eac6ede" providerId="ADAL" clId="{32D07986-AC15-423E-B6F7-19EF1ADB14C5}" dt="2023-09-10T09:00:24.616" v="289" actId="1076"/>
        <pc:sldMkLst>
          <pc:docMk/>
          <pc:sldMk cId="0" sldId="290"/>
        </pc:sldMkLst>
        <pc:spChg chg="add del mod">
          <ac:chgData name="Đoàn Duy" userId="08be6bb3-9072-4436-bce6-c1162eac6ede" providerId="ADAL" clId="{32D07986-AC15-423E-B6F7-19EF1ADB14C5}" dt="2023-09-10T08:56:10.609" v="198" actId="478"/>
          <ac:spMkLst>
            <pc:docMk/>
            <pc:sldMk cId="0" sldId="290"/>
            <ac:spMk id="3" creationId="{7B5B5F0E-9F6E-9D5E-0CCC-98D7066A880E}"/>
          </ac:spMkLst>
        </pc:spChg>
        <pc:spChg chg="mod">
          <ac:chgData name="Đoàn Duy" userId="08be6bb3-9072-4436-bce6-c1162eac6ede" providerId="ADAL" clId="{32D07986-AC15-423E-B6F7-19EF1ADB14C5}" dt="2023-09-10T08:59:14.722" v="280" actId="20577"/>
          <ac:spMkLst>
            <pc:docMk/>
            <pc:sldMk cId="0" sldId="290"/>
            <ac:spMk id="31745" creationId="{EAA826BC-BCFC-4B0C-B6E0-D2F02DE797CC}"/>
          </ac:spMkLst>
        </pc:spChg>
        <pc:spChg chg="del">
          <ac:chgData name="Đoàn Duy" userId="08be6bb3-9072-4436-bce6-c1162eac6ede" providerId="ADAL" clId="{32D07986-AC15-423E-B6F7-19EF1ADB14C5}" dt="2023-09-10T08:56:06.327" v="197" actId="478"/>
          <ac:spMkLst>
            <pc:docMk/>
            <pc:sldMk cId="0" sldId="290"/>
            <ac:spMk id="31746" creationId="{49FA5919-E96D-4612-AEE9-CD280F4361F1}"/>
          </ac:spMkLst>
        </pc:spChg>
        <pc:spChg chg="del">
          <ac:chgData name="Đoàn Duy" userId="08be6bb3-9072-4436-bce6-c1162eac6ede" providerId="ADAL" clId="{32D07986-AC15-423E-B6F7-19EF1ADB14C5}" dt="2023-09-10T09:00:14.787" v="284" actId="478"/>
          <ac:spMkLst>
            <pc:docMk/>
            <pc:sldMk cId="0" sldId="290"/>
            <ac:spMk id="31747" creationId="{0750EEBC-0BF1-4EC0-BB22-63E3D42E73D0}"/>
          </ac:spMkLst>
        </pc:spChg>
        <pc:picChg chg="add mod">
          <ac:chgData name="Đoàn Duy" userId="08be6bb3-9072-4436-bce6-c1162eac6ede" providerId="ADAL" clId="{32D07986-AC15-423E-B6F7-19EF1ADB14C5}" dt="2023-09-10T09:00:24.616" v="289" actId="1076"/>
          <ac:picMkLst>
            <pc:docMk/>
            <pc:sldMk cId="0" sldId="290"/>
            <ac:picMk id="1026" creationId="{BA6E55FB-428A-B887-E5A6-F498C2DD5F9A}"/>
          </ac:picMkLst>
        </pc:picChg>
      </pc:sldChg>
      <pc:sldChg chg="addSp delSp modSp del mod">
        <pc:chgData name="Đoàn Duy" userId="08be6bb3-9072-4436-bce6-c1162eac6ede" providerId="ADAL" clId="{32D07986-AC15-423E-B6F7-19EF1ADB14C5}" dt="2023-09-10T08:59:29.221" v="281" actId="47"/>
        <pc:sldMkLst>
          <pc:docMk/>
          <pc:sldMk cId="0" sldId="291"/>
        </pc:sldMkLst>
        <pc:spChg chg="add del mod">
          <ac:chgData name="Đoàn Duy" userId="08be6bb3-9072-4436-bce6-c1162eac6ede" providerId="ADAL" clId="{32D07986-AC15-423E-B6F7-19EF1ADB14C5}" dt="2023-09-10T08:56:15.781" v="200" actId="478"/>
          <ac:spMkLst>
            <pc:docMk/>
            <pc:sldMk cId="0" sldId="291"/>
            <ac:spMk id="3" creationId="{3EDB79F6-3BC7-3DB5-BA3D-E39672707830}"/>
          </ac:spMkLst>
        </pc:spChg>
        <pc:spChg chg="del">
          <ac:chgData name="Đoàn Duy" userId="08be6bb3-9072-4436-bce6-c1162eac6ede" providerId="ADAL" clId="{32D07986-AC15-423E-B6F7-19EF1ADB14C5}" dt="2023-09-10T08:56:14.530" v="199" actId="478"/>
          <ac:spMkLst>
            <pc:docMk/>
            <pc:sldMk cId="0" sldId="291"/>
            <ac:spMk id="32770" creationId="{DF87ECB3-520F-45B3-9129-FA0E37FAD1ED}"/>
          </ac:spMkLst>
        </pc:spChg>
      </pc:sldChg>
      <pc:sldChg chg="modSp modAnim">
        <pc:chgData name="Đoàn Duy" userId="08be6bb3-9072-4436-bce6-c1162eac6ede" providerId="ADAL" clId="{32D07986-AC15-423E-B6F7-19EF1ADB14C5}" dt="2023-09-10T08:48:54.529" v="95" actId="20577"/>
        <pc:sldMkLst>
          <pc:docMk/>
          <pc:sldMk cId="1601255511" sldId="302"/>
        </pc:sldMkLst>
        <pc:spChg chg="mod">
          <ac:chgData name="Đoàn Duy" userId="08be6bb3-9072-4436-bce6-c1162eac6ede" providerId="ADAL" clId="{32D07986-AC15-423E-B6F7-19EF1ADB14C5}" dt="2023-09-10T08:48:54.529" v="95" actId="20577"/>
          <ac:spMkLst>
            <pc:docMk/>
            <pc:sldMk cId="1601255511" sldId="302"/>
            <ac:spMk id="7" creationId="{A101D922-AEF3-4DAE-9B2F-C3ECB3C6D587}"/>
          </ac:spMkLst>
        </pc:spChg>
      </pc:sldChg>
      <pc:sldChg chg="del">
        <pc:chgData name="Đoàn Duy" userId="08be6bb3-9072-4436-bce6-c1162eac6ede" providerId="ADAL" clId="{32D07986-AC15-423E-B6F7-19EF1ADB14C5}" dt="2023-09-10T08:47:05.177" v="0" actId="47"/>
        <pc:sldMkLst>
          <pc:docMk/>
          <pc:sldMk cId="2650943593" sldId="345"/>
        </pc:sldMkLst>
      </pc:sldChg>
      <pc:sldChg chg="del">
        <pc:chgData name="Đoàn Duy" userId="08be6bb3-9072-4436-bce6-c1162eac6ede" providerId="ADAL" clId="{32D07986-AC15-423E-B6F7-19EF1ADB14C5}" dt="2023-09-10T08:59:32.581" v="282" actId="47"/>
        <pc:sldMkLst>
          <pc:docMk/>
          <pc:sldMk cId="3068950489" sldId="352"/>
        </pc:sldMkLst>
      </pc:sldChg>
      <pc:sldChg chg="addSp delSp modSp add mod delAnim">
        <pc:chgData name="Đoàn Duy" userId="08be6bb3-9072-4436-bce6-c1162eac6ede" providerId="ADAL" clId="{32D07986-AC15-423E-B6F7-19EF1ADB14C5}" dt="2023-09-10T08:53:16.865" v="196" actId="20577"/>
        <pc:sldMkLst>
          <pc:docMk/>
          <pc:sldMk cId="1953696336" sldId="357"/>
        </pc:sldMkLst>
        <pc:spChg chg="add mod">
          <ac:chgData name="Đoàn Duy" userId="08be6bb3-9072-4436-bce6-c1162eac6ede" providerId="ADAL" clId="{32D07986-AC15-423E-B6F7-19EF1ADB14C5}" dt="2023-09-10T08:52:59.816" v="121" actId="1076"/>
          <ac:spMkLst>
            <pc:docMk/>
            <pc:sldMk cId="1953696336" sldId="357"/>
            <ac:spMk id="3" creationId="{7B6D4928-A15A-909D-246B-6F0C48BDDB7F}"/>
          </ac:spMkLst>
        </pc:spChg>
        <pc:spChg chg="mod">
          <ac:chgData name="Đoàn Duy" userId="08be6bb3-9072-4436-bce6-c1162eac6ede" providerId="ADAL" clId="{32D07986-AC15-423E-B6F7-19EF1ADB14C5}" dt="2023-09-10T08:53:16.865" v="196" actId="20577"/>
          <ac:spMkLst>
            <pc:docMk/>
            <pc:sldMk cId="1953696336" sldId="357"/>
            <ac:spMk id="12" creationId="{D029A7D1-7AA0-4E29-8A04-79138B2FBE65}"/>
          </ac:spMkLst>
        </pc:spChg>
        <pc:grpChg chg="del">
          <ac:chgData name="Đoàn Duy" userId="08be6bb3-9072-4436-bce6-c1162eac6ede" providerId="ADAL" clId="{32D07986-AC15-423E-B6F7-19EF1ADB14C5}" dt="2023-09-10T08:51:14.905" v="98" actId="478"/>
          <ac:grpSpMkLst>
            <pc:docMk/>
            <pc:sldMk cId="1953696336" sldId="357"/>
            <ac:grpSpMk id="11" creationId="{DFC88F4B-E9A4-4A63-BFC9-F92DD1DC590F}"/>
          </ac:grpSpMkLst>
        </pc:grpChg>
        <pc:grpChg chg="del">
          <ac:chgData name="Đoàn Duy" userId="08be6bb3-9072-4436-bce6-c1162eac6ede" providerId="ADAL" clId="{32D07986-AC15-423E-B6F7-19EF1ADB14C5}" dt="2023-09-10T08:51:13.233" v="97" actId="478"/>
          <ac:grpSpMkLst>
            <pc:docMk/>
            <pc:sldMk cId="1953696336" sldId="357"/>
            <ac:grpSpMk id="17" creationId="{D991ACEF-E2D6-4692-AE19-4C7A20D3C069}"/>
          </ac:grpSpMkLst>
        </pc:grpChg>
        <pc:grpChg chg="del">
          <ac:chgData name="Đoàn Duy" userId="08be6bb3-9072-4436-bce6-c1162eac6ede" providerId="ADAL" clId="{32D07986-AC15-423E-B6F7-19EF1ADB14C5}" dt="2023-09-10T08:51:16.875" v="99" actId="478"/>
          <ac:grpSpMkLst>
            <pc:docMk/>
            <pc:sldMk cId="1953696336" sldId="357"/>
            <ac:grpSpMk id="23" creationId="{9DB946FE-76CD-42ED-9BED-0D7B9C2CB103}"/>
          </ac:grpSpMkLst>
        </pc:grpChg>
      </pc:sldChg>
    </pc:docChg>
  </pc:docChgLst>
  <pc:docChgLst>
    <pc:chgData name="Duy Doan" userId="00f02d2ea35a0614" providerId="LiveId" clId="{8366168E-CBEA-4C3F-B4CF-9CC6018715E1}"/>
    <pc:docChg chg="custSel delSld modSld modSection">
      <pc:chgData name="Duy Doan" userId="00f02d2ea35a0614" providerId="LiveId" clId="{8366168E-CBEA-4C3F-B4CF-9CC6018715E1}" dt="2022-09-13T06:01:05.668" v="6" actId="478"/>
      <pc:docMkLst>
        <pc:docMk/>
      </pc:docMkLst>
      <pc:sldChg chg="delSp mod">
        <pc:chgData name="Duy Doan" userId="00f02d2ea35a0614" providerId="LiveId" clId="{8366168E-CBEA-4C3F-B4CF-9CC6018715E1}" dt="2022-09-13T05:59:31.748" v="2" actId="478"/>
        <pc:sldMkLst>
          <pc:docMk/>
          <pc:sldMk cId="1601255511" sldId="302"/>
        </pc:sldMkLst>
        <pc:inkChg chg="del">
          <ac:chgData name="Duy Doan" userId="00f02d2ea35a0614" providerId="LiveId" clId="{8366168E-CBEA-4C3F-B4CF-9CC6018715E1}" dt="2022-09-13T05:59:31.748" v="2" actId="478"/>
          <ac:inkMkLst>
            <pc:docMk/>
            <pc:sldMk cId="1601255511" sldId="302"/>
            <ac:inkMk id="8" creationId="{CB71790A-2BBA-4E8F-8743-6DD5877CD6B0}"/>
          </ac:inkMkLst>
        </pc:inkChg>
      </pc:sldChg>
      <pc:sldChg chg="delSp mod">
        <pc:chgData name="Duy Doan" userId="00f02d2ea35a0614" providerId="LiveId" clId="{8366168E-CBEA-4C3F-B4CF-9CC6018715E1}" dt="2022-09-13T06:00:53.399" v="4" actId="478"/>
        <pc:sldMkLst>
          <pc:docMk/>
          <pc:sldMk cId="645659831" sldId="340"/>
        </pc:sldMkLst>
        <pc:inkChg chg="del">
          <ac:chgData name="Duy Doan" userId="00f02d2ea35a0614" providerId="LiveId" clId="{8366168E-CBEA-4C3F-B4CF-9CC6018715E1}" dt="2022-09-13T06:00:53.399" v="4" actId="478"/>
          <ac:inkMkLst>
            <pc:docMk/>
            <pc:sldMk cId="645659831" sldId="340"/>
            <ac:inkMk id="3" creationId="{E1C500AC-DC85-4257-99E5-9C986EF9A2A0}"/>
          </ac:inkMkLst>
        </pc:inkChg>
      </pc:sldChg>
      <pc:sldChg chg="del">
        <pc:chgData name="Duy Doan" userId="00f02d2ea35a0614" providerId="LiveId" clId="{8366168E-CBEA-4C3F-B4CF-9CC6018715E1}" dt="2022-09-13T06:00:59.789" v="5" actId="47"/>
        <pc:sldMkLst>
          <pc:docMk/>
          <pc:sldMk cId="1806658767" sldId="343"/>
        </pc:sldMkLst>
      </pc:sldChg>
      <pc:sldChg chg="delSp del mod">
        <pc:chgData name="Duy Doan" userId="00f02d2ea35a0614" providerId="LiveId" clId="{8366168E-CBEA-4C3F-B4CF-9CC6018715E1}" dt="2022-09-13T05:59:20.633" v="1" actId="47"/>
        <pc:sldMkLst>
          <pc:docMk/>
          <pc:sldMk cId="316319758" sldId="346"/>
        </pc:sldMkLst>
        <pc:inkChg chg="del">
          <ac:chgData name="Duy Doan" userId="00f02d2ea35a0614" providerId="LiveId" clId="{8366168E-CBEA-4C3F-B4CF-9CC6018715E1}" dt="2022-09-13T05:59:18.136" v="0" actId="478"/>
          <ac:inkMkLst>
            <pc:docMk/>
            <pc:sldMk cId="316319758" sldId="346"/>
            <ac:inkMk id="7" creationId="{3FF1E164-564C-4FD1-A0B1-541A2E8B268E}"/>
          </ac:inkMkLst>
        </pc:inkChg>
      </pc:sldChg>
      <pc:sldChg chg="delSp mod">
        <pc:chgData name="Duy Doan" userId="00f02d2ea35a0614" providerId="LiveId" clId="{8366168E-CBEA-4C3F-B4CF-9CC6018715E1}" dt="2022-09-13T06:00:48.882" v="3" actId="478"/>
        <pc:sldMkLst>
          <pc:docMk/>
          <pc:sldMk cId="3251838174" sldId="348"/>
        </pc:sldMkLst>
        <pc:inkChg chg="del">
          <ac:chgData name="Duy Doan" userId="00f02d2ea35a0614" providerId="LiveId" clId="{8366168E-CBEA-4C3F-B4CF-9CC6018715E1}" dt="2022-09-13T06:00:48.882" v="3" actId="478"/>
          <ac:inkMkLst>
            <pc:docMk/>
            <pc:sldMk cId="3251838174" sldId="348"/>
            <ac:inkMk id="3" creationId="{328E6713-5ED6-4B17-BA65-66BF2B7EC064}"/>
          </ac:inkMkLst>
        </pc:inkChg>
      </pc:sldChg>
      <pc:sldChg chg="delSp mod">
        <pc:chgData name="Duy Doan" userId="00f02d2ea35a0614" providerId="LiveId" clId="{8366168E-CBEA-4C3F-B4CF-9CC6018715E1}" dt="2022-09-13T06:01:05.668" v="6" actId="478"/>
        <pc:sldMkLst>
          <pc:docMk/>
          <pc:sldMk cId="3397165657" sldId="353"/>
        </pc:sldMkLst>
        <pc:inkChg chg="del">
          <ac:chgData name="Duy Doan" userId="00f02d2ea35a0614" providerId="LiveId" clId="{8366168E-CBEA-4C3F-B4CF-9CC6018715E1}" dt="2022-09-13T06:01:05.668" v="6" actId="478"/>
          <ac:inkMkLst>
            <pc:docMk/>
            <pc:sldMk cId="3397165657" sldId="353"/>
            <ac:inkMk id="2" creationId="{6C446315-A17A-46B6-BEF6-29E18AC5537F}"/>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41815E-765A-40A8-99C6-F127D7A12C4B}" type="datetimeFigureOut">
              <a:rPr kumimoji="1" lang="ja-JP" altLang="en-US" smtClean="0"/>
              <a:t>2023/9/10</a:t>
            </a:fld>
            <a:endParaRPr kumimoji="1" lang="ja-JP" altLang="en-US"/>
          </a:p>
        </p:txBody>
      </p:sp>
      <p:sp>
        <p:nvSpPr>
          <p:cNvPr id="4" name="フッター プレースホル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96E1689-3E24-4715-81AA-F8F7237FC61E}" type="slidenum">
              <a:rPr kumimoji="1" lang="ja-JP" altLang="en-US" smtClean="0"/>
              <a:t>‹#›</a:t>
            </a:fld>
            <a:endParaRPr kumimoji="1" lang="ja-JP" altLang="en-US"/>
          </a:p>
        </p:txBody>
      </p:sp>
    </p:spTree>
    <p:extLst>
      <p:ext uri="{BB962C8B-B14F-4D97-AF65-F5344CB8AC3E}">
        <p14:creationId xmlns:p14="http://schemas.microsoft.com/office/powerpoint/2010/main" val="1254257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DC1322-60E5-4FB1-AE3F-C5810C4969C1}" type="datetimeFigureOut">
              <a:rPr kumimoji="1" lang="ja-JP" altLang="en-US" smtClean="0"/>
              <a:pPr/>
              <a:t>2023/9/10</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9D7235-7D46-4FEA-A007-68D1C591E286}" type="slidenum">
              <a:rPr kumimoji="1" lang="ja-JP" altLang="en-US" smtClean="0"/>
              <a:pPr/>
              <a:t>‹#›</a:t>
            </a:fld>
            <a:endParaRPr kumimoji="1" lang="ja-JP" altLang="en-US"/>
          </a:p>
        </p:txBody>
      </p:sp>
    </p:spTree>
    <p:extLst>
      <p:ext uri="{BB962C8B-B14F-4D97-AF65-F5344CB8AC3E}">
        <p14:creationId xmlns:p14="http://schemas.microsoft.com/office/powerpoint/2010/main" val="27187525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7</a:t>
            </a:fld>
            <a:endParaRPr kumimoji="1" lang="ja-JP" altLang="en-US"/>
          </a:p>
        </p:txBody>
      </p:sp>
    </p:spTree>
    <p:extLst>
      <p:ext uri="{BB962C8B-B14F-4D97-AF65-F5344CB8AC3E}">
        <p14:creationId xmlns:p14="http://schemas.microsoft.com/office/powerpoint/2010/main" val="2061648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11</a:t>
            </a:fld>
            <a:endParaRPr kumimoji="1" lang="ja-JP" altLang="en-US"/>
          </a:p>
        </p:txBody>
      </p:sp>
    </p:spTree>
    <p:extLst>
      <p:ext uri="{BB962C8B-B14F-4D97-AF65-F5344CB8AC3E}">
        <p14:creationId xmlns:p14="http://schemas.microsoft.com/office/powerpoint/2010/main" val="4142022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12</a:t>
            </a:fld>
            <a:endParaRPr kumimoji="1" lang="ja-JP" altLang="en-US"/>
          </a:p>
        </p:txBody>
      </p:sp>
    </p:spTree>
    <p:extLst>
      <p:ext uri="{BB962C8B-B14F-4D97-AF65-F5344CB8AC3E}">
        <p14:creationId xmlns:p14="http://schemas.microsoft.com/office/powerpoint/2010/main" val="2123107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20</a:t>
            </a:fld>
            <a:endParaRPr kumimoji="1" lang="ja-JP" altLang="en-US"/>
          </a:p>
        </p:txBody>
      </p:sp>
    </p:spTree>
    <p:extLst>
      <p:ext uri="{BB962C8B-B14F-4D97-AF65-F5344CB8AC3E}">
        <p14:creationId xmlns:p14="http://schemas.microsoft.com/office/powerpoint/2010/main" val="3553394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21</a:t>
            </a:fld>
            <a:endParaRPr kumimoji="1" lang="ja-JP" altLang="en-US"/>
          </a:p>
        </p:txBody>
      </p:sp>
    </p:spTree>
    <p:extLst>
      <p:ext uri="{BB962C8B-B14F-4D97-AF65-F5344CB8AC3E}">
        <p14:creationId xmlns:p14="http://schemas.microsoft.com/office/powerpoint/2010/main" val="5613900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7902" name="Picture 14" descr="OFDM"/>
          <p:cNvPicPr>
            <a:picLocks noChangeAspect="1" noChangeArrowheads="1"/>
          </p:cNvPicPr>
          <p:nvPr/>
        </p:nvPicPr>
        <p:blipFill>
          <a:blip r:embed="rId2" cstate="print"/>
          <a:srcRect/>
          <a:stretch>
            <a:fillRect/>
          </a:stretch>
        </p:blipFill>
        <p:spPr bwMode="auto">
          <a:xfrm>
            <a:off x="0" y="4654550"/>
            <a:ext cx="9144000" cy="1485900"/>
          </a:xfrm>
          <a:prstGeom prst="rect">
            <a:avLst/>
          </a:prstGeom>
          <a:noFill/>
        </p:spPr>
      </p:pic>
      <p:sp>
        <p:nvSpPr>
          <p:cNvPr id="37892" name="Rectangle 4"/>
          <p:cNvSpPr>
            <a:spLocks noGrp="1" noChangeArrowheads="1"/>
          </p:cNvSpPr>
          <p:nvPr>
            <p:ph type="ctrTitle" hasCustomPrompt="1"/>
          </p:nvPr>
        </p:nvSpPr>
        <p:spPr>
          <a:xfrm>
            <a:off x="684213" y="2133600"/>
            <a:ext cx="7772400" cy="1470025"/>
          </a:xfrm>
        </p:spPr>
        <p:txBody>
          <a:bodyPr/>
          <a:lstStyle>
            <a:lvl1pPr algn="ctr">
              <a:defRPr kumimoji="0" baseline="0"/>
            </a:lvl1pPr>
          </a:lstStyle>
          <a:p>
            <a:r>
              <a:rPr lang="en-US" altLang="ja-JP" dirty="0"/>
              <a:t>Master Presentation Title Format</a:t>
            </a:r>
            <a:endParaRPr lang="ja-JP" altLang="ja-JP" dirty="0"/>
          </a:p>
        </p:txBody>
      </p:sp>
      <p:sp>
        <p:nvSpPr>
          <p:cNvPr id="37900" name="Rectangle 12"/>
          <p:cNvSpPr>
            <a:spLocks noChangeArrowheads="1"/>
          </p:cNvSpPr>
          <p:nvPr/>
        </p:nvSpPr>
        <p:spPr bwMode="auto">
          <a:xfrm flipH="1">
            <a:off x="0" y="4652963"/>
            <a:ext cx="9144000" cy="1560512"/>
          </a:xfrm>
          <a:prstGeom prst="rect">
            <a:avLst/>
          </a:prstGeom>
          <a:solidFill>
            <a:schemeClr val="bg1">
              <a:alpha val="30000"/>
            </a:schemeClr>
          </a:solidFill>
          <a:ln w="9525">
            <a:noFill/>
            <a:miter lim="800000"/>
            <a:headEnd/>
            <a:tailEnd/>
          </a:ln>
          <a:effectLst/>
        </p:spPr>
        <p:txBody>
          <a:bodyPr wrap="none" anchor="ctr"/>
          <a:lstStyle/>
          <a:p>
            <a:endParaRPr lang="ja-JP" altLang="en-US"/>
          </a:p>
        </p:txBody>
      </p:sp>
      <p:sp>
        <p:nvSpPr>
          <p:cNvPr id="37893" name="Rectangle 5"/>
          <p:cNvSpPr>
            <a:spLocks noGrp="1" noChangeArrowheads="1"/>
          </p:cNvSpPr>
          <p:nvPr>
            <p:ph type="subTitle" idx="1" hasCustomPrompt="1"/>
          </p:nvPr>
        </p:nvSpPr>
        <p:spPr>
          <a:xfrm>
            <a:off x="1371600" y="3886200"/>
            <a:ext cx="6400800" cy="1752600"/>
          </a:xfrm>
        </p:spPr>
        <p:txBody>
          <a:bodyPr/>
          <a:lstStyle>
            <a:lvl1pPr marL="0" indent="0" algn="ctr">
              <a:buFont typeface="Wingdings" pitchFamily="2" charset="2"/>
              <a:buNone/>
              <a:defRPr baseline="0"/>
            </a:lvl1pPr>
          </a:lstStyle>
          <a:p>
            <a:r>
              <a:rPr lang="en-US" altLang="ja-JP" dirty="0"/>
              <a:t>Master Presentation Sub-Title Format</a:t>
            </a:r>
            <a:endParaRPr lang="ja-JP" altLang="ja-JP" dirty="0"/>
          </a:p>
        </p:txBody>
      </p:sp>
      <p:sp>
        <p:nvSpPr>
          <p:cNvPr id="3" name="Date Placeholder 2"/>
          <p:cNvSpPr>
            <a:spLocks noGrp="1"/>
          </p:cNvSpPr>
          <p:nvPr>
            <p:ph type="dt" sz="half" idx="10"/>
          </p:nvPr>
        </p:nvSpPr>
        <p:spPr/>
        <p:txBody>
          <a:bodyPr/>
          <a:lstStyle/>
          <a:p>
            <a:fld id="{6F52207E-8A09-4FC6-83E9-3D1773E47D00}" type="datetime1">
              <a:rPr kumimoji="1" lang="en-US" altLang="ja-JP" smtClean="0"/>
              <a:t>9/10/2023</a:t>
            </a:fld>
            <a:endParaRPr kumimoji="1" lang="ja-JP" altLang="en-US"/>
          </a:p>
        </p:txBody>
      </p:sp>
      <p:sp>
        <p:nvSpPr>
          <p:cNvPr id="4" name="Footer Placeholder 3"/>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6" y="10715"/>
            <a:ext cx="1762101" cy="1762101"/>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68344" y="72008"/>
            <a:ext cx="1362874" cy="1628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a:lvl1pPr>
          </a:lstStyle>
          <a:p>
            <a:r>
              <a:rPr lang="en-US" altLang="ja-JP" dirty="0"/>
              <a:t>Master Slide Title Format</a:t>
            </a:r>
            <a:endParaRPr lang="ja-JP" altLang="en-US" dirty="0"/>
          </a:p>
        </p:txBody>
      </p:sp>
      <p:sp>
        <p:nvSpPr>
          <p:cNvPr id="3" name="コンテンツ プレースホルダ 2"/>
          <p:cNvSpPr>
            <a:spLocks noGrp="1"/>
          </p:cNvSpPr>
          <p:nvPr>
            <p:ph idx="1" hasCustomPrompt="1"/>
          </p:nvPr>
        </p:nvSpPr>
        <p:spPr/>
        <p:txBody>
          <a:bodyPr/>
          <a:lstStyle>
            <a:lvl1pPr algn="just">
              <a:defRPr sz="2600"/>
            </a:lvl1pPr>
            <a:lvl2pPr algn="just">
              <a:defRPr baseline="0"/>
            </a:lvl2pPr>
            <a:lvl3pPr algn="just">
              <a:defRPr sz="2200" baseline="0"/>
            </a:lvl3pPr>
            <a:lvl4pPr algn="just">
              <a:defRPr sz="2000" baseline="0"/>
            </a:lvl4pPr>
            <a:lvl5pPr>
              <a:defRPr baseline="0"/>
            </a:lvl5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4" name="日付プレースホルダ 3"/>
          <p:cNvSpPr>
            <a:spLocks noGrp="1"/>
          </p:cNvSpPr>
          <p:nvPr>
            <p:ph type="dt" sz="half" idx="10"/>
          </p:nvPr>
        </p:nvSpPr>
        <p:spPr/>
        <p:txBody>
          <a:bodyPr/>
          <a:lstStyle>
            <a:lvl1pPr>
              <a:defRPr/>
            </a:lvl1pPr>
          </a:lstStyle>
          <a:p>
            <a:fld id="{F7681EE8-9FE2-425D-8FB4-74C399BDEDA0}" type="datetime1">
              <a:rPr kumimoji="1" lang="en-US" altLang="ja-JP" smtClean="0"/>
              <a:t>9/10/2023</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7"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BAD0F7-3350-4E06-B588-1E0EA9C9F1FB}" type="datetime1">
              <a:rPr kumimoji="1" lang="en-US" altLang="ja-JP" smtClean="0"/>
              <a:t>9/10/2023</a:t>
            </a:fld>
            <a:endParaRPr kumimoji="1" lang="ja-JP" altLang="en-US"/>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sp>
        <p:nvSpPr>
          <p:cNvPr id="6"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extLst>
      <p:ext uri="{BB962C8B-B14F-4D97-AF65-F5344CB8AC3E}">
        <p14:creationId xmlns:p14="http://schemas.microsoft.com/office/powerpoint/2010/main" val="227776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22313" y="4406900"/>
            <a:ext cx="7772400" cy="1362075"/>
          </a:xfrm>
        </p:spPr>
        <p:txBody>
          <a:bodyPr anchor="t"/>
          <a:lstStyle>
            <a:lvl1pPr algn="l">
              <a:defRPr sz="4000" b="0" cap="all" baseline="0"/>
            </a:lvl1pPr>
          </a:lstStyle>
          <a:p>
            <a:r>
              <a:rPr lang="en-US" altLang="ja-JP" dirty="0"/>
              <a:t>Master Slide Title Format</a:t>
            </a:r>
            <a:endParaRPr lang="ja-JP" altLang="en-US" dirty="0"/>
          </a:p>
        </p:txBody>
      </p:sp>
      <p:sp>
        <p:nvSpPr>
          <p:cNvPr id="3" name="テキスト プレースホルダ 2"/>
          <p:cNvSpPr>
            <a:spLocks noGrp="1"/>
          </p:cNvSpPr>
          <p:nvPr>
            <p:ph type="body" idx="1" hasCustomPrompt="1"/>
          </p:nvPr>
        </p:nvSpPr>
        <p:spPr>
          <a:xfrm>
            <a:off x="722313" y="2906713"/>
            <a:ext cx="77724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Master Slide Content Format</a:t>
            </a:r>
            <a:endParaRPr lang="ja-JP" altLang="en-US" dirty="0"/>
          </a:p>
        </p:txBody>
      </p:sp>
      <p:sp>
        <p:nvSpPr>
          <p:cNvPr id="4" name="日付プレースホルダ 3"/>
          <p:cNvSpPr>
            <a:spLocks noGrp="1"/>
          </p:cNvSpPr>
          <p:nvPr>
            <p:ph type="dt" sz="half" idx="10"/>
          </p:nvPr>
        </p:nvSpPr>
        <p:spPr/>
        <p:txBody>
          <a:bodyPr/>
          <a:lstStyle>
            <a:lvl1pPr>
              <a:defRPr/>
            </a:lvl1pPr>
          </a:lstStyle>
          <a:p>
            <a:fld id="{E47B8097-A83C-4868-B5B8-F5134B7BBCC6}" type="datetime1">
              <a:rPr kumimoji="1" lang="en-US" altLang="ja-JP" smtClean="0"/>
              <a:t>9/10/2023</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8"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lang="en-US" altLang="ja-JP" dirty="0"/>
              <a:t>Master Slide Title Format</a:t>
            </a:r>
            <a:endParaRPr lang="ja-JP" altLang="en-US" dirty="0"/>
          </a:p>
        </p:txBody>
      </p:sp>
      <p:sp>
        <p:nvSpPr>
          <p:cNvPr id="3" name="コンテンツ プレースホルダ 2"/>
          <p:cNvSpPr>
            <a:spLocks noGrp="1"/>
          </p:cNvSpPr>
          <p:nvPr>
            <p:ph sz="half" idx="1" hasCustomPrompt="1"/>
          </p:nvPr>
        </p:nvSpPr>
        <p:spPr>
          <a:xfrm>
            <a:off x="468313" y="1628775"/>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5" name="日付プレースホルダ 4"/>
          <p:cNvSpPr>
            <a:spLocks noGrp="1"/>
          </p:cNvSpPr>
          <p:nvPr>
            <p:ph type="dt" sz="half" idx="10"/>
          </p:nvPr>
        </p:nvSpPr>
        <p:spPr/>
        <p:txBody>
          <a:bodyPr/>
          <a:lstStyle>
            <a:lvl1pPr>
              <a:defRPr/>
            </a:lvl1pPr>
          </a:lstStyle>
          <a:p>
            <a:fld id="{BA136E8E-48A6-4CCA-8C49-35959C36CF6D}" type="datetime1">
              <a:rPr kumimoji="1" lang="en-US" altLang="ja-JP" smtClean="0"/>
              <a:t>9/10/2023</a:t>
            </a:fld>
            <a:endParaRPr kumimoji="1" lang="ja-JP" altLang="en-US"/>
          </a:p>
        </p:txBody>
      </p:sp>
      <p:sp>
        <p:nvSpPr>
          <p:cNvPr id="7" name="スライド番号プレースホルダ 6"/>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9" name="コンテンツ プレースホルダ 2"/>
          <p:cNvSpPr>
            <a:spLocks noGrp="1"/>
          </p:cNvSpPr>
          <p:nvPr>
            <p:ph sz="half" idx="13" hasCustomPrompt="1"/>
          </p:nvPr>
        </p:nvSpPr>
        <p:spPr>
          <a:xfrm>
            <a:off x="4709864" y="1628800"/>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 name="Footer Placeholder 3"/>
          <p:cNvSpPr>
            <a:spLocks noGrp="1"/>
          </p:cNvSpPr>
          <p:nvPr>
            <p:ph type="ftr" sz="quarter" idx="11"/>
          </p:nvPr>
        </p:nvSpPr>
        <p:spPr>
          <a:xfrm>
            <a:off x="1762101" y="6524625"/>
            <a:ext cx="5618212" cy="288925"/>
          </a:xfrm>
        </p:spPr>
        <p:txBody>
          <a:bodyPr/>
          <a:lstStyle/>
          <a:p>
            <a:r>
              <a:rPr kumimoji="1" lang="en-US" altLang="ja-JP"/>
              <a:t>Copyrights 2020 CE-UIT . All Rights Reserved.</a:t>
            </a:r>
            <a:endParaRPr kumimoji="1"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5" name="Picture 41" descr="OFDM"/>
          <p:cNvPicPr>
            <a:picLocks noChangeAspect="1" noChangeArrowheads="1"/>
          </p:cNvPicPr>
          <p:nvPr/>
        </p:nvPicPr>
        <p:blipFill>
          <a:blip r:embed="rId7" cstate="print"/>
          <a:srcRect/>
          <a:stretch>
            <a:fillRect/>
          </a:stretch>
        </p:blipFill>
        <p:spPr bwMode="auto">
          <a:xfrm>
            <a:off x="179388" y="84138"/>
            <a:ext cx="7983537" cy="1296987"/>
          </a:xfrm>
          <a:prstGeom prst="rect">
            <a:avLst/>
          </a:prstGeom>
          <a:noFill/>
        </p:spPr>
      </p:pic>
      <p:sp>
        <p:nvSpPr>
          <p:cNvPr id="1066" name="Rectangle 42"/>
          <p:cNvSpPr>
            <a:spLocks noChangeArrowheads="1"/>
          </p:cNvSpPr>
          <p:nvPr/>
        </p:nvSpPr>
        <p:spPr bwMode="auto">
          <a:xfrm>
            <a:off x="0" y="44450"/>
            <a:ext cx="8640763" cy="1296988"/>
          </a:xfrm>
          <a:prstGeom prst="rect">
            <a:avLst/>
          </a:prstGeom>
          <a:solidFill>
            <a:schemeClr val="bg1">
              <a:alpha val="60001"/>
            </a:schemeClr>
          </a:solidFill>
          <a:ln w="9525">
            <a:noFill/>
            <a:miter lim="800000"/>
            <a:headEnd/>
            <a:tailEnd/>
          </a:ln>
          <a:effectLst/>
        </p:spPr>
        <p:txBody>
          <a:bodyPr wrap="none" anchor="ctr"/>
          <a:lstStyle/>
          <a:p>
            <a:endParaRPr lang="ja-JP" altLang="en-US">
              <a:latin typeface="Times New Roman" pitchFamily="18" charset="0"/>
              <a:cs typeface="Times New Roman" pitchFamily="18" charset="0"/>
            </a:endParaRPr>
          </a:p>
        </p:txBody>
      </p:sp>
      <p:sp>
        <p:nvSpPr>
          <p:cNvPr id="1026" name="Rectangle 2"/>
          <p:cNvSpPr>
            <a:spLocks noGrp="1" noChangeArrowheads="1"/>
          </p:cNvSpPr>
          <p:nvPr>
            <p:ph type="title"/>
          </p:nvPr>
        </p:nvSpPr>
        <p:spPr bwMode="auto">
          <a:xfrm>
            <a:off x="1331913" y="287338"/>
            <a:ext cx="7354887" cy="6933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ja-JP" dirty="0"/>
              <a:t>Master Slide Title Format</a:t>
            </a:r>
            <a:endParaRPr lang="ja-JP" altLang="en-US" dirty="0"/>
          </a:p>
        </p:txBody>
      </p:sp>
      <p:sp>
        <p:nvSpPr>
          <p:cNvPr id="1027" name="Rectangle 3"/>
          <p:cNvSpPr>
            <a:spLocks noGrp="1" noChangeArrowheads="1"/>
          </p:cNvSpPr>
          <p:nvPr>
            <p:ph type="body" idx="1"/>
          </p:nvPr>
        </p:nvSpPr>
        <p:spPr bwMode="auto">
          <a:xfrm>
            <a:off x="251520" y="1412776"/>
            <a:ext cx="8640960" cy="48245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28" name="Rectangle 4"/>
          <p:cNvSpPr>
            <a:spLocks noGrp="1" noChangeArrowheads="1"/>
          </p:cNvSpPr>
          <p:nvPr>
            <p:ph type="dt" sz="half" idx="2"/>
          </p:nvPr>
        </p:nvSpPr>
        <p:spPr bwMode="auto">
          <a:xfrm>
            <a:off x="251520" y="6525344"/>
            <a:ext cx="2133600" cy="2882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cs typeface="Times New Roman" pitchFamily="18" charset="0"/>
              </a:defRPr>
            </a:lvl1pPr>
          </a:lstStyle>
          <a:p>
            <a:fld id="{547C34CA-7153-4941-88F2-C5EB28E4F17F}" type="datetime1">
              <a:rPr kumimoji="1" lang="en-US" altLang="ja-JP" smtClean="0"/>
              <a:t>9/10/2023</a:t>
            </a:fld>
            <a:endParaRPr kumimoji="1" lang="ja-JP" altLang="en-US"/>
          </a:p>
        </p:txBody>
      </p:sp>
      <p:sp>
        <p:nvSpPr>
          <p:cNvPr id="1029" name="Rectangle 5"/>
          <p:cNvSpPr>
            <a:spLocks noGrp="1" noChangeArrowheads="1"/>
          </p:cNvSpPr>
          <p:nvPr>
            <p:ph type="ftr" sz="quarter" idx="3"/>
          </p:nvPr>
        </p:nvSpPr>
        <p:spPr bwMode="auto">
          <a:xfrm>
            <a:off x="1762101" y="6524625"/>
            <a:ext cx="5618212"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000">
                <a:latin typeface="Times New Roman" pitchFamily="18" charset="0"/>
                <a:cs typeface="Times New Roman" pitchFamily="18" charset="0"/>
              </a:defRPr>
            </a:lvl1pPr>
          </a:lstStyle>
          <a:p>
            <a:r>
              <a:rPr kumimoji="1" lang="en-US" altLang="ja-JP"/>
              <a:t>Copyrights 2017 CE-UIT. All Rights Reserved.</a:t>
            </a:r>
            <a:endParaRPr kumimoji="1" lang="ja-JP" altLang="en-US" dirty="0"/>
          </a:p>
        </p:txBody>
      </p:sp>
      <p:sp>
        <p:nvSpPr>
          <p:cNvPr id="1030" name="Rectangle 6"/>
          <p:cNvSpPr>
            <a:spLocks noGrp="1" noChangeArrowheads="1"/>
          </p:cNvSpPr>
          <p:nvPr>
            <p:ph type="sldNum" sz="quarter" idx="4"/>
          </p:nvPr>
        </p:nvSpPr>
        <p:spPr bwMode="auto">
          <a:xfrm>
            <a:off x="7139880" y="6524625"/>
            <a:ext cx="1752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Times New Roman" pitchFamily="18" charset="0"/>
                <a:cs typeface="Times New Roman" pitchFamily="18" charset="0"/>
              </a:defRPr>
            </a:lvl1pPr>
          </a:lstStyle>
          <a:p>
            <a:fld id="{800C8475-47C1-49C9-BEE5-594F8CF4D71F}" type="slidenum">
              <a:rPr kumimoji="1" lang="ja-JP" altLang="en-US" smtClean="0"/>
              <a:pPr/>
              <a:t>‹#›</a:t>
            </a:fld>
            <a:endParaRPr kumimoji="1" lang="ja-JP" altLang="en-US"/>
          </a:p>
        </p:txBody>
      </p:sp>
      <p:sp>
        <p:nvSpPr>
          <p:cNvPr id="1052" name="Line 28"/>
          <p:cNvSpPr>
            <a:spLocks noChangeShapeType="1"/>
          </p:cNvSpPr>
          <p:nvPr/>
        </p:nvSpPr>
        <p:spPr bwMode="auto">
          <a:xfrm>
            <a:off x="144463" y="1123680"/>
            <a:ext cx="8496300" cy="0"/>
          </a:xfrm>
          <a:prstGeom prst="line">
            <a:avLst/>
          </a:prstGeom>
          <a:noFill/>
          <a:ln w="9525">
            <a:solidFill>
              <a:srgbClr val="3366CC"/>
            </a:solidFill>
            <a:round/>
            <a:headEnd/>
            <a:tailEnd/>
          </a:ln>
          <a:effectLst/>
        </p:spPr>
        <p:txBody>
          <a:bodyPr/>
          <a:lstStyle/>
          <a:p>
            <a:endParaRPr lang="ja-JP" altLang="en-US" dirty="0">
              <a:latin typeface="Times New Roman" pitchFamily="18" charset="0"/>
              <a:cs typeface="Times New Roman" pitchFamily="18" charset="0"/>
            </a:endParaRPr>
          </a:p>
        </p:txBody>
      </p:sp>
      <p:pic>
        <p:nvPicPr>
          <p:cNvPr id="3" name="Picture 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7504" y="1592"/>
            <a:ext cx="1116507" cy="111650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Lst>
  <p:hf hdr="0"/>
  <p:txStyles>
    <p:titleStyle>
      <a:lvl1pPr algn="l" rtl="0" eaLnBrk="1" fontAlgn="base" hangingPunct="1">
        <a:spcBef>
          <a:spcPct val="0"/>
        </a:spcBef>
        <a:spcAft>
          <a:spcPct val="0"/>
        </a:spcAft>
        <a:defRPr kumimoji="1" sz="3200" baseline="0">
          <a:solidFill>
            <a:srgbClr val="3366CC"/>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2pPr>
      <a:lvl3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3pPr>
      <a:lvl4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4pPr>
      <a:lvl5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5pPr>
      <a:lvl6pPr marL="4572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6pPr>
      <a:lvl7pPr marL="9144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7pPr>
      <a:lvl8pPr marL="13716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8pPr>
      <a:lvl9pPr marL="18288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9pPr>
    </p:titleStyle>
    <p:body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inventors.about.com/library/weekly/aa091598.htm" TargetMode="External"/><Relationship Id="rId7" Type="http://schemas.openxmlformats.org/officeDocument/2006/relationships/hyperlink" Target="http://inventors.about.com/library/weekly/aa051599.htm" TargetMode="External"/><Relationship Id="rId2" Type="http://schemas.openxmlformats.org/officeDocument/2006/relationships/hyperlink" Target="http://inventors.about.com/library/weekly/aa072198.htm" TargetMode="External"/><Relationship Id="rId1" Type="http://schemas.openxmlformats.org/officeDocument/2006/relationships/slideLayout" Target="../slideLayouts/slideLayout2.xml"/><Relationship Id="rId6" Type="http://schemas.openxmlformats.org/officeDocument/2006/relationships/hyperlink" Target="http://inventors.about.com/library/weekly/aa120198.htm" TargetMode="External"/><Relationship Id="rId5" Type="http://schemas.openxmlformats.org/officeDocument/2006/relationships/hyperlink" Target="http://inventors.about.com/library/weekly/aa092998.htm" TargetMode="External"/><Relationship Id="rId4" Type="http://schemas.openxmlformats.org/officeDocument/2006/relationships/hyperlink" Target="http://inventors.about.com/library/weekly/aa100898.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02386" y="2098316"/>
            <a:ext cx="8609013" cy="1470025"/>
          </a:xfrm>
        </p:spPr>
        <p:txBody>
          <a:bodyPr/>
          <a:lstStyle/>
          <a:p>
            <a:r>
              <a:rPr lang="en-US" altLang="ja-JP" sz="3600" b="1"/>
              <a:t>GIỚI THIỆU NGÀNH</a:t>
            </a:r>
            <a:br>
              <a:rPr lang="en-US" altLang="ja-JP" sz="4400" b="1"/>
            </a:br>
            <a:r>
              <a:rPr lang="en-US" altLang="ja-JP" sz="4000" b="1">
                <a:solidFill>
                  <a:srgbClr val="FF9933"/>
                </a:solidFill>
              </a:rPr>
              <a:t>KỸ THUẬT MÁY TÍNH</a:t>
            </a:r>
            <a:endParaRPr kumimoji="1" lang="ja-JP" altLang="en-US" dirty="0">
              <a:solidFill>
                <a:srgbClr val="FF9933"/>
              </a:solidFill>
            </a:endParaRPr>
          </a:p>
        </p:txBody>
      </p:sp>
      <p:sp>
        <p:nvSpPr>
          <p:cNvPr id="3" name="サブタイトル 2"/>
          <p:cNvSpPr>
            <a:spLocks noGrp="1"/>
          </p:cNvSpPr>
          <p:nvPr>
            <p:ph type="subTitle" idx="1"/>
          </p:nvPr>
        </p:nvSpPr>
        <p:spPr>
          <a:xfrm>
            <a:off x="1371600" y="3886200"/>
            <a:ext cx="6400800" cy="533400"/>
          </a:xfrm>
        </p:spPr>
        <p:txBody>
          <a:bodyPr/>
          <a:lstStyle/>
          <a:p>
            <a:r>
              <a:rPr lang="en-US" altLang="ja-JP"/>
              <a:t> </a:t>
            </a:r>
            <a:fld id="{3019FD15-5EE1-4E5A-941E-E175ED3BA472}" type="datetime1">
              <a:rPr lang="en-US" altLang="ja-JP" smtClean="0"/>
              <a:t>9/10/2023</a:t>
            </a:fld>
            <a:endParaRPr lang="en-US" altLang="ja-JP" dirty="0"/>
          </a:p>
        </p:txBody>
      </p:sp>
      <p:sp>
        <p:nvSpPr>
          <p:cNvPr id="4" name="日付プレースホルダ 3"/>
          <p:cNvSpPr>
            <a:spLocks noGrp="1"/>
          </p:cNvSpPr>
          <p:nvPr>
            <p:ph type="dt" sz="half" idx="10"/>
          </p:nvPr>
        </p:nvSpPr>
        <p:spPr>
          <a:xfrm>
            <a:off x="251520" y="6525344"/>
            <a:ext cx="2133600" cy="288206"/>
          </a:xfrm>
        </p:spPr>
        <p:txBody>
          <a:bodyPr/>
          <a:lstStyle/>
          <a:p>
            <a:fld id="{0DA31E94-D226-4D30-9A93-5BB7AC33FD00}" type="datetime1">
              <a:rPr kumimoji="1" lang="en-US" altLang="ja-JP" smtClean="0"/>
              <a:t>9/10/2023</a:t>
            </a:fld>
            <a:endParaRPr kumimoji="1" lang="ja-JP" altLang="en-US" dirty="0"/>
          </a:p>
        </p:txBody>
      </p:sp>
      <p:sp>
        <p:nvSpPr>
          <p:cNvPr id="5" name="フッター プレースホルダ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 5"/>
          <p:cNvSpPr>
            <a:spLocks noGrp="1"/>
          </p:cNvSpPr>
          <p:nvPr>
            <p:ph type="sldNum" sz="quarter" idx="12"/>
          </p:nvPr>
        </p:nvSpPr>
        <p:spPr>
          <a:xfrm>
            <a:off x="7139880" y="6524625"/>
            <a:ext cx="1752600" cy="288925"/>
          </a:xfrm>
        </p:spPr>
        <p:txBody>
          <a:bodyPr/>
          <a:lstStyle/>
          <a:p>
            <a:fld id="{800C8475-47C1-49C9-BEE5-594F8CF4D71F}" type="slidenum">
              <a:rPr kumimoji="1" lang="ja-JP" altLang="en-US" smtClean="0"/>
              <a:pPr/>
              <a:t>1</a:t>
            </a:fld>
            <a:endParaRPr kumimoji="1" lang="ja-JP" altLang="en-US" dirty="0"/>
          </a:p>
        </p:txBody>
      </p:sp>
    </p:spTree>
    <p:extLst>
      <p:ext uri="{BB962C8B-B14F-4D97-AF65-F5344CB8AC3E}">
        <p14:creationId xmlns:p14="http://schemas.microsoft.com/office/powerpoint/2010/main" val="215533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t>Đánh giá môn học</a:t>
            </a:r>
            <a:endParaRPr kumimoji="1" lang="ja-JP" altLang="en-US" dirty="0"/>
          </a:p>
        </p:txBody>
      </p:sp>
      <p:sp>
        <p:nvSpPr>
          <p:cNvPr id="3" name="コンテンツ プレースホルダー 2"/>
          <p:cNvSpPr>
            <a:spLocks noGrp="1"/>
          </p:cNvSpPr>
          <p:nvPr>
            <p:ph idx="1"/>
          </p:nvPr>
        </p:nvSpPr>
        <p:spPr>
          <a:xfrm>
            <a:off x="251520" y="1371600"/>
            <a:ext cx="8640960" cy="1676400"/>
          </a:xfrm>
        </p:spPr>
        <p:txBody>
          <a:bodyPr/>
          <a:lstStyle/>
          <a:p>
            <a:r>
              <a:rPr lang="en-US" altLang="ja-JP"/>
              <a:t>Thời gian</a:t>
            </a:r>
            <a:r>
              <a:rPr lang="vi-VN" altLang="ja-JP"/>
              <a:t>:</a:t>
            </a:r>
          </a:p>
          <a:p>
            <a:pPr lvl="1"/>
            <a:r>
              <a:rPr lang="en-US" altLang="ja-JP"/>
              <a:t>Lý thuyết</a:t>
            </a:r>
            <a:r>
              <a:rPr lang="vi-VN" altLang="ja-JP"/>
              <a:t>: </a:t>
            </a:r>
            <a:r>
              <a:rPr lang="en-US" altLang="ja-JP"/>
              <a:t>1</a:t>
            </a:r>
            <a:r>
              <a:rPr lang="vi-VN" altLang="ja-JP"/>
              <a:t>5 </a:t>
            </a:r>
            <a:r>
              <a:rPr lang="en-US" altLang="ja-JP"/>
              <a:t>giờ</a:t>
            </a:r>
            <a:r>
              <a:rPr lang="vi-VN" altLang="ja-JP"/>
              <a:t>/5 </a:t>
            </a:r>
            <a:r>
              <a:rPr lang="en-US" altLang="ja-JP"/>
              <a:t>tuần</a:t>
            </a:r>
          </a:p>
          <a:p>
            <a:pPr lvl="1"/>
            <a:r>
              <a:rPr lang="en-US" altLang="ja-JP"/>
              <a:t>Tín chỉ: 01</a:t>
            </a:r>
            <a:r>
              <a:rPr lang="vi-VN" altLang="ja-JP"/>
              <a:t>  </a:t>
            </a:r>
          </a:p>
        </p:txBody>
      </p:sp>
      <p:sp>
        <p:nvSpPr>
          <p:cNvPr id="4" name="日付プレースホルダー 3"/>
          <p:cNvSpPr>
            <a:spLocks noGrp="1"/>
          </p:cNvSpPr>
          <p:nvPr>
            <p:ph type="dt" sz="half" idx="10"/>
          </p:nvPr>
        </p:nvSpPr>
        <p:spPr/>
        <p:txBody>
          <a:bodyPr/>
          <a:lstStyle/>
          <a:p>
            <a:fld id="{0DB942B6-B4D9-4495-B974-EBCB4AFDE5F6}" type="datetime1">
              <a:rPr kumimoji="1" lang="en-US" altLang="ja-JP" smtClean="0"/>
              <a:t>9/10/2023</a:t>
            </a:fld>
            <a:endParaRPr kumimoji="1" lang="ja-JP" altLang="en-US"/>
          </a:p>
        </p:txBody>
      </p:sp>
      <p:sp>
        <p:nvSpPr>
          <p:cNvPr id="5" name="フッター プレースホルダー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ー 5"/>
          <p:cNvSpPr>
            <a:spLocks noGrp="1"/>
          </p:cNvSpPr>
          <p:nvPr>
            <p:ph type="sldNum" sz="quarter" idx="12"/>
          </p:nvPr>
        </p:nvSpPr>
        <p:spPr/>
        <p:txBody>
          <a:bodyPr/>
          <a:lstStyle/>
          <a:p>
            <a:fld id="{800C8475-47C1-49C9-BEE5-594F8CF4D71F}" type="slidenum">
              <a:rPr kumimoji="1" lang="ja-JP" altLang="en-US" smtClean="0"/>
              <a:pPr/>
              <a:t>2</a:t>
            </a:fld>
            <a:endParaRPr kumimoji="1" lang="ja-JP" altLang="en-US"/>
          </a:p>
        </p:txBody>
      </p:sp>
      <p:sp>
        <p:nvSpPr>
          <p:cNvPr id="7" name="コンテンツ プレースホルダー 2">
            <a:extLst>
              <a:ext uri="{FF2B5EF4-FFF2-40B4-BE49-F238E27FC236}">
                <a16:creationId xmlns:a16="http://schemas.microsoft.com/office/drawing/2014/main" id="{A101D922-AEF3-4DAE-9B2F-C3ECB3C6D587}"/>
              </a:ext>
            </a:extLst>
          </p:cNvPr>
          <p:cNvSpPr txBox="1">
            <a:spLocks/>
          </p:cNvSpPr>
          <p:nvPr/>
        </p:nvSpPr>
        <p:spPr bwMode="auto">
          <a:xfrm>
            <a:off x="251520" y="3360743"/>
            <a:ext cx="8640960" cy="2286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a:lstStyle>
          <a:p>
            <a:r>
              <a:rPr lang="en-US" altLang="ja-JP" kern="0"/>
              <a:t>Điểm số</a:t>
            </a:r>
            <a:r>
              <a:rPr lang="vi-VN" altLang="ja-JP" kern="0"/>
              <a:t>:</a:t>
            </a:r>
          </a:p>
          <a:p>
            <a:pPr lvl="1"/>
            <a:r>
              <a:rPr lang="en-US" altLang="ja-JP" kern="0"/>
              <a:t>Quá trình</a:t>
            </a:r>
            <a:r>
              <a:rPr lang="vi-VN" altLang="ja-JP" kern="0"/>
              <a:t>: </a:t>
            </a:r>
            <a:r>
              <a:rPr lang="en-US" altLang="ja-JP" b="1" kern="0"/>
              <a:t>50</a:t>
            </a:r>
            <a:r>
              <a:rPr lang="vi-VN" altLang="ja-JP" b="1" kern="0"/>
              <a:t>%</a:t>
            </a:r>
            <a:r>
              <a:rPr lang="en-US" altLang="ja-JP" kern="0"/>
              <a:t> (bài tập trên lớp, bài tập nhóm)</a:t>
            </a:r>
            <a:endParaRPr lang="vi-VN" altLang="ja-JP" kern="0"/>
          </a:p>
          <a:p>
            <a:pPr lvl="1"/>
            <a:r>
              <a:rPr lang="en-US" altLang="ja-JP" kern="0"/>
              <a:t>Kiểm tra cuối kỳ</a:t>
            </a:r>
            <a:r>
              <a:rPr lang="vi-VN" altLang="ja-JP" kern="0"/>
              <a:t>: </a:t>
            </a:r>
            <a:r>
              <a:rPr lang="vi-VN" altLang="ja-JP" b="1" kern="0"/>
              <a:t>50%</a:t>
            </a:r>
            <a:endParaRPr lang="vi-VN" altLang="ja-JP" kern="0"/>
          </a:p>
        </p:txBody>
      </p:sp>
    </p:spTree>
    <p:extLst>
      <p:ext uri="{BB962C8B-B14F-4D97-AF65-F5344CB8AC3E}">
        <p14:creationId xmlns:p14="http://schemas.microsoft.com/office/powerpoint/2010/main" val="160125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DAAD-7E94-4012-AC39-68DBD6CC7FD3}"/>
              </a:ext>
            </a:extLst>
          </p:cNvPr>
          <p:cNvSpPr>
            <a:spLocks noGrp="1"/>
          </p:cNvSpPr>
          <p:nvPr>
            <p:ph type="title"/>
          </p:nvPr>
        </p:nvSpPr>
        <p:spPr>
          <a:xfrm>
            <a:off x="1331913" y="287338"/>
            <a:ext cx="7354887" cy="693390"/>
          </a:xfrm>
        </p:spPr>
        <p:txBody>
          <a:bodyPr wrap="square" anchor="ctr">
            <a:normAutofit/>
          </a:bodyPr>
          <a:lstStyle/>
          <a:p>
            <a:r>
              <a:rPr lang="en-US"/>
              <a:t>Mục tiêu môn học</a:t>
            </a:r>
          </a:p>
        </p:txBody>
      </p:sp>
      <p:sp>
        <p:nvSpPr>
          <p:cNvPr id="4" name="Date Placeholder 3">
            <a:extLst>
              <a:ext uri="{FF2B5EF4-FFF2-40B4-BE49-F238E27FC236}">
                <a16:creationId xmlns:a16="http://schemas.microsoft.com/office/drawing/2014/main" id="{247B9660-16A8-451A-BA2A-A270689EA7D2}"/>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F7681EE8-9FE2-425D-8FB4-74C399BDEDA0}"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F40D933A-D49D-4CAC-84D5-9CD8C03DAE57}"/>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3</a:t>
            </a:fld>
            <a:endParaRPr kumimoji="1" lang="ja-JP" altLang="en-US"/>
          </a:p>
        </p:txBody>
      </p:sp>
      <p:sp>
        <p:nvSpPr>
          <p:cNvPr id="6" name="Footer Placeholder 5">
            <a:extLst>
              <a:ext uri="{FF2B5EF4-FFF2-40B4-BE49-F238E27FC236}">
                <a16:creationId xmlns:a16="http://schemas.microsoft.com/office/drawing/2014/main" id="{D2A27B3D-7260-4D87-99BA-8FA82F44E5BA}"/>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All Rights Reserved.</a:t>
            </a:r>
            <a:endParaRPr kumimoji="1" lang="ja-JP" altLang="en-US"/>
          </a:p>
        </p:txBody>
      </p:sp>
      <p:graphicFrame>
        <p:nvGraphicFramePr>
          <p:cNvPr id="3" name="Table 2">
            <a:extLst>
              <a:ext uri="{FF2B5EF4-FFF2-40B4-BE49-F238E27FC236}">
                <a16:creationId xmlns:a16="http://schemas.microsoft.com/office/drawing/2014/main" id="{2146FCD8-D6E1-4026-8005-265B536D105F}"/>
              </a:ext>
            </a:extLst>
          </p:cNvPr>
          <p:cNvGraphicFramePr>
            <a:graphicFrameLocks noGrp="1"/>
          </p:cNvGraphicFramePr>
          <p:nvPr>
            <p:extLst>
              <p:ext uri="{D42A27DB-BD31-4B8C-83A1-F6EECF244321}">
                <p14:modId xmlns:p14="http://schemas.microsoft.com/office/powerpoint/2010/main" val="535679748"/>
              </p:ext>
            </p:extLst>
          </p:nvPr>
        </p:nvGraphicFramePr>
        <p:xfrm>
          <a:off x="251520" y="1524000"/>
          <a:ext cx="8816280" cy="4038600"/>
        </p:xfrm>
        <a:graphic>
          <a:graphicData uri="http://schemas.openxmlformats.org/drawingml/2006/table">
            <a:tbl>
              <a:tblPr firstRow="1" firstCol="1" bandRow="1">
                <a:tableStyleId>{5C22544A-7EE6-4342-B048-85BDC9FD1C3A}</a:tableStyleId>
              </a:tblPr>
              <a:tblGrid>
                <a:gridCol w="1196280">
                  <a:extLst>
                    <a:ext uri="{9D8B030D-6E8A-4147-A177-3AD203B41FA5}">
                      <a16:colId xmlns:a16="http://schemas.microsoft.com/office/drawing/2014/main" val="1061396145"/>
                    </a:ext>
                  </a:extLst>
                </a:gridCol>
                <a:gridCol w="7620000">
                  <a:extLst>
                    <a:ext uri="{9D8B030D-6E8A-4147-A177-3AD203B41FA5}">
                      <a16:colId xmlns:a16="http://schemas.microsoft.com/office/drawing/2014/main" val="1300939862"/>
                    </a:ext>
                  </a:extLst>
                </a:gridCol>
              </a:tblGrid>
              <a:tr h="701821">
                <a:tc>
                  <a:txBody>
                    <a:bodyPr/>
                    <a:lstStyle/>
                    <a:p>
                      <a:pPr marL="0" marR="0" algn="ctr">
                        <a:spcBef>
                          <a:spcPts val="1200"/>
                        </a:spcBef>
                        <a:spcAft>
                          <a:spcPts val="300"/>
                        </a:spcAft>
                      </a:pPr>
                      <a:r>
                        <a:rPr lang="en-US" sz="2100">
                          <a:effectLst/>
                        </a:rPr>
                        <a:t>Ký hiệu</a:t>
                      </a:r>
                      <a:endParaRPr lang="en-US" sz="1600" b="1" i="1">
                        <a:effectLst/>
                        <a:latin typeface="Times New Roman" panose="02020603050405020304" pitchFamily="18" charset="0"/>
                      </a:endParaRPr>
                    </a:p>
                  </a:txBody>
                  <a:tcPr marL="111204" marR="111204" marT="0" marB="0"/>
                </a:tc>
                <a:tc>
                  <a:txBody>
                    <a:bodyPr/>
                    <a:lstStyle/>
                    <a:p>
                      <a:pPr marL="0" marR="0" algn="ctr">
                        <a:spcBef>
                          <a:spcPts val="1200"/>
                        </a:spcBef>
                        <a:spcAft>
                          <a:spcPts val="300"/>
                        </a:spcAft>
                      </a:pPr>
                      <a:r>
                        <a:rPr lang="en-US" sz="2100">
                          <a:effectLst/>
                        </a:rPr>
                        <a:t>Mục tiêu môn học</a:t>
                      </a:r>
                      <a:r>
                        <a:rPr lang="en-US" sz="1900">
                          <a:effectLst/>
                        </a:rPr>
                        <a:t>[1]</a:t>
                      </a:r>
                      <a:endParaRPr lang="en-US" sz="1600" b="1" i="1">
                        <a:effectLst/>
                        <a:latin typeface="Times New Roman" panose="02020603050405020304" pitchFamily="18" charset="0"/>
                      </a:endParaRPr>
                    </a:p>
                  </a:txBody>
                  <a:tcPr marL="111204" marR="111204" marT="0" marB="0"/>
                </a:tc>
                <a:extLst>
                  <a:ext uri="{0D108BD9-81ED-4DB2-BD59-A6C34878D82A}">
                    <a16:rowId xmlns:a16="http://schemas.microsoft.com/office/drawing/2014/main" val="4018808164"/>
                  </a:ext>
                </a:extLst>
              </a:tr>
              <a:tr h="1182434">
                <a:tc>
                  <a:txBody>
                    <a:bodyPr/>
                    <a:lstStyle/>
                    <a:p>
                      <a:pPr marL="0" marR="0" algn="ctr">
                        <a:lnSpc>
                          <a:spcPct val="150000"/>
                        </a:lnSpc>
                        <a:spcBef>
                          <a:spcPts val="0"/>
                        </a:spcBef>
                        <a:spcAft>
                          <a:spcPts val="0"/>
                        </a:spcAft>
                      </a:pPr>
                      <a:r>
                        <a:rPr lang="en-US" sz="1900">
                          <a:effectLst/>
                        </a:rPr>
                        <a:t>G1</a:t>
                      </a:r>
                      <a:endParaRPr lang="en-US" sz="1600" b="1" i="1">
                        <a:effectLst/>
                        <a:latin typeface="Times New Roman" panose="02020603050405020304" pitchFamily="18" charset="0"/>
                      </a:endParaRPr>
                    </a:p>
                  </a:txBody>
                  <a:tcPr marL="111204" marR="111204" marT="0" marB="0"/>
                </a:tc>
                <a:tc>
                  <a:txBody>
                    <a:bodyPr/>
                    <a:lstStyle/>
                    <a:p>
                      <a:pPr marL="0" marR="0">
                        <a:lnSpc>
                          <a:spcPct val="150000"/>
                        </a:lnSpc>
                        <a:spcBef>
                          <a:spcPts val="0"/>
                        </a:spcBef>
                        <a:spcAft>
                          <a:spcPts val="0"/>
                        </a:spcAft>
                      </a:pPr>
                      <a:r>
                        <a:rPr lang="en-US" sz="2400">
                          <a:effectLst/>
                        </a:rPr>
                        <a:t>Có khả năng nhận biết và lập luận phân tích các vấn đề đơn giản liên quan đến ngành Kỹ thuật máy tính</a:t>
                      </a:r>
                      <a:endParaRPr lang="en-US" sz="1800" b="1" i="1">
                        <a:effectLst/>
                        <a:latin typeface="Times New Roman" panose="02020603050405020304" pitchFamily="18" charset="0"/>
                      </a:endParaRPr>
                    </a:p>
                  </a:txBody>
                  <a:tcPr marL="111204" marR="111204" marT="0" marB="0"/>
                </a:tc>
                <a:extLst>
                  <a:ext uri="{0D108BD9-81ED-4DB2-BD59-A6C34878D82A}">
                    <a16:rowId xmlns:a16="http://schemas.microsoft.com/office/drawing/2014/main" val="591181420"/>
                  </a:ext>
                </a:extLst>
              </a:tr>
              <a:tr h="965004">
                <a:tc>
                  <a:txBody>
                    <a:bodyPr/>
                    <a:lstStyle/>
                    <a:p>
                      <a:pPr marL="0" marR="0" algn="ctr">
                        <a:lnSpc>
                          <a:spcPct val="150000"/>
                        </a:lnSpc>
                        <a:spcBef>
                          <a:spcPts val="0"/>
                        </a:spcBef>
                        <a:spcAft>
                          <a:spcPts val="0"/>
                        </a:spcAft>
                      </a:pPr>
                      <a:r>
                        <a:rPr lang="en-US" sz="1900">
                          <a:effectLst/>
                        </a:rPr>
                        <a:t>G2</a:t>
                      </a:r>
                      <a:endParaRPr lang="en-US" sz="1600" b="1" i="1">
                        <a:effectLst/>
                        <a:latin typeface="Times New Roman" panose="02020603050405020304" pitchFamily="18" charset="0"/>
                      </a:endParaRPr>
                    </a:p>
                  </a:txBody>
                  <a:tcPr marL="111204" marR="111204" marT="0" marB="0"/>
                </a:tc>
                <a:tc>
                  <a:txBody>
                    <a:bodyPr/>
                    <a:lstStyle/>
                    <a:p>
                      <a:pPr marL="0" marR="0">
                        <a:lnSpc>
                          <a:spcPct val="150000"/>
                        </a:lnSpc>
                        <a:spcBef>
                          <a:spcPts val="0"/>
                        </a:spcBef>
                        <a:spcAft>
                          <a:spcPts val="0"/>
                        </a:spcAft>
                      </a:pPr>
                      <a:r>
                        <a:rPr lang="en-US" sz="2400">
                          <a:effectLst/>
                        </a:rPr>
                        <a:t>Có hiểu biết về các giá trị đạo đức và trách nhiệm nghề nghiệp</a:t>
                      </a:r>
                      <a:endParaRPr lang="en-US" sz="1800" b="1" i="1">
                        <a:effectLst/>
                        <a:latin typeface="Times New Roman" panose="02020603050405020304" pitchFamily="18" charset="0"/>
                      </a:endParaRPr>
                    </a:p>
                  </a:txBody>
                  <a:tcPr marL="111204" marR="111204" marT="0" marB="0"/>
                </a:tc>
                <a:extLst>
                  <a:ext uri="{0D108BD9-81ED-4DB2-BD59-A6C34878D82A}">
                    <a16:rowId xmlns:a16="http://schemas.microsoft.com/office/drawing/2014/main" val="1097984792"/>
                  </a:ext>
                </a:extLst>
              </a:tr>
              <a:tr h="1122787">
                <a:tc>
                  <a:txBody>
                    <a:bodyPr/>
                    <a:lstStyle/>
                    <a:p>
                      <a:pPr marL="0" marR="0" algn="ctr">
                        <a:lnSpc>
                          <a:spcPct val="150000"/>
                        </a:lnSpc>
                        <a:spcBef>
                          <a:spcPts val="0"/>
                        </a:spcBef>
                        <a:spcAft>
                          <a:spcPts val="0"/>
                        </a:spcAft>
                      </a:pPr>
                      <a:r>
                        <a:rPr lang="en-US" sz="1900">
                          <a:effectLst/>
                        </a:rPr>
                        <a:t>G3</a:t>
                      </a:r>
                      <a:endParaRPr lang="en-US" sz="1600" b="1" i="1">
                        <a:effectLst/>
                        <a:latin typeface="Times New Roman" panose="02020603050405020304" pitchFamily="18" charset="0"/>
                      </a:endParaRPr>
                    </a:p>
                  </a:txBody>
                  <a:tcPr marL="111204" marR="111204" marT="0" marB="0"/>
                </a:tc>
                <a:tc>
                  <a:txBody>
                    <a:bodyPr/>
                    <a:lstStyle/>
                    <a:p>
                      <a:pPr marL="0" marR="0">
                        <a:lnSpc>
                          <a:spcPct val="150000"/>
                        </a:lnSpc>
                        <a:spcBef>
                          <a:spcPts val="0"/>
                        </a:spcBef>
                        <a:spcAft>
                          <a:spcPts val="0"/>
                        </a:spcAft>
                      </a:pPr>
                      <a:r>
                        <a:rPr lang="en-US" sz="2400">
                          <a:effectLst/>
                        </a:rPr>
                        <a:t>Hiểu bối cảnh và nhu cầu xã hội, và có kỹ năng hình thành ý tưởng về giải pháp trong ngành Kỹ thuật máy tính</a:t>
                      </a:r>
                      <a:endParaRPr lang="en-US" sz="1800" b="1" i="1">
                        <a:effectLst/>
                        <a:latin typeface="Times New Roman" panose="02020603050405020304" pitchFamily="18" charset="0"/>
                      </a:endParaRPr>
                    </a:p>
                  </a:txBody>
                  <a:tcPr marL="111204" marR="111204" marT="0" marB="0"/>
                </a:tc>
                <a:extLst>
                  <a:ext uri="{0D108BD9-81ED-4DB2-BD59-A6C34878D82A}">
                    <a16:rowId xmlns:a16="http://schemas.microsoft.com/office/drawing/2014/main" val="3742418490"/>
                  </a:ext>
                </a:extLst>
              </a:tr>
            </a:tbl>
          </a:graphicData>
        </a:graphic>
      </p:graphicFrame>
    </p:spTree>
    <p:extLst>
      <p:ext uri="{BB962C8B-B14F-4D97-AF65-F5344CB8AC3E}">
        <p14:creationId xmlns:p14="http://schemas.microsoft.com/office/powerpoint/2010/main" val="344554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DAAD-7E94-4012-AC39-68DBD6CC7FD3}"/>
              </a:ext>
            </a:extLst>
          </p:cNvPr>
          <p:cNvSpPr>
            <a:spLocks noGrp="1"/>
          </p:cNvSpPr>
          <p:nvPr>
            <p:ph type="title"/>
          </p:nvPr>
        </p:nvSpPr>
        <p:spPr>
          <a:xfrm>
            <a:off x="1331913" y="287338"/>
            <a:ext cx="7354887" cy="693390"/>
          </a:xfrm>
        </p:spPr>
        <p:txBody>
          <a:bodyPr wrap="square" anchor="ctr">
            <a:normAutofit/>
          </a:bodyPr>
          <a:lstStyle/>
          <a:p>
            <a:r>
              <a:rPr lang="en-US"/>
              <a:t>Chuẩn đầu ra môn học</a:t>
            </a:r>
          </a:p>
        </p:txBody>
      </p:sp>
      <p:sp>
        <p:nvSpPr>
          <p:cNvPr id="4" name="Date Placeholder 3">
            <a:extLst>
              <a:ext uri="{FF2B5EF4-FFF2-40B4-BE49-F238E27FC236}">
                <a16:creationId xmlns:a16="http://schemas.microsoft.com/office/drawing/2014/main" id="{247B9660-16A8-451A-BA2A-A270689EA7D2}"/>
              </a:ext>
            </a:extLst>
          </p:cNvPr>
          <p:cNvSpPr>
            <a:spLocks noGrp="1"/>
          </p:cNvSpPr>
          <p:nvPr>
            <p:ph type="dt" sz="half" idx="10"/>
          </p:nvPr>
        </p:nvSpPr>
        <p:spPr>
          <a:xfrm>
            <a:off x="251520" y="6525344"/>
            <a:ext cx="2133600" cy="288206"/>
          </a:xfrm>
        </p:spPr>
        <p:txBody>
          <a:bodyPr wrap="square" anchor="t">
            <a:normAutofit/>
          </a:bodyPr>
          <a:lstStyle/>
          <a:p>
            <a:pPr>
              <a:spcAft>
                <a:spcPts val="600"/>
              </a:spcAft>
            </a:pPr>
            <a:fld id="{F7681EE8-9FE2-425D-8FB4-74C399BDEDA0}"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F40D933A-D49D-4CAC-84D5-9CD8C03DAE57}"/>
              </a:ext>
            </a:extLst>
          </p:cNvPr>
          <p:cNvSpPr>
            <a:spLocks noGrp="1"/>
          </p:cNvSpPr>
          <p:nvPr>
            <p:ph type="sldNum" sz="quarter" idx="12"/>
          </p:nvPr>
        </p:nvSpPr>
        <p:spPr>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4</a:t>
            </a:fld>
            <a:endParaRPr kumimoji="1" lang="ja-JP" altLang="en-US"/>
          </a:p>
        </p:txBody>
      </p:sp>
      <p:sp>
        <p:nvSpPr>
          <p:cNvPr id="6" name="Footer Placeholder 5">
            <a:extLst>
              <a:ext uri="{FF2B5EF4-FFF2-40B4-BE49-F238E27FC236}">
                <a16:creationId xmlns:a16="http://schemas.microsoft.com/office/drawing/2014/main" id="{D2A27B3D-7260-4D87-99BA-8FA82F44E5BA}"/>
              </a:ext>
            </a:extLst>
          </p:cNvPr>
          <p:cNvSpPr>
            <a:spLocks noGrp="1"/>
          </p:cNvSpPr>
          <p:nvPr>
            <p:ph type="ftr" sz="quarter" idx="11"/>
          </p:nvPr>
        </p:nvSpPr>
        <p:spPr>
          <a:xfrm>
            <a:off x="1762101" y="6524625"/>
            <a:ext cx="5618212" cy="288925"/>
          </a:xfrm>
        </p:spPr>
        <p:txBody>
          <a:bodyPr wrap="square" anchor="t">
            <a:normAutofit/>
          </a:bodyPr>
          <a:lstStyle/>
          <a:p>
            <a:pPr>
              <a:spcAft>
                <a:spcPts val="600"/>
              </a:spcAft>
            </a:pPr>
            <a:r>
              <a:rPr kumimoji="1" lang="en-US" altLang="ja-JP"/>
              <a:t>Copyrights 2020 CE-UIT. All Rights Reserved.</a:t>
            </a:r>
            <a:endParaRPr kumimoji="1" lang="ja-JP" altLang="en-US"/>
          </a:p>
        </p:txBody>
      </p:sp>
      <p:graphicFrame>
        <p:nvGraphicFramePr>
          <p:cNvPr id="7" name="Table 6">
            <a:extLst>
              <a:ext uri="{FF2B5EF4-FFF2-40B4-BE49-F238E27FC236}">
                <a16:creationId xmlns:a16="http://schemas.microsoft.com/office/drawing/2014/main" id="{0C9F510B-AE04-4BA6-8CFA-6D705C04A459}"/>
              </a:ext>
            </a:extLst>
          </p:cNvPr>
          <p:cNvGraphicFramePr>
            <a:graphicFrameLocks noGrp="1"/>
          </p:cNvGraphicFramePr>
          <p:nvPr>
            <p:extLst>
              <p:ext uri="{D42A27DB-BD31-4B8C-83A1-F6EECF244321}">
                <p14:modId xmlns:p14="http://schemas.microsoft.com/office/powerpoint/2010/main" val="1658107018"/>
              </p:ext>
            </p:extLst>
          </p:nvPr>
        </p:nvGraphicFramePr>
        <p:xfrm>
          <a:off x="379212" y="1412776"/>
          <a:ext cx="8155188" cy="4277364"/>
        </p:xfrm>
        <a:graphic>
          <a:graphicData uri="http://schemas.openxmlformats.org/drawingml/2006/table">
            <a:tbl>
              <a:tblPr firstRow="1" firstCol="1" bandRow="1"/>
              <a:tblGrid>
                <a:gridCol w="1564674">
                  <a:extLst>
                    <a:ext uri="{9D8B030D-6E8A-4147-A177-3AD203B41FA5}">
                      <a16:colId xmlns:a16="http://schemas.microsoft.com/office/drawing/2014/main" val="1729913720"/>
                    </a:ext>
                  </a:extLst>
                </a:gridCol>
                <a:gridCol w="6590514">
                  <a:extLst>
                    <a:ext uri="{9D8B030D-6E8A-4147-A177-3AD203B41FA5}">
                      <a16:colId xmlns:a16="http://schemas.microsoft.com/office/drawing/2014/main" val="214234048"/>
                    </a:ext>
                  </a:extLst>
                </a:gridCol>
              </a:tblGrid>
              <a:tr h="802262">
                <a:tc>
                  <a:txBody>
                    <a:bodyPr/>
                    <a:lstStyle/>
                    <a:p>
                      <a:pPr marL="0" marR="0" algn="ctr" fontAlgn="ctr">
                        <a:lnSpc>
                          <a:spcPct val="115000"/>
                        </a:lnSpc>
                        <a:spcBef>
                          <a:spcPts val="600"/>
                        </a:spcBef>
                        <a:spcAft>
                          <a:spcPts val="600"/>
                        </a:spcAft>
                      </a:pPr>
                      <a:r>
                        <a:rPr lang="en-US" sz="2100" b="1" i="0" u="none" strike="noStrike">
                          <a:solidFill>
                            <a:srgbClr val="000000"/>
                          </a:solidFill>
                          <a:effectLst/>
                          <a:latin typeface="Times New Roman" panose="02020603050405020304" pitchFamily="18" charset="0"/>
                          <a:ea typeface="MS Mincho" panose="02020609040205080304" pitchFamily="49" charset="-128"/>
                        </a:rPr>
                        <a:t>CĐRMH</a:t>
                      </a:r>
                      <a:endParaRPr lang="en-US"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lnSpc>
                          <a:spcPct val="115000"/>
                        </a:lnSpc>
                        <a:spcBef>
                          <a:spcPts val="600"/>
                        </a:spcBef>
                        <a:spcAft>
                          <a:spcPts val="600"/>
                        </a:spcAft>
                      </a:pPr>
                      <a:r>
                        <a:rPr lang="en-US" sz="2100" b="1" i="0" u="none" strike="noStrike">
                          <a:solidFill>
                            <a:srgbClr val="000000"/>
                          </a:solidFill>
                          <a:effectLst/>
                          <a:latin typeface="Times New Roman" panose="02020603050405020304" pitchFamily="18" charset="0"/>
                          <a:ea typeface="MS Mincho" panose="02020609040205080304" pitchFamily="49" charset="-128"/>
                        </a:rPr>
                        <a:t>Mô tả CĐRMH</a:t>
                      </a:r>
                      <a:endParaRPr lang="en-US"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5542653"/>
                  </a:ext>
                </a:extLst>
              </a:tr>
              <a:tr h="985362">
                <a:tc>
                  <a:txBody>
                    <a:bodyPr/>
                    <a:lstStyle/>
                    <a:p>
                      <a:pPr marL="0" marR="0" algn="l" fontAlgn="ctr">
                        <a:lnSpc>
                          <a:spcPct val="150000"/>
                        </a:lnSpc>
                        <a:spcBef>
                          <a:spcPts val="0"/>
                        </a:spcBef>
                        <a:spcAft>
                          <a:spcPts val="0"/>
                        </a:spcAft>
                      </a:pPr>
                      <a:r>
                        <a:rPr lang="vi-VN" sz="1900" b="0" i="1" u="none" strike="noStrike">
                          <a:solidFill>
                            <a:srgbClr val="000000"/>
                          </a:solidFill>
                          <a:effectLst/>
                          <a:latin typeface="Times New Roman" panose="02020603050405020304" pitchFamily="18" charset="0"/>
                          <a:ea typeface="MS Mincho" panose="02020609040205080304" pitchFamily="49" charset="-128"/>
                        </a:rPr>
                        <a:t>G1</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vi-VN" sz="2100" b="0" i="0" u="none" strike="noStrike">
                          <a:solidFill>
                            <a:srgbClr val="000000"/>
                          </a:solidFill>
                          <a:effectLst/>
                          <a:latin typeface="Times New Roman" panose="02020603050405020304" pitchFamily="18" charset="0"/>
                          <a:ea typeface="MS Mincho" panose="02020609040205080304" pitchFamily="49" charset="-128"/>
                        </a:rPr>
                        <a:t>Nhận biết và lập luận, phân tích được bài toán đơn giản liên quan đến ngành Kỹ thuật máy tính</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052909"/>
                  </a:ext>
                </a:extLst>
              </a:tr>
              <a:tr h="990600">
                <a:tc>
                  <a:txBody>
                    <a:bodyPr/>
                    <a:lstStyle/>
                    <a:p>
                      <a:pPr marL="0" marR="0" algn="l" fontAlgn="ctr">
                        <a:lnSpc>
                          <a:spcPct val="150000"/>
                        </a:lnSpc>
                        <a:spcBef>
                          <a:spcPts val="0"/>
                        </a:spcBef>
                        <a:spcAft>
                          <a:spcPts val="0"/>
                        </a:spcAft>
                      </a:pPr>
                      <a:r>
                        <a:rPr lang="vi-VN" sz="1900" b="0" i="1" u="none" strike="noStrike">
                          <a:solidFill>
                            <a:srgbClr val="000000"/>
                          </a:solidFill>
                          <a:effectLst/>
                          <a:latin typeface="Times New Roman" panose="02020603050405020304" pitchFamily="18" charset="0"/>
                          <a:ea typeface="MS Mincho" panose="02020609040205080304" pitchFamily="49" charset="-128"/>
                        </a:rPr>
                        <a:t>G2</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vi-VN" sz="2100" b="0" i="0" u="none" strike="noStrike">
                          <a:solidFill>
                            <a:srgbClr val="000000"/>
                          </a:solidFill>
                          <a:effectLst/>
                          <a:latin typeface="Times New Roman" panose="02020603050405020304" pitchFamily="18" charset="0"/>
                          <a:ea typeface="MS Mincho" panose="02020609040205080304" pitchFamily="49" charset="-128"/>
                        </a:rPr>
                        <a:t>Có đạo đức và thái độ tích cực trong nghề nghiệp đúng đắn</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611218"/>
                  </a:ext>
                </a:extLst>
              </a:tr>
              <a:tr h="1499140">
                <a:tc>
                  <a:txBody>
                    <a:bodyPr/>
                    <a:lstStyle/>
                    <a:p>
                      <a:pPr marL="0" marR="0" algn="l" fontAlgn="ctr">
                        <a:lnSpc>
                          <a:spcPct val="150000"/>
                        </a:lnSpc>
                        <a:spcBef>
                          <a:spcPts val="0"/>
                        </a:spcBef>
                        <a:spcAft>
                          <a:spcPts val="0"/>
                        </a:spcAft>
                      </a:pPr>
                      <a:r>
                        <a:rPr lang="vi-VN" sz="1900" b="0" i="1" u="none" strike="noStrike">
                          <a:solidFill>
                            <a:srgbClr val="000000"/>
                          </a:solidFill>
                          <a:effectLst/>
                          <a:latin typeface="Times New Roman" panose="02020603050405020304" pitchFamily="18" charset="0"/>
                          <a:ea typeface="MS Mincho" panose="02020609040205080304" pitchFamily="49" charset="-128"/>
                        </a:rPr>
                        <a:t>G3</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vi-VN" sz="2100" b="0" i="0" u="none" strike="noStrike">
                          <a:solidFill>
                            <a:srgbClr val="000000"/>
                          </a:solidFill>
                          <a:effectLst/>
                          <a:latin typeface="Times New Roman" panose="02020603050405020304" pitchFamily="18" charset="0"/>
                          <a:ea typeface="MS Mincho" panose="02020609040205080304" pitchFamily="49" charset="-128"/>
                        </a:rPr>
                        <a:t>Hiểu bối cảnh và nhu cầu xã hội của ngành Kỹ thuật máy tính và Công nghệ thông tin – Truyền thông</a:t>
                      </a:r>
                      <a:endParaRPr lang="vi-VN" sz="2900" b="0" i="0" u="none" strike="noStrike">
                        <a:effectLst/>
                        <a:latin typeface="Arial" panose="020B0604020202020204" pitchFamily="34" charset="0"/>
                      </a:endParaRPr>
                    </a:p>
                  </a:txBody>
                  <a:tcPr marL="109649" marR="109649" marT="152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2723553"/>
                  </a:ext>
                </a:extLst>
              </a:tr>
            </a:tbl>
          </a:graphicData>
        </a:graphic>
      </p:graphicFrame>
    </p:spTree>
    <p:extLst>
      <p:ext uri="{BB962C8B-B14F-4D97-AF65-F5344CB8AC3E}">
        <p14:creationId xmlns:p14="http://schemas.microsoft.com/office/powerpoint/2010/main" val="3251838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0740D-3AA5-4E97-A7E7-E2C33E12B745}"/>
              </a:ext>
            </a:extLst>
          </p:cNvPr>
          <p:cNvSpPr>
            <a:spLocks noGrp="1"/>
          </p:cNvSpPr>
          <p:nvPr>
            <p:ph type="title"/>
          </p:nvPr>
        </p:nvSpPr>
        <p:spPr/>
        <p:txBody>
          <a:bodyPr/>
          <a:lstStyle/>
          <a:p>
            <a:r>
              <a:rPr lang="en-US"/>
              <a:t>Course’s content</a:t>
            </a:r>
          </a:p>
        </p:txBody>
      </p:sp>
      <p:sp>
        <p:nvSpPr>
          <p:cNvPr id="4" name="Date Placeholder 3">
            <a:extLst>
              <a:ext uri="{FF2B5EF4-FFF2-40B4-BE49-F238E27FC236}">
                <a16:creationId xmlns:a16="http://schemas.microsoft.com/office/drawing/2014/main" id="{8EAC81AE-6039-4E71-968A-7D401C44DDBE}"/>
              </a:ext>
            </a:extLst>
          </p:cNvPr>
          <p:cNvSpPr>
            <a:spLocks noGrp="1"/>
          </p:cNvSpPr>
          <p:nvPr>
            <p:ph type="dt" sz="half" idx="10"/>
          </p:nvPr>
        </p:nvSpPr>
        <p:spPr/>
        <p:txBody>
          <a:bodyPr/>
          <a:lstStyle/>
          <a:p>
            <a:fld id="{F7681EE8-9FE2-425D-8FB4-74C399BDEDA0}" type="datetime1">
              <a:rPr kumimoji="1" lang="en-US" altLang="ja-JP" smtClean="0"/>
              <a:t>9/10/2023</a:t>
            </a:fld>
            <a:endParaRPr kumimoji="1" lang="ja-JP" altLang="en-US"/>
          </a:p>
        </p:txBody>
      </p:sp>
      <p:sp>
        <p:nvSpPr>
          <p:cNvPr id="5" name="Slide Number Placeholder 4">
            <a:extLst>
              <a:ext uri="{FF2B5EF4-FFF2-40B4-BE49-F238E27FC236}">
                <a16:creationId xmlns:a16="http://schemas.microsoft.com/office/drawing/2014/main" id="{0FC06EED-2D65-4CC6-8486-BD86A35831EC}"/>
              </a:ext>
            </a:extLst>
          </p:cNvPr>
          <p:cNvSpPr>
            <a:spLocks noGrp="1"/>
          </p:cNvSpPr>
          <p:nvPr>
            <p:ph type="sldNum" sz="quarter" idx="12"/>
          </p:nvPr>
        </p:nvSpPr>
        <p:spPr/>
        <p:txBody>
          <a:bodyPr/>
          <a:lstStyle/>
          <a:p>
            <a:fld id="{800C8475-47C1-49C9-BEE5-594F8CF4D71F}" type="slidenum">
              <a:rPr kumimoji="1" lang="ja-JP" altLang="en-US" smtClean="0"/>
              <a:pPr/>
              <a:t>5</a:t>
            </a:fld>
            <a:endParaRPr kumimoji="1" lang="ja-JP" altLang="en-US"/>
          </a:p>
        </p:txBody>
      </p:sp>
      <p:sp>
        <p:nvSpPr>
          <p:cNvPr id="6" name="Footer Placeholder 5">
            <a:extLst>
              <a:ext uri="{FF2B5EF4-FFF2-40B4-BE49-F238E27FC236}">
                <a16:creationId xmlns:a16="http://schemas.microsoft.com/office/drawing/2014/main" id="{6EC9CCFB-D00A-4C7A-80C9-416E9A46C8F0}"/>
              </a:ext>
            </a:extLst>
          </p:cNvPr>
          <p:cNvSpPr>
            <a:spLocks noGrp="1"/>
          </p:cNvSpPr>
          <p:nvPr>
            <p:ph type="ftr" sz="quarter" idx="11"/>
          </p:nvPr>
        </p:nvSpPr>
        <p:spPr/>
        <p:txBody>
          <a:bodyPr/>
          <a:lstStyle/>
          <a:p>
            <a:r>
              <a:rPr kumimoji="1" lang="en-US" altLang="ja-JP"/>
              <a:t>Copyrights 2020 CE-UIT. All Rights Reserved.</a:t>
            </a:r>
            <a:endParaRPr kumimoji="1" lang="ja-JP" altLang="en-US" dirty="0"/>
          </a:p>
        </p:txBody>
      </p:sp>
      <p:graphicFrame>
        <p:nvGraphicFramePr>
          <p:cNvPr id="9" name="Table 9">
            <a:extLst>
              <a:ext uri="{FF2B5EF4-FFF2-40B4-BE49-F238E27FC236}">
                <a16:creationId xmlns:a16="http://schemas.microsoft.com/office/drawing/2014/main" id="{B1CBB7C0-A15D-434D-A079-46CECDDE150F}"/>
              </a:ext>
            </a:extLst>
          </p:cNvPr>
          <p:cNvGraphicFramePr>
            <a:graphicFrameLocks noGrp="1"/>
          </p:cNvGraphicFramePr>
          <p:nvPr>
            <p:extLst>
              <p:ext uri="{D42A27DB-BD31-4B8C-83A1-F6EECF244321}">
                <p14:modId xmlns:p14="http://schemas.microsoft.com/office/powerpoint/2010/main" val="1393698016"/>
              </p:ext>
            </p:extLst>
          </p:nvPr>
        </p:nvGraphicFramePr>
        <p:xfrm>
          <a:off x="609600" y="1447800"/>
          <a:ext cx="7696201" cy="3108960"/>
        </p:xfrm>
        <a:graphic>
          <a:graphicData uri="http://schemas.openxmlformats.org/drawingml/2006/table">
            <a:tbl>
              <a:tblPr firstRow="1" bandRow="1">
                <a:tableStyleId>{5C22544A-7EE6-4342-B048-85BDC9FD1C3A}</a:tableStyleId>
              </a:tblPr>
              <a:tblGrid>
                <a:gridCol w="1443038">
                  <a:extLst>
                    <a:ext uri="{9D8B030D-6E8A-4147-A177-3AD203B41FA5}">
                      <a16:colId xmlns:a16="http://schemas.microsoft.com/office/drawing/2014/main" val="761610956"/>
                    </a:ext>
                  </a:extLst>
                </a:gridCol>
                <a:gridCol w="6253163">
                  <a:extLst>
                    <a:ext uri="{9D8B030D-6E8A-4147-A177-3AD203B41FA5}">
                      <a16:colId xmlns:a16="http://schemas.microsoft.com/office/drawing/2014/main" val="2803330142"/>
                    </a:ext>
                  </a:extLst>
                </a:gridCol>
              </a:tblGrid>
              <a:tr h="370840">
                <a:tc>
                  <a:txBody>
                    <a:bodyPr/>
                    <a:lstStyle/>
                    <a:p>
                      <a:pPr algn="ctr"/>
                      <a:r>
                        <a:rPr lang="en-US" sz="2400" b="1"/>
                        <a:t>Tuần</a:t>
                      </a:r>
                    </a:p>
                  </a:txBody>
                  <a:tcPr anchor="ctr"/>
                </a:tc>
                <a:tc>
                  <a:txBody>
                    <a:bodyPr/>
                    <a:lstStyle/>
                    <a:p>
                      <a:pPr algn="ctr"/>
                      <a:r>
                        <a:rPr lang="en-US" sz="2400" b="1"/>
                        <a:t>Nội dung</a:t>
                      </a:r>
                    </a:p>
                  </a:txBody>
                  <a:tcPr anchor="ctr"/>
                </a:tc>
                <a:extLst>
                  <a:ext uri="{0D108BD9-81ED-4DB2-BD59-A6C34878D82A}">
                    <a16:rowId xmlns:a16="http://schemas.microsoft.com/office/drawing/2014/main" val="3665879048"/>
                  </a:ext>
                </a:extLst>
              </a:tr>
              <a:tr h="370840">
                <a:tc>
                  <a:txBody>
                    <a:bodyPr/>
                    <a:lstStyle/>
                    <a:p>
                      <a:r>
                        <a:rPr lang="en-US" sz="2400"/>
                        <a:t>1</a:t>
                      </a:r>
                    </a:p>
                  </a:txBody>
                  <a:tcPr anchor="ctr"/>
                </a:tc>
                <a:tc>
                  <a:txBody>
                    <a:bodyPr/>
                    <a:lstStyle/>
                    <a:p>
                      <a:r>
                        <a:rPr lang="en-US" sz="2400"/>
                        <a:t>- Giới thiệu môn học</a:t>
                      </a:r>
                    </a:p>
                    <a:p>
                      <a:r>
                        <a:rPr lang="en-US" sz="2400"/>
                        <a:t>- Giới thiệu về ĐH Công nghệ Thông tin</a:t>
                      </a:r>
                    </a:p>
                  </a:txBody>
                  <a:tcPr anchor="ctr"/>
                </a:tc>
                <a:extLst>
                  <a:ext uri="{0D108BD9-81ED-4DB2-BD59-A6C34878D82A}">
                    <a16:rowId xmlns:a16="http://schemas.microsoft.com/office/drawing/2014/main" val="3487540059"/>
                  </a:ext>
                </a:extLst>
              </a:tr>
              <a:tr h="370840">
                <a:tc>
                  <a:txBody>
                    <a:bodyPr/>
                    <a:lstStyle/>
                    <a:p>
                      <a:r>
                        <a:rPr lang="en-US" sz="2400"/>
                        <a:t>2</a:t>
                      </a:r>
                    </a:p>
                  </a:txBody>
                  <a:tcPr anchor="ctr"/>
                </a:tc>
                <a:tc>
                  <a:txBody>
                    <a:bodyPr/>
                    <a:lstStyle/>
                    <a:p>
                      <a:r>
                        <a:rPr lang="en-US" sz="2400"/>
                        <a:t>Giới thiệu về lĩnh vực CNTT-TT</a:t>
                      </a:r>
                    </a:p>
                  </a:txBody>
                  <a:tcPr anchor="ctr"/>
                </a:tc>
                <a:extLst>
                  <a:ext uri="{0D108BD9-81ED-4DB2-BD59-A6C34878D82A}">
                    <a16:rowId xmlns:a16="http://schemas.microsoft.com/office/drawing/2014/main" val="2732325685"/>
                  </a:ext>
                </a:extLst>
              </a:tr>
              <a:tr h="370840">
                <a:tc>
                  <a:txBody>
                    <a:bodyPr/>
                    <a:lstStyle/>
                    <a:p>
                      <a:r>
                        <a:rPr lang="en-US" sz="2400"/>
                        <a:t>3</a:t>
                      </a:r>
                    </a:p>
                  </a:txBody>
                  <a:tcPr anchor="ctr"/>
                </a:tc>
                <a:tc>
                  <a:txBody>
                    <a:bodyPr/>
                    <a:lstStyle/>
                    <a:p>
                      <a:r>
                        <a:rPr lang="en-US" sz="2400"/>
                        <a:t>Đạo đức nghề nghiệp</a:t>
                      </a:r>
                    </a:p>
                  </a:txBody>
                  <a:tcPr anchor="ctr"/>
                </a:tc>
                <a:extLst>
                  <a:ext uri="{0D108BD9-81ED-4DB2-BD59-A6C34878D82A}">
                    <a16:rowId xmlns:a16="http://schemas.microsoft.com/office/drawing/2014/main" val="3701306669"/>
                  </a:ext>
                </a:extLst>
              </a:tr>
              <a:tr h="370840">
                <a:tc>
                  <a:txBody>
                    <a:bodyPr/>
                    <a:lstStyle/>
                    <a:p>
                      <a:r>
                        <a:rPr lang="en-US" sz="2400"/>
                        <a:t>4</a:t>
                      </a:r>
                    </a:p>
                  </a:txBody>
                  <a:tcPr anchor="ctr"/>
                </a:tc>
                <a:tc>
                  <a:txBody>
                    <a:bodyPr/>
                    <a:lstStyle/>
                    <a:p>
                      <a:r>
                        <a:rPr lang="en-US" sz="2400"/>
                        <a:t>Giới thiệu về Ngành KTMT</a:t>
                      </a:r>
                    </a:p>
                  </a:txBody>
                  <a:tcPr anchor="ctr"/>
                </a:tc>
                <a:extLst>
                  <a:ext uri="{0D108BD9-81ED-4DB2-BD59-A6C34878D82A}">
                    <a16:rowId xmlns:a16="http://schemas.microsoft.com/office/drawing/2014/main" val="388448591"/>
                  </a:ext>
                </a:extLst>
              </a:tr>
              <a:tr h="370840">
                <a:tc>
                  <a:txBody>
                    <a:bodyPr/>
                    <a:lstStyle/>
                    <a:p>
                      <a:r>
                        <a:rPr lang="en-US" sz="2400"/>
                        <a:t>5</a:t>
                      </a:r>
                    </a:p>
                  </a:txBody>
                  <a:tcPr anchor="ctr"/>
                </a:tc>
                <a:tc>
                  <a:txBody>
                    <a:bodyPr/>
                    <a:lstStyle/>
                    <a:p>
                      <a:r>
                        <a:rPr lang="en-US" sz="2400"/>
                        <a:t>Báo cáo đồ án</a:t>
                      </a:r>
                    </a:p>
                  </a:txBody>
                  <a:tcPr anchor="ctr"/>
                </a:tc>
                <a:extLst>
                  <a:ext uri="{0D108BD9-81ED-4DB2-BD59-A6C34878D82A}">
                    <a16:rowId xmlns:a16="http://schemas.microsoft.com/office/drawing/2014/main" val="1412881214"/>
                  </a:ext>
                </a:extLst>
              </a:tr>
            </a:tbl>
          </a:graphicData>
        </a:graphic>
      </p:graphicFrame>
    </p:spTree>
    <p:extLst>
      <p:ext uri="{BB962C8B-B14F-4D97-AF65-F5344CB8AC3E}">
        <p14:creationId xmlns:p14="http://schemas.microsoft.com/office/powerpoint/2010/main" val="2352519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0DB-9D08-43D8-AC06-0D79798F221F}"/>
              </a:ext>
            </a:extLst>
          </p:cNvPr>
          <p:cNvSpPr>
            <a:spLocks noGrp="1"/>
          </p:cNvSpPr>
          <p:nvPr>
            <p:ph type="title"/>
          </p:nvPr>
        </p:nvSpPr>
        <p:spPr bwMode="auto">
          <a:xfrm>
            <a:off x="1331913" y="287338"/>
            <a:ext cx="7354887" cy="693390"/>
          </a:xfrm>
          <a:prstGeom prst="rect">
            <a:avLst/>
          </a:prstGeom>
          <a:noFill/>
          <a:ln w="9525">
            <a:noFill/>
            <a:miter lim="800000"/>
            <a:headEnd/>
            <a:tailEnd/>
          </a:ln>
          <a:effectLst/>
        </p:spPr>
        <p:txBody>
          <a:bodyPr wrap="square" anchor="ctr">
            <a:normAutofit/>
          </a:bodyPr>
          <a:lstStyle/>
          <a:p>
            <a:r>
              <a:rPr lang="en-US"/>
              <a:t>Textbook and References</a:t>
            </a:r>
          </a:p>
        </p:txBody>
      </p:sp>
      <p:sp>
        <p:nvSpPr>
          <p:cNvPr id="4" name="Date Placeholder 3">
            <a:extLst>
              <a:ext uri="{FF2B5EF4-FFF2-40B4-BE49-F238E27FC236}">
                <a16:creationId xmlns:a16="http://schemas.microsoft.com/office/drawing/2014/main" id="{0E12590C-5001-49CE-A0F4-CFB2EBA1B6E1}"/>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F7681EE8-9FE2-425D-8FB4-74C399BDEDA0}"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FF631D88-9BD8-43C7-A311-6D9D741DA7FE}"/>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6</a:t>
            </a:fld>
            <a:endParaRPr kumimoji="1" lang="ja-JP" altLang="en-US"/>
          </a:p>
        </p:txBody>
      </p:sp>
      <p:sp>
        <p:nvSpPr>
          <p:cNvPr id="6" name="Footer Placeholder 5">
            <a:extLst>
              <a:ext uri="{FF2B5EF4-FFF2-40B4-BE49-F238E27FC236}">
                <a16:creationId xmlns:a16="http://schemas.microsoft.com/office/drawing/2014/main" id="{0CEABA7B-A829-4BF6-9695-22771A1EB25E}"/>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All Rights Reserved.</a:t>
            </a:r>
            <a:endParaRPr kumimoji="1" lang="ja-JP" altLang="en-US"/>
          </a:p>
        </p:txBody>
      </p:sp>
      <p:sp>
        <p:nvSpPr>
          <p:cNvPr id="8" name="TextBox 7">
            <a:extLst>
              <a:ext uri="{FF2B5EF4-FFF2-40B4-BE49-F238E27FC236}">
                <a16:creationId xmlns:a16="http://schemas.microsoft.com/office/drawing/2014/main" id="{965BAC28-86DC-45D0-93B6-3DE84263127F}"/>
              </a:ext>
            </a:extLst>
          </p:cNvPr>
          <p:cNvSpPr txBox="1"/>
          <p:nvPr/>
        </p:nvSpPr>
        <p:spPr>
          <a:xfrm>
            <a:off x="273291" y="1219200"/>
            <a:ext cx="8816280" cy="4939814"/>
          </a:xfrm>
          <a:prstGeom prst="rect">
            <a:avLst/>
          </a:prstGeom>
          <a:noFill/>
        </p:spPr>
        <p:txBody>
          <a:bodyPr wrap="square">
            <a:spAutoFit/>
          </a:bodyPr>
          <a:lstStyle/>
          <a:p>
            <a:pPr marL="457200" marR="0">
              <a:spcBef>
                <a:spcPts val="0"/>
              </a:spcBef>
              <a:spcAft>
                <a:spcPts val="600"/>
              </a:spcAft>
            </a:pPr>
            <a:r>
              <a:rPr lang="en-US" sz="2400" b="1">
                <a:solidFill>
                  <a:srgbClr val="000000"/>
                </a:solidFill>
                <a:effectLst/>
                <a:latin typeface="+mj-lt"/>
                <a:ea typeface="MS Mincho" panose="02020609040205080304" pitchFamily="49" charset="-128"/>
              </a:rPr>
              <a:t>Tài liệu tham khảo</a:t>
            </a:r>
            <a:endParaRPr lang="en-US" sz="2400">
              <a:effectLst/>
              <a:latin typeface="+mj-lt"/>
              <a:ea typeface="MS Mincho" panose="02020609040205080304" pitchFamily="49" charset="-128"/>
            </a:endParaRPr>
          </a:p>
          <a:p>
            <a:pPr marL="342900" marR="0" lvl="0" indent="-342900">
              <a:lnSpc>
                <a:spcPct val="150000"/>
              </a:lnSpc>
              <a:spcBef>
                <a:spcPts val="0"/>
              </a:spcBef>
              <a:spcAft>
                <a:spcPts val="0"/>
              </a:spcAft>
              <a:buFont typeface="+mj-lt"/>
              <a:buAutoNum type="arabicPeriod"/>
            </a:pPr>
            <a:r>
              <a:rPr lang="en-US" sz="2400">
                <a:solidFill>
                  <a:srgbClr val="000000"/>
                </a:solidFill>
                <a:effectLst/>
                <a:latin typeface="+mj-lt"/>
                <a:ea typeface="MS Mincho" panose="02020609040205080304" pitchFamily="49" charset="-128"/>
              </a:rPr>
              <a:t>Ovidiu Vermesan and Peter Friess. </a:t>
            </a:r>
            <a:r>
              <a:rPr lang="en-US" sz="2400" b="1">
                <a:solidFill>
                  <a:srgbClr val="000000"/>
                </a:solidFill>
                <a:effectLst/>
                <a:latin typeface="+mj-lt"/>
                <a:ea typeface="MS Mincho" panose="02020609040205080304" pitchFamily="49" charset="-128"/>
              </a:rPr>
              <a:t>Internet of Things: Converging Technologies for Smart Environments and Integrated Ecosystems</a:t>
            </a:r>
            <a:r>
              <a:rPr lang="en-US" sz="2400">
                <a:solidFill>
                  <a:srgbClr val="000000"/>
                </a:solidFill>
                <a:effectLst/>
                <a:latin typeface="+mj-lt"/>
                <a:ea typeface="MS Mincho" panose="02020609040205080304" pitchFamily="49" charset="-128"/>
              </a:rPr>
              <a:t>, River Publishers, 2013.</a:t>
            </a:r>
            <a:endParaRPr lang="en-US" sz="2400">
              <a:effectLst/>
              <a:latin typeface="+mj-lt"/>
              <a:ea typeface="MS Mincho" panose="02020609040205080304" pitchFamily="49" charset="-128"/>
            </a:endParaRPr>
          </a:p>
          <a:p>
            <a:pPr marL="342900" marR="0" lvl="0" indent="-342900">
              <a:lnSpc>
                <a:spcPct val="150000"/>
              </a:lnSpc>
              <a:spcBef>
                <a:spcPts val="0"/>
              </a:spcBef>
              <a:spcAft>
                <a:spcPts val="0"/>
              </a:spcAft>
              <a:buFont typeface="+mj-lt"/>
              <a:buAutoNum type="arabicPeriod"/>
            </a:pPr>
            <a:r>
              <a:rPr lang="en-US" sz="2400" b="0" kern="1600">
                <a:solidFill>
                  <a:srgbClr val="000000"/>
                </a:solidFill>
                <a:effectLst/>
                <a:latin typeface="+mj-lt"/>
              </a:rPr>
              <a:t>Klaus Schwab. </a:t>
            </a:r>
            <a:r>
              <a:rPr lang="en-US" sz="2400" b="1" kern="1600">
                <a:solidFill>
                  <a:srgbClr val="000000"/>
                </a:solidFill>
                <a:effectLst/>
                <a:latin typeface="+mj-lt"/>
              </a:rPr>
              <a:t>The Fourth Industrial Revolution</a:t>
            </a:r>
            <a:r>
              <a:rPr lang="en-US" sz="2400" b="0" kern="1600">
                <a:solidFill>
                  <a:srgbClr val="000000"/>
                </a:solidFill>
                <a:effectLst/>
                <a:latin typeface="+mj-lt"/>
              </a:rPr>
              <a:t>. The World Economic Forum®, 2016.</a:t>
            </a:r>
            <a:endParaRPr lang="en-US" sz="2400" b="1" kern="1600">
              <a:effectLst/>
              <a:latin typeface="+mj-lt"/>
            </a:endParaRPr>
          </a:p>
          <a:p>
            <a:pPr marL="457200" marR="0">
              <a:spcBef>
                <a:spcPts val="0"/>
              </a:spcBef>
              <a:spcAft>
                <a:spcPts val="600"/>
              </a:spcAft>
            </a:pPr>
            <a:r>
              <a:rPr lang="en-US" sz="2400" b="1">
                <a:solidFill>
                  <a:srgbClr val="000000"/>
                </a:solidFill>
                <a:effectLst/>
                <a:latin typeface="+mj-lt"/>
                <a:ea typeface="MS Mincho" panose="02020609040205080304" pitchFamily="49" charset="-128"/>
              </a:rPr>
              <a:t>Trang thông tin điện tử</a:t>
            </a:r>
            <a:endParaRPr lang="en-US" sz="2400">
              <a:effectLst/>
              <a:latin typeface="+mj-lt"/>
              <a:ea typeface="MS Mincho" panose="02020609040205080304" pitchFamily="49" charset="-128"/>
            </a:endParaRPr>
          </a:p>
          <a:p>
            <a:pPr marR="0" lvl="0">
              <a:spcBef>
                <a:spcPts val="0"/>
              </a:spcBef>
              <a:spcAft>
                <a:spcPts val="600"/>
              </a:spcAft>
            </a:pPr>
            <a:r>
              <a:rPr lang="en-US" sz="2400">
                <a:solidFill>
                  <a:srgbClr val="000000"/>
                </a:solidFill>
                <a:effectLst/>
                <a:latin typeface="+mj-lt"/>
                <a:ea typeface="MS Mincho" panose="02020609040205080304" pitchFamily="49" charset="-128"/>
              </a:rPr>
              <a:t>1. Trường Đại học Công nghệ Thông tin, Website: uit.edu.vn</a:t>
            </a:r>
            <a:endParaRPr lang="en-US" sz="2400">
              <a:effectLst/>
              <a:latin typeface="+mj-lt"/>
              <a:ea typeface="MS Mincho" panose="02020609040205080304" pitchFamily="49" charset="-128"/>
            </a:endParaRPr>
          </a:p>
          <a:p>
            <a:r>
              <a:rPr lang="en-US" sz="2400">
                <a:solidFill>
                  <a:srgbClr val="000000"/>
                </a:solidFill>
                <a:effectLst/>
                <a:latin typeface="+mj-lt"/>
                <a:ea typeface="MS Mincho" panose="02020609040205080304" pitchFamily="49" charset="-128"/>
              </a:rPr>
              <a:t>2. Khoa Kỹ Thuật Máy Tính, Trường ĐH CNTT, </a:t>
            </a:r>
          </a:p>
          <a:p>
            <a:pPr algn="ctr"/>
            <a:r>
              <a:rPr lang="en-US" sz="2400">
                <a:solidFill>
                  <a:srgbClr val="000000"/>
                </a:solidFill>
                <a:effectLst/>
                <a:latin typeface="+mj-lt"/>
                <a:ea typeface="MS Mincho" panose="02020609040205080304" pitchFamily="49" charset="-128"/>
              </a:rPr>
              <a:t>Website: </a:t>
            </a:r>
            <a:r>
              <a:rPr lang="vi-VN" sz="2400" b="1">
                <a:solidFill>
                  <a:srgbClr val="FF0000"/>
                </a:solidFill>
                <a:effectLst/>
                <a:latin typeface="+mj-lt"/>
                <a:ea typeface="MS Mincho" panose="02020609040205080304" pitchFamily="49" charset="-128"/>
              </a:rPr>
              <a:t>ce</a:t>
            </a:r>
            <a:r>
              <a:rPr lang="en-US" sz="2400" b="1">
                <a:solidFill>
                  <a:srgbClr val="FF0000"/>
                </a:solidFill>
                <a:effectLst/>
                <a:latin typeface="+mj-lt"/>
                <a:ea typeface="MS Mincho" panose="02020609040205080304" pitchFamily="49" charset="-128"/>
              </a:rPr>
              <a:t>.uit.edu.vn</a:t>
            </a:r>
            <a:endParaRPr lang="en-US" sz="2400" b="1">
              <a:solidFill>
                <a:srgbClr val="FF0000"/>
              </a:solidFill>
              <a:latin typeface="+mj-lt"/>
            </a:endParaRPr>
          </a:p>
        </p:txBody>
      </p:sp>
    </p:spTree>
    <p:extLst>
      <p:ext uri="{BB962C8B-B14F-4D97-AF65-F5344CB8AC3E}">
        <p14:creationId xmlns:p14="http://schemas.microsoft.com/office/powerpoint/2010/main" val="645659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15665"/>
            <a:ext cx="7772400" cy="1470025"/>
          </a:xfrm>
        </p:spPr>
        <p:txBody>
          <a:bodyPr/>
          <a:lstStyle/>
          <a:p>
            <a:r>
              <a:rPr lang="en-US"/>
              <a:t>Q&amp;A</a:t>
            </a:r>
          </a:p>
        </p:txBody>
      </p:sp>
      <p:sp>
        <p:nvSpPr>
          <p:cNvPr id="4" name="Date Placeholder 3"/>
          <p:cNvSpPr>
            <a:spLocks noGrp="1"/>
          </p:cNvSpPr>
          <p:nvPr>
            <p:ph type="dt" sz="half" idx="10"/>
          </p:nvPr>
        </p:nvSpPr>
        <p:spPr/>
        <p:txBody>
          <a:bodyPr/>
          <a:lstStyle/>
          <a:p>
            <a:fld id="{6F52207E-8A09-4FC6-83E9-3D1773E47D00}" type="datetime1">
              <a:rPr kumimoji="1" lang="en-US" altLang="ja-JP" smtClean="0"/>
              <a:t>9/10/2023</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7</a:t>
            </a:fld>
            <a:endParaRPr kumimoji="1" lang="ja-JP" altLang="en-US"/>
          </a:p>
        </p:txBody>
      </p:sp>
      <p:pic>
        <p:nvPicPr>
          <p:cNvPr id="4100" name="Picture 4" descr="http://data.sinhvienit.net/2013/T09/img/SinhVienIT.Net---suy-ngh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3407" y="2685690"/>
            <a:ext cx="28956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38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3607" y="2438400"/>
            <a:ext cx="8835199" cy="1470025"/>
          </a:xfrm>
        </p:spPr>
        <p:txBody>
          <a:bodyPr/>
          <a:lstStyle/>
          <a:p>
            <a:r>
              <a:rPr lang="en-US" altLang="ja-JP" sz="3600" b="1"/>
              <a:t>GIỚI THIỆU</a:t>
            </a:r>
            <a:br>
              <a:rPr lang="en-US" altLang="ja-JP" sz="4400" b="1"/>
            </a:br>
            <a:r>
              <a:rPr lang="en-US" altLang="ja-JP" sz="4000" b="1">
                <a:solidFill>
                  <a:srgbClr val="FF9933"/>
                </a:solidFill>
              </a:rPr>
              <a:t>ĐẠI HỌC CÔNG NGHỆ THÔNG TIN</a:t>
            </a:r>
            <a:endParaRPr kumimoji="1" lang="ja-JP" altLang="en-US" dirty="0">
              <a:solidFill>
                <a:srgbClr val="FF9933"/>
              </a:solidFill>
            </a:endParaRPr>
          </a:p>
        </p:txBody>
      </p:sp>
      <p:sp>
        <p:nvSpPr>
          <p:cNvPr id="4" name="日付プレースホルダ 3"/>
          <p:cNvSpPr>
            <a:spLocks noGrp="1"/>
          </p:cNvSpPr>
          <p:nvPr>
            <p:ph type="dt" sz="half" idx="10"/>
          </p:nvPr>
        </p:nvSpPr>
        <p:spPr>
          <a:xfrm>
            <a:off x="251520" y="6525344"/>
            <a:ext cx="2133600" cy="288206"/>
          </a:xfrm>
        </p:spPr>
        <p:txBody>
          <a:bodyPr/>
          <a:lstStyle/>
          <a:p>
            <a:fld id="{0DA31E94-D226-4D30-9A93-5BB7AC33FD00}" type="datetime1">
              <a:rPr kumimoji="1" lang="en-US" altLang="ja-JP" smtClean="0"/>
              <a:t>9/10/2023</a:t>
            </a:fld>
            <a:endParaRPr kumimoji="1" lang="ja-JP" altLang="en-US" dirty="0"/>
          </a:p>
        </p:txBody>
      </p:sp>
      <p:sp>
        <p:nvSpPr>
          <p:cNvPr id="5" name="フッター プレースホルダ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 5"/>
          <p:cNvSpPr>
            <a:spLocks noGrp="1"/>
          </p:cNvSpPr>
          <p:nvPr>
            <p:ph type="sldNum" sz="quarter" idx="12"/>
          </p:nvPr>
        </p:nvSpPr>
        <p:spPr>
          <a:xfrm>
            <a:off x="7139880" y="6524625"/>
            <a:ext cx="1752600" cy="288925"/>
          </a:xfrm>
        </p:spPr>
        <p:txBody>
          <a:bodyPr/>
          <a:lstStyle/>
          <a:p>
            <a:fld id="{800C8475-47C1-49C9-BEE5-594F8CF4D71F}" type="slidenum">
              <a:rPr kumimoji="1" lang="ja-JP" altLang="en-US" smtClean="0"/>
              <a:pPr/>
              <a:t>8</a:t>
            </a:fld>
            <a:endParaRPr kumimoji="1" lang="ja-JP" altLang="en-US" dirty="0"/>
          </a:p>
        </p:txBody>
      </p:sp>
    </p:spTree>
    <p:extLst>
      <p:ext uri="{BB962C8B-B14F-4D97-AF65-F5344CB8AC3E}">
        <p14:creationId xmlns:p14="http://schemas.microsoft.com/office/powerpoint/2010/main" val="2293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a:t>Tổng quan về ĐH CNTT</a:t>
            </a:r>
            <a:endParaRPr kumimoji="1" lang="en-US"/>
          </a:p>
        </p:txBody>
      </p:sp>
      <p:pic>
        <p:nvPicPr>
          <p:cNvPr id="3074" name="Picture 2" descr="Logo các trường thành viên Đại học Quốc gia TP. Hồ Chí Minh | ĐẠI PHÚC">
            <a:extLst>
              <a:ext uri="{FF2B5EF4-FFF2-40B4-BE49-F238E27FC236}">
                <a16:creationId xmlns:a16="http://schemas.microsoft.com/office/drawing/2014/main" id="{FF642CD1-1867-4E02-A75B-A85D990845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8287" y="3420842"/>
            <a:ext cx="4289235" cy="2065187"/>
          </a:xfrm>
          <a:prstGeom prst="rect">
            <a:avLst/>
          </a:prstGeom>
          <a:solidFill>
            <a:srgbClr val="FFFFFF"/>
          </a:solid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5844480" y="6593649"/>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1" name="Picture 10" descr="bản đồ trắng vn.png">
            <a:extLst>
              <a:ext uri="{FF2B5EF4-FFF2-40B4-BE49-F238E27FC236}">
                <a16:creationId xmlns:a16="http://schemas.microsoft.com/office/drawing/2014/main" id="{6A1A146E-E164-4E6C-B2B8-2066DF9F5593}"/>
              </a:ext>
            </a:extLst>
          </p:cNvPr>
          <p:cNvPicPr>
            <a:picLocks noChangeAspect="1"/>
          </p:cNvPicPr>
          <p:nvPr/>
        </p:nvPicPr>
        <p:blipFill>
          <a:blip r:embed="rId3">
            <a:clrChange>
              <a:clrFrom>
                <a:srgbClr val="FFFFFF"/>
              </a:clrFrom>
              <a:clrTo>
                <a:srgbClr val="FFFFFF">
                  <a:alpha val="0"/>
                </a:srgbClr>
              </a:clrTo>
            </a:clrChange>
          </a:blip>
          <a:srcRect l="17500" t="-8867" r="26667" b="-3449"/>
          <a:stretch>
            <a:fillRect/>
          </a:stretch>
        </p:blipFill>
        <p:spPr>
          <a:xfrm>
            <a:off x="3046544" y="1066800"/>
            <a:ext cx="4803027" cy="5561400"/>
          </a:xfrm>
          <a:prstGeom prst="rect">
            <a:avLst/>
          </a:prstGeom>
        </p:spPr>
      </p:pic>
      <p:sp>
        <p:nvSpPr>
          <p:cNvPr id="13" name="Rectangle 2">
            <a:extLst>
              <a:ext uri="{FF2B5EF4-FFF2-40B4-BE49-F238E27FC236}">
                <a16:creationId xmlns:a16="http://schemas.microsoft.com/office/drawing/2014/main" id="{154B67D4-D033-4315-92F0-1644EC9D86D9}"/>
              </a:ext>
            </a:extLst>
          </p:cNvPr>
          <p:cNvSpPr>
            <a:spLocks noChangeArrowheads="1"/>
          </p:cNvSpPr>
          <p:nvPr/>
        </p:nvSpPr>
        <p:spPr bwMode="auto">
          <a:xfrm>
            <a:off x="6629400" y="3421825"/>
            <a:ext cx="744538" cy="460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defTabSz="914400" fontAlgn="base">
              <a:spcBef>
                <a:spcPct val="0"/>
              </a:spcBef>
              <a:spcAft>
                <a:spcPts val="1000"/>
              </a:spcAft>
            </a:pPr>
            <a:r>
              <a:rPr lang="en-US" altLang="zh-CN" sz="1100" dirty="0">
                <a:solidFill>
                  <a:srgbClr val="000000"/>
                </a:solidFill>
                <a:latin typeface="Times New Roman" pitchFamily="18" charset="0"/>
                <a:ea typeface="SimSun" pitchFamily="2" charset="-122"/>
                <a:cs typeface="Times New Roman" pitchFamily="18" charset="0"/>
                <a:sym typeface="Arial" pitchFamily="34" charset="0"/>
              </a:rPr>
              <a:t>Hoang Sa Island</a:t>
            </a:r>
          </a:p>
          <a:p>
            <a:pPr defTabSz="914400" fontAlgn="base">
              <a:spcBef>
                <a:spcPct val="0"/>
              </a:spcBef>
              <a:spcAft>
                <a:spcPct val="0"/>
              </a:spcAft>
            </a:pPr>
            <a:endParaRPr lang="en-US" dirty="0">
              <a:solidFill>
                <a:srgbClr val="000000"/>
              </a:solidFill>
              <a:latin typeface="Arial" pitchFamily="34" charset="0"/>
              <a:ea typeface="MS PGothic" pitchFamily="34" charset="-128"/>
              <a:cs typeface="Arial" pitchFamily="34" charset="0"/>
              <a:sym typeface="Arial" pitchFamily="34" charset="0"/>
            </a:endParaRPr>
          </a:p>
        </p:txBody>
      </p:sp>
      <p:sp>
        <p:nvSpPr>
          <p:cNvPr id="15" name="Rectangle 2">
            <a:extLst>
              <a:ext uri="{FF2B5EF4-FFF2-40B4-BE49-F238E27FC236}">
                <a16:creationId xmlns:a16="http://schemas.microsoft.com/office/drawing/2014/main" id="{41F27B93-C7AF-4EA7-8844-B3088DEBA921}"/>
              </a:ext>
            </a:extLst>
          </p:cNvPr>
          <p:cNvSpPr>
            <a:spLocks noChangeArrowheads="1"/>
          </p:cNvSpPr>
          <p:nvPr/>
        </p:nvSpPr>
        <p:spPr bwMode="auto">
          <a:xfrm>
            <a:off x="6934200" y="5936425"/>
            <a:ext cx="914400" cy="460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defTabSz="914400" fontAlgn="base">
              <a:spcBef>
                <a:spcPct val="0"/>
              </a:spcBef>
              <a:spcAft>
                <a:spcPts val="1000"/>
              </a:spcAft>
            </a:pPr>
            <a:r>
              <a:rPr lang="en-US" altLang="zh-CN" sz="1100" dirty="0">
                <a:solidFill>
                  <a:srgbClr val="000000"/>
                </a:solidFill>
                <a:latin typeface="Times New Roman" pitchFamily="18" charset="0"/>
                <a:ea typeface="SimSun" pitchFamily="2" charset="-122"/>
                <a:cs typeface="Times New Roman" pitchFamily="18" charset="0"/>
                <a:sym typeface="Arial" pitchFamily="34" charset="0"/>
              </a:rPr>
              <a:t>Truong Sa Island</a:t>
            </a:r>
          </a:p>
          <a:p>
            <a:pPr defTabSz="914400" fontAlgn="base">
              <a:spcBef>
                <a:spcPct val="0"/>
              </a:spcBef>
              <a:spcAft>
                <a:spcPct val="0"/>
              </a:spcAft>
            </a:pPr>
            <a:endParaRPr lang="en-US" dirty="0">
              <a:solidFill>
                <a:srgbClr val="000000"/>
              </a:solidFill>
              <a:latin typeface="Arial" pitchFamily="34" charset="0"/>
              <a:ea typeface="MS PGothic" pitchFamily="34" charset="-128"/>
              <a:cs typeface="Arial" pitchFamily="34" charset="0"/>
              <a:sym typeface="Arial" pitchFamily="34" charset="0"/>
            </a:endParaRPr>
          </a:p>
        </p:txBody>
      </p:sp>
      <p:sp>
        <p:nvSpPr>
          <p:cNvPr id="16" name="Text Placeholder 11">
            <a:extLst>
              <a:ext uri="{FF2B5EF4-FFF2-40B4-BE49-F238E27FC236}">
                <a16:creationId xmlns:a16="http://schemas.microsoft.com/office/drawing/2014/main" id="{6748735A-F0F7-4DCB-BF70-770B128C4706}"/>
              </a:ext>
            </a:extLst>
          </p:cNvPr>
          <p:cNvSpPr txBox="1">
            <a:spLocks/>
          </p:cNvSpPr>
          <p:nvPr/>
        </p:nvSpPr>
        <p:spPr bwMode="auto">
          <a:xfrm>
            <a:off x="5029200" y="6241225"/>
            <a:ext cx="2901726" cy="400079"/>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a:lstStyle>
          <a:p>
            <a:pPr>
              <a:defRPr/>
            </a:pPr>
            <a:r>
              <a:rPr lang="en-US" sz="1400" b="1" kern="0">
                <a:solidFill>
                  <a:srgbClr val="0000FF"/>
                </a:solidFill>
                <a:ea typeface="ＭＳ Ｐゴシック" charset="0"/>
                <a:sym typeface="Arial" charset="0"/>
              </a:rPr>
              <a:t>UIT is </a:t>
            </a:r>
            <a:r>
              <a:rPr lang="en-US" sz="1400" b="1" u="sng" kern="0">
                <a:solidFill>
                  <a:srgbClr val="0000FF"/>
                </a:solidFill>
                <a:ea typeface="ＭＳ Ｐゴシック" charset="0"/>
                <a:sym typeface="Arial" charset="0"/>
              </a:rPr>
              <a:t>a member</a:t>
            </a:r>
            <a:r>
              <a:rPr lang="en-US" sz="1400" b="1" kern="0">
                <a:solidFill>
                  <a:srgbClr val="0000FF"/>
                </a:solidFill>
                <a:ea typeface="ＭＳ Ｐゴシック" charset="0"/>
                <a:sym typeface="Arial" charset="0"/>
              </a:rPr>
              <a:t> of VNUHCM</a:t>
            </a:r>
            <a:endParaRPr lang="en-US" sz="1400" b="1" kern="0" dirty="0">
              <a:solidFill>
                <a:srgbClr val="0000FF"/>
              </a:solidFill>
              <a:ea typeface="ＭＳ Ｐゴシック" charset="0"/>
              <a:sym typeface="Arial" charset="0"/>
            </a:endParaRPr>
          </a:p>
        </p:txBody>
      </p:sp>
      <p:sp>
        <p:nvSpPr>
          <p:cNvPr id="17" name="Rectangle 16">
            <a:extLst>
              <a:ext uri="{FF2B5EF4-FFF2-40B4-BE49-F238E27FC236}">
                <a16:creationId xmlns:a16="http://schemas.microsoft.com/office/drawing/2014/main" id="{4FF57499-A611-4405-ADD0-B2A0FF56239F}"/>
              </a:ext>
            </a:extLst>
          </p:cNvPr>
          <p:cNvSpPr/>
          <p:nvPr/>
        </p:nvSpPr>
        <p:spPr>
          <a:xfrm>
            <a:off x="5029200" y="1712881"/>
            <a:ext cx="1013419"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914400" fontAlgn="base">
              <a:spcBef>
                <a:spcPct val="0"/>
              </a:spcBef>
              <a:spcAft>
                <a:spcPct val="0"/>
              </a:spcAft>
            </a:pPr>
            <a:r>
              <a:rPr lang="en-US" sz="1400" b="1">
                <a:solidFill>
                  <a:srgbClr val="376092"/>
                </a:solidFill>
                <a:latin typeface="Times New Roman" pitchFamily="18" charset="0"/>
                <a:ea typeface="MS PGothic" pitchFamily="34" charset="-128"/>
                <a:cs typeface="Times New Roman" pitchFamily="18" charset="0"/>
                <a:sym typeface="Arial" pitchFamily="34" charset="0"/>
              </a:rPr>
              <a:t>VNU-Hanoi</a:t>
            </a:r>
            <a:endParaRPr lang="en-US" sz="1400" b="1" dirty="0">
              <a:solidFill>
                <a:srgbClr val="376092"/>
              </a:solidFill>
              <a:latin typeface="Times New Roman" pitchFamily="18" charset="0"/>
              <a:ea typeface="MS PGothic" pitchFamily="34" charset="-128"/>
              <a:cs typeface="Times New Roman" pitchFamily="18" charset="0"/>
              <a:sym typeface="Arial" pitchFamily="34" charset="0"/>
            </a:endParaRPr>
          </a:p>
          <a:p>
            <a:pPr algn="ctr" defTabSz="914400" fontAlgn="base">
              <a:spcBef>
                <a:spcPct val="0"/>
              </a:spcBef>
              <a:spcAft>
                <a:spcPct val="0"/>
              </a:spcAft>
            </a:pPr>
            <a:endParaRPr lang="en-US" sz="1400" dirty="0">
              <a:solidFill>
                <a:srgbClr val="FFFFFF"/>
              </a:solidFill>
              <a:latin typeface="Times New Roman" pitchFamily="18" charset="0"/>
              <a:ea typeface="MS PGothic" pitchFamily="34" charset="-128"/>
              <a:cs typeface="Times New Roman" pitchFamily="18" charset="0"/>
              <a:sym typeface="Arial" pitchFamily="34" charset="0"/>
            </a:endParaRPr>
          </a:p>
        </p:txBody>
      </p:sp>
      <p:sp>
        <p:nvSpPr>
          <p:cNvPr id="18" name="Rectangle 17">
            <a:extLst>
              <a:ext uri="{FF2B5EF4-FFF2-40B4-BE49-F238E27FC236}">
                <a16:creationId xmlns:a16="http://schemas.microsoft.com/office/drawing/2014/main" id="{5908C3EF-F90B-47E6-A648-1FE0B8BE1D49}"/>
              </a:ext>
            </a:extLst>
          </p:cNvPr>
          <p:cNvSpPr/>
          <p:nvPr/>
        </p:nvSpPr>
        <p:spPr>
          <a:xfrm>
            <a:off x="5262183" y="5160835"/>
            <a:ext cx="1013419" cy="307777"/>
          </a:xfrm>
          <a:prstGeom prst="rect">
            <a:avLst/>
          </a:prstGeom>
        </p:spPr>
        <p:txBody>
          <a:bodyPr wrap="none">
            <a:spAutoFit/>
          </a:bodyPr>
          <a:lstStyle/>
          <a:p>
            <a:pPr defTabSz="914400" fontAlgn="base">
              <a:spcBef>
                <a:spcPct val="0"/>
              </a:spcBef>
              <a:spcAft>
                <a:spcPct val="0"/>
              </a:spcAft>
              <a:defRPr/>
            </a:pPr>
            <a:r>
              <a:rPr lang="en-US" sz="1400" b="1" dirty="0">
                <a:solidFill>
                  <a:srgbClr val="4F81BD">
                    <a:lumMod val="50000"/>
                  </a:srgbClr>
                </a:solidFill>
                <a:latin typeface="Times New Roman" pitchFamily="18" charset="0"/>
                <a:ea typeface="ＭＳ Ｐゴシック" charset="0"/>
                <a:cs typeface="Times New Roman" pitchFamily="18" charset="0"/>
                <a:sym typeface="Arial" charset="0"/>
              </a:rPr>
              <a:t>VNUHCM</a:t>
            </a:r>
          </a:p>
        </p:txBody>
      </p:sp>
      <p:pic>
        <p:nvPicPr>
          <p:cNvPr id="19" name="Shape 133">
            <a:extLst>
              <a:ext uri="{FF2B5EF4-FFF2-40B4-BE49-F238E27FC236}">
                <a16:creationId xmlns:a16="http://schemas.microsoft.com/office/drawing/2014/main" id="{CF019685-6A1A-4C47-B5EA-01F324688BE3}"/>
              </a:ext>
            </a:extLst>
          </p:cNvPr>
          <p:cNvPicPr preferRelativeResize="0">
            <a:picLocks noChangeAspect="1" noChangeArrowheads="1"/>
          </p:cNvPicPr>
          <p:nvPr/>
        </p:nvPicPr>
        <p:blipFill>
          <a:blip r:embed="rId4"/>
          <a:srcRect/>
          <a:stretch>
            <a:fillRect/>
          </a:stretch>
        </p:blipFill>
        <p:spPr bwMode="auto">
          <a:xfrm>
            <a:off x="6324600" y="1271556"/>
            <a:ext cx="2743200" cy="1905765"/>
          </a:xfrm>
          <a:prstGeom prst="rect">
            <a:avLst/>
          </a:prstGeom>
          <a:noFill/>
          <a:ln w="9525">
            <a:noFill/>
            <a:miter lim="800000"/>
            <a:headEnd/>
            <a:tailEnd/>
          </a:ln>
        </p:spPr>
      </p:pic>
      <p:pic>
        <p:nvPicPr>
          <p:cNvPr id="20" name="Picture 2" descr="https://banqlcs.uit.edu.vn/sites/banqlcs/files/uploads/images/12717804_10153947380114860_9073585385635587835_n.jpg">
            <a:extLst>
              <a:ext uri="{FF2B5EF4-FFF2-40B4-BE49-F238E27FC236}">
                <a16:creationId xmlns:a16="http://schemas.microsoft.com/office/drawing/2014/main" id="{52C18685-5E8B-4FFB-BC0D-C47F59AE4D97}"/>
              </a:ext>
            </a:extLst>
          </p:cNvPr>
          <p:cNvPicPr>
            <a:picLocks noChangeAspect="1" noChangeArrowheads="1"/>
          </p:cNvPicPr>
          <p:nvPr/>
        </p:nvPicPr>
        <p:blipFill>
          <a:blip r:embed="rId5"/>
          <a:srcRect/>
          <a:stretch>
            <a:fillRect/>
          </a:stretch>
        </p:blipFill>
        <p:spPr bwMode="auto">
          <a:xfrm>
            <a:off x="6375400" y="4031622"/>
            <a:ext cx="2768600" cy="1752402"/>
          </a:xfrm>
          <a:prstGeom prst="rect">
            <a:avLst/>
          </a:prstGeom>
          <a:noFill/>
        </p:spPr>
      </p:pic>
      <p:pic>
        <p:nvPicPr>
          <p:cNvPr id="3076" name="Picture 4" descr="Trường Đại học An Giang | Nhà đất 24h - Đăng tin rao vặt mua bán, cho thuê  bất động sản miễn phí">
            <a:extLst>
              <a:ext uri="{FF2B5EF4-FFF2-40B4-BE49-F238E27FC236}">
                <a16:creationId xmlns:a16="http://schemas.microsoft.com/office/drawing/2014/main" id="{4E18F44E-47D7-40C7-AD91-E81DC9EAF4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855" y="5528636"/>
            <a:ext cx="1663977" cy="970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88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a:t>Tổng quan về ĐH CNTT</a:t>
            </a:r>
            <a:endParaRPr kumimoji="1" lang="en-US"/>
          </a:p>
        </p:txBody>
      </p:sp>
      <p:pic>
        <p:nvPicPr>
          <p:cNvPr id="3" name="Picture 2">
            <a:extLst>
              <a:ext uri="{FF2B5EF4-FFF2-40B4-BE49-F238E27FC236}">
                <a16:creationId xmlns:a16="http://schemas.microsoft.com/office/drawing/2014/main" id="{3A9F1F57-1F62-4D1B-B831-FC7A36271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91" y="1219200"/>
            <a:ext cx="8382000" cy="5804534"/>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Rectangle 5">
            <a:extLst>
              <a:ext uri="{FF2B5EF4-FFF2-40B4-BE49-F238E27FC236}">
                <a16:creationId xmlns:a16="http://schemas.microsoft.com/office/drawing/2014/main" id="{595FCB58-7B22-449B-A039-C5E492F9A3F8}"/>
              </a:ext>
            </a:extLst>
          </p:cNvPr>
          <p:cNvSpPr/>
          <p:nvPr/>
        </p:nvSpPr>
        <p:spPr>
          <a:xfrm>
            <a:off x="1981200" y="4800600"/>
            <a:ext cx="1295400" cy="228600"/>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 name="Rectangle 8">
            <a:extLst>
              <a:ext uri="{FF2B5EF4-FFF2-40B4-BE49-F238E27FC236}">
                <a16:creationId xmlns:a16="http://schemas.microsoft.com/office/drawing/2014/main" id="{880B846B-5248-4955-BCC9-707D91B2EC31}"/>
              </a:ext>
            </a:extLst>
          </p:cNvPr>
          <p:cNvSpPr/>
          <p:nvPr/>
        </p:nvSpPr>
        <p:spPr>
          <a:xfrm>
            <a:off x="1295400" y="6085856"/>
            <a:ext cx="2209800" cy="288206"/>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Tree>
    <p:extLst>
      <p:ext uri="{BB962C8B-B14F-4D97-AF65-F5344CB8AC3E}">
        <p14:creationId xmlns:p14="http://schemas.microsoft.com/office/powerpoint/2010/main" val="3397165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a:t>Sứ mạng – Tầm nhìn – Triết lý giáo dục</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grpSp>
        <p:nvGrpSpPr>
          <p:cNvPr id="11" name="Group 10">
            <a:extLst>
              <a:ext uri="{FF2B5EF4-FFF2-40B4-BE49-F238E27FC236}">
                <a16:creationId xmlns:a16="http://schemas.microsoft.com/office/drawing/2014/main" id="{DFC88F4B-E9A4-4A63-BFC9-F92DD1DC590F}"/>
              </a:ext>
            </a:extLst>
          </p:cNvPr>
          <p:cNvGrpSpPr/>
          <p:nvPr/>
        </p:nvGrpSpPr>
        <p:grpSpPr>
          <a:xfrm>
            <a:off x="0" y="1140278"/>
            <a:ext cx="9296400" cy="1767111"/>
            <a:chOff x="0" y="1140278"/>
            <a:chExt cx="9296400" cy="2060121"/>
          </a:xfrm>
        </p:grpSpPr>
        <p:sp>
          <p:nvSpPr>
            <p:cNvPr id="8" name="TextBox 7">
              <a:extLst>
                <a:ext uri="{FF2B5EF4-FFF2-40B4-BE49-F238E27FC236}">
                  <a16:creationId xmlns:a16="http://schemas.microsoft.com/office/drawing/2014/main" id="{BD1BA29B-7E1B-4B34-B871-B48F944CDCB9}"/>
                </a:ext>
              </a:extLst>
            </p:cNvPr>
            <p:cNvSpPr txBox="1"/>
            <p:nvPr/>
          </p:nvSpPr>
          <p:spPr>
            <a:xfrm>
              <a:off x="2133600" y="1143000"/>
              <a:ext cx="7162800" cy="1723549"/>
            </a:xfrm>
            <a:prstGeom prst="rect">
              <a:avLst/>
            </a:prstGeom>
            <a:noFill/>
          </p:spPr>
          <p:txBody>
            <a:bodyPr wrap="square">
              <a:spAutoFit/>
            </a:bodyPr>
            <a:lstStyle/>
            <a:p>
              <a:pPr marL="457200" indent="-457200">
                <a:spcBef>
                  <a:spcPts val="600"/>
                </a:spcBef>
                <a:spcAft>
                  <a:spcPts val="600"/>
                </a:spcAft>
                <a:buFont typeface="Wingdings" panose="05000000000000000000" pitchFamily="2" charset="2"/>
                <a:buChar char="Ø"/>
              </a:pPr>
              <a:r>
                <a:rPr lang="vi-VN" sz="2400" b="0" i="0">
                  <a:solidFill>
                    <a:srgbClr val="333333"/>
                  </a:solidFill>
                  <a:effectLst/>
                  <a:latin typeface="+mj-lt"/>
                </a:rPr>
                <a:t>là một trung tâm đào tạo đại học, sau đại học cung cấp nguồn nhân lực chất lượng cao</a:t>
              </a:r>
              <a:r>
                <a:rPr lang="en-US" sz="2400" b="0" i="0">
                  <a:solidFill>
                    <a:srgbClr val="333333"/>
                  </a:solidFill>
                  <a:effectLst/>
                  <a:latin typeface="+mj-lt"/>
                </a:rPr>
                <a:t>;</a:t>
              </a:r>
            </a:p>
            <a:p>
              <a:pPr marL="457200" indent="-457200">
                <a:spcBef>
                  <a:spcPts val="600"/>
                </a:spcBef>
                <a:spcAft>
                  <a:spcPts val="600"/>
                </a:spcAft>
                <a:buFont typeface="Wingdings" panose="05000000000000000000" pitchFamily="2" charset="2"/>
                <a:buChar char="Ø"/>
              </a:pPr>
              <a:r>
                <a:rPr lang="en-US" sz="2400" b="0" i="0">
                  <a:solidFill>
                    <a:srgbClr val="333333"/>
                  </a:solidFill>
                  <a:effectLst/>
                  <a:latin typeface="+mj-lt"/>
                </a:rPr>
                <a:t>là một trung tâm hàng đầu về nghiên cứu khoa học và chuyển giao công nghệ</a:t>
              </a:r>
              <a:endParaRPr lang="en-US" sz="2400">
                <a:latin typeface="+mj-lt"/>
              </a:endParaRPr>
            </a:p>
          </p:txBody>
        </p:sp>
        <p:sp>
          <p:nvSpPr>
            <p:cNvPr id="6" name="Rectangle 5">
              <a:extLst>
                <a:ext uri="{FF2B5EF4-FFF2-40B4-BE49-F238E27FC236}">
                  <a16:creationId xmlns:a16="http://schemas.microsoft.com/office/drawing/2014/main" id="{B5A8AA7B-2D6C-4436-B0D1-DC4FB5012028}"/>
                </a:ext>
              </a:extLst>
            </p:cNvPr>
            <p:cNvSpPr/>
            <p:nvPr/>
          </p:nvSpPr>
          <p:spPr>
            <a:xfrm>
              <a:off x="0" y="1676400"/>
              <a:ext cx="1686327" cy="523220"/>
            </a:xfrm>
            <a:prstGeom prst="rect">
              <a:avLst/>
            </a:prstGeom>
            <a:noFill/>
          </p:spPr>
          <p:txBody>
            <a:bodyPr wrap="square" lIns="91440" tIns="45720" rIns="91440" bIns="45720">
              <a:spAutoFit/>
            </a:bodyPr>
            <a:lstStyle/>
            <a:p>
              <a:pPr algn="ctr"/>
              <a:r>
                <a:rPr lang="en-US" sz="2800" b="1"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Sứ mạng</a:t>
              </a:r>
            </a:p>
          </p:txBody>
        </p:sp>
        <p:sp>
          <p:nvSpPr>
            <p:cNvPr id="10" name="Speech Bubble: Rectangle with Corners Rounded 9">
              <a:extLst>
                <a:ext uri="{FF2B5EF4-FFF2-40B4-BE49-F238E27FC236}">
                  <a16:creationId xmlns:a16="http://schemas.microsoft.com/office/drawing/2014/main" id="{45B3D1B0-4164-4192-8BDA-E6F1B44D7CBE}"/>
                </a:ext>
              </a:extLst>
            </p:cNvPr>
            <p:cNvSpPr/>
            <p:nvPr/>
          </p:nvSpPr>
          <p:spPr>
            <a:xfrm>
              <a:off x="2057400" y="1140278"/>
              <a:ext cx="7086600" cy="2060121"/>
            </a:xfrm>
            <a:custGeom>
              <a:avLst/>
              <a:gdLst>
                <a:gd name="connsiteX0" fmla="*/ 0 w 7086600"/>
                <a:gd name="connsiteY0" fmla="*/ 343360 h 2060121"/>
                <a:gd name="connsiteX1" fmla="*/ 343360 w 7086600"/>
                <a:gd name="connsiteY1" fmla="*/ 0 h 2060121"/>
                <a:gd name="connsiteX2" fmla="*/ 762230 w 7086600"/>
                <a:gd name="connsiteY2" fmla="*/ 0 h 2060121"/>
                <a:gd name="connsiteX3" fmla="*/ 1181100 w 7086600"/>
                <a:gd name="connsiteY3" fmla="*/ 0 h 2060121"/>
                <a:gd name="connsiteX4" fmla="*/ 1181100 w 7086600"/>
                <a:gd name="connsiteY4" fmla="*/ 0 h 2060121"/>
                <a:gd name="connsiteX5" fmla="*/ 1807083 w 7086600"/>
                <a:gd name="connsiteY5" fmla="*/ 0 h 2060121"/>
                <a:gd name="connsiteX6" fmla="*/ 2362200 w 7086600"/>
                <a:gd name="connsiteY6" fmla="*/ 0 h 2060121"/>
                <a:gd name="connsiteX7" fmla="*/ 2952750 w 7086600"/>
                <a:gd name="connsiteY7" fmla="*/ 0 h 2060121"/>
                <a:gd name="connsiteX8" fmla="*/ 3570058 w 7086600"/>
                <a:gd name="connsiteY8" fmla="*/ 0 h 2060121"/>
                <a:gd name="connsiteX9" fmla="*/ 4035747 w 7086600"/>
                <a:gd name="connsiteY9" fmla="*/ 0 h 2060121"/>
                <a:gd name="connsiteX10" fmla="*/ 4653056 w 7086600"/>
                <a:gd name="connsiteY10" fmla="*/ 0 h 2060121"/>
                <a:gd name="connsiteX11" fmla="*/ 5118744 w 7086600"/>
                <a:gd name="connsiteY11" fmla="*/ 0 h 2060121"/>
                <a:gd name="connsiteX12" fmla="*/ 5736053 w 7086600"/>
                <a:gd name="connsiteY12" fmla="*/ 0 h 2060121"/>
                <a:gd name="connsiteX13" fmla="*/ 6743240 w 7086600"/>
                <a:gd name="connsiteY13" fmla="*/ 0 h 2060121"/>
                <a:gd name="connsiteX14" fmla="*/ 7086600 w 7086600"/>
                <a:gd name="connsiteY14" fmla="*/ 343360 h 2060121"/>
                <a:gd name="connsiteX15" fmla="*/ 7086600 w 7086600"/>
                <a:gd name="connsiteY15" fmla="*/ 343354 h 2060121"/>
                <a:gd name="connsiteX16" fmla="*/ 7086600 w 7086600"/>
                <a:gd name="connsiteY16" fmla="*/ 343354 h 2060121"/>
                <a:gd name="connsiteX17" fmla="*/ 7086600 w 7086600"/>
                <a:gd name="connsiteY17" fmla="*/ 858384 h 2060121"/>
                <a:gd name="connsiteX18" fmla="*/ 7086600 w 7086600"/>
                <a:gd name="connsiteY18" fmla="*/ 1278989 h 2060121"/>
                <a:gd name="connsiteX19" fmla="*/ 7086600 w 7086600"/>
                <a:gd name="connsiteY19" fmla="*/ 1716761 h 2060121"/>
                <a:gd name="connsiteX20" fmla="*/ 6743240 w 7086600"/>
                <a:gd name="connsiteY20" fmla="*/ 2060121 h 2060121"/>
                <a:gd name="connsiteX21" fmla="*/ 6315456 w 7086600"/>
                <a:gd name="connsiteY21" fmla="*/ 2060121 h 2060121"/>
                <a:gd name="connsiteX22" fmla="*/ 5773958 w 7086600"/>
                <a:gd name="connsiteY22" fmla="*/ 2060121 h 2060121"/>
                <a:gd name="connsiteX23" fmla="*/ 5308269 w 7086600"/>
                <a:gd name="connsiteY23" fmla="*/ 2060121 h 2060121"/>
                <a:gd name="connsiteX24" fmla="*/ 4766770 w 7086600"/>
                <a:gd name="connsiteY24" fmla="*/ 2060121 h 2060121"/>
                <a:gd name="connsiteX25" fmla="*/ 4338986 w 7086600"/>
                <a:gd name="connsiteY25" fmla="*/ 2060121 h 2060121"/>
                <a:gd name="connsiteX26" fmla="*/ 3911202 w 7086600"/>
                <a:gd name="connsiteY26" fmla="*/ 2060121 h 2060121"/>
                <a:gd name="connsiteX27" fmla="*/ 2952750 w 7086600"/>
                <a:gd name="connsiteY27" fmla="*/ 2060121 h 2060121"/>
                <a:gd name="connsiteX28" fmla="*/ 2415350 w 7086600"/>
                <a:gd name="connsiteY28" fmla="*/ 2060121 h 2060121"/>
                <a:gd name="connsiteX29" fmla="*/ 1789367 w 7086600"/>
                <a:gd name="connsiteY29" fmla="*/ 2060121 h 2060121"/>
                <a:gd name="connsiteX30" fmla="*/ 1181100 w 7086600"/>
                <a:gd name="connsiteY30" fmla="*/ 2060121 h 2060121"/>
                <a:gd name="connsiteX31" fmla="*/ 1181100 w 7086600"/>
                <a:gd name="connsiteY31" fmla="*/ 2060121 h 2060121"/>
                <a:gd name="connsiteX32" fmla="*/ 787362 w 7086600"/>
                <a:gd name="connsiteY32" fmla="*/ 2060121 h 2060121"/>
                <a:gd name="connsiteX33" fmla="*/ 343360 w 7086600"/>
                <a:gd name="connsiteY33" fmla="*/ 2060121 h 2060121"/>
                <a:gd name="connsiteX34" fmla="*/ 0 w 7086600"/>
                <a:gd name="connsiteY34" fmla="*/ 1716761 h 2060121"/>
                <a:gd name="connsiteX35" fmla="*/ 0 w 7086600"/>
                <a:gd name="connsiteY35" fmla="*/ 1313324 h 2060121"/>
                <a:gd name="connsiteX36" fmla="*/ 0 w 7086600"/>
                <a:gd name="connsiteY36" fmla="*/ 858384 h 2060121"/>
                <a:gd name="connsiteX37" fmla="*/ -414991 w 7086600"/>
                <a:gd name="connsiteY37" fmla="*/ 868032 h 2060121"/>
                <a:gd name="connsiteX38" fmla="*/ -211645 w 7086600"/>
                <a:gd name="connsiteY38" fmla="*/ 610940 h 2060121"/>
                <a:gd name="connsiteX39" fmla="*/ 0 w 7086600"/>
                <a:gd name="connsiteY39" fmla="*/ 343354 h 2060121"/>
                <a:gd name="connsiteX40" fmla="*/ 0 w 7086600"/>
                <a:gd name="connsiteY40" fmla="*/ 343360 h 206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086600" h="2060121" extrusionOk="0">
                  <a:moveTo>
                    <a:pt x="0" y="343360"/>
                  </a:moveTo>
                  <a:cubicBezTo>
                    <a:pt x="8578" y="131561"/>
                    <a:pt x="144681" y="-10878"/>
                    <a:pt x="343360" y="0"/>
                  </a:cubicBezTo>
                  <a:cubicBezTo>
                    <a:pt x="517810" y="-35016"/>
                    <a:pt x="642369" y="21944"/>
                    <a:pt x="762230" y="0"/>
                  </a:cubicBezTo>
                  <a:cubicBezTo>
                    <a:pt x="882091" y="-21944"/>
                    <a:pt x="1085278" y="41969"/>
                    <a:pt x="1181100" y="0"/>
                  </a:cubicBezTo>
                  <a:lnTo>
                    <a:pt x="1181100" y="0"/>
                  </a:lnTo>
                  <a:cubicBezTo>
                    <a:pt x="1335559" y="-62766"/>
                    <a:pt x="1568458" y="19028"/>
                    <a:pt x="1807083" y="0"/>
                  </a:cubicBezTo>
                  <a:cubicBezTo>
                    <a:pt x="2045708" y="-19028"/>
                    <a:pt x="2133633" y="29242"/>
                    <a:pt x="2362200" y="0"/>
                  </a:cubicBezTo>
                  <a:cubicBezTo>
                    <a:pt x="2590767" y="-29242"/>
                    <a:pt x="2697667" y="43274"/>
                    <a:pt x="2952750" y="0"/>
                  </a:cubicBezTo>
                  <a:cubicBezTo>
                    <a:pt x="3152436" y="-786"/>
                    <a:pt x="3271947" y="39368"/>
                    <a:pt x="3570058" y="0"/>
                  </a:cubicBezTo>
                  <a:cubicBezTo>
                    <a:pt x="3868169" y="-39368"/>
                    <a:pt x="3863436" y="11250"/>
                    <a:pt x="4035747" y="0"/>
                  </a:cubicBezTo>
                  <a:cubicBezTo>
                    <a:pt x="4208058" y="-11250"/>
                    <a:pt x="4428557" y="23749"/>
                    <a:pt x="4653056" y="0"/>
                  </a:cubicBezTo>
                  <a:cubicBezTo>
                    <a:pt x="4877555" y="-23749"/>
                    <a:pt x="4975502" y="10716"/>
                    <a:pt x="5118744" y="0"/>
                  </a:cubicBezTo>
                  <a:cubicBezTo>
                    <a:pt x="5261986" y="-10716"/>
                    <a:pt x="5605288" y="24343"/>
                    <a:pt x="5736053" y="0"/>
                  </a:cubicBezTo>
                  <a:cubicBezTo>
                    <a:pt x="5866818" y="-24343"/>
                    <a:pt x="6515882" y="100590"/>
                    <a:pt x="6743240" y="0"/>
                  </a:cubicBezTo>
                  <a:cubicBezTo>
                    <a:pt x="6941147" y="2880"/>
                    <a:pt x="7105061" y="147024"/>
                    <a:pt x="7086600" y="343360"/>
                  </a:cubicBezTo>
                  <a:lnTo>
                    <a:pt x="7086600" y="343354"/>
                  </a:lnTo>
                  <a:lnTo>
                    <a:pt x="7086600" y="343354"/>
                  </a:lnTo>
                  <a:cubicBezTo>
                    <a:pt x="7112601" y="575073"/>
                    <a:pt x="7085689" y="680744"/>
                    <a:pt x="7086600" y="858384"/>
                  </a:cubicBezTo>
                  <a:cubicBezTo>
                    <a:pt x="7113205" y="1060598"/>
                    <a:pt x="7042189" y="1129692"/>
                    <a:pt x="7086600" y="1278989"/>
                  </a:cubicBezTo>
                  <a:cubicBezTo>
                    <a:pt x="7131011" y="1428286"/>
                    <a:pt x="7081614" y="1533561"/>
                    <a:pt x="7086600" y="1716761"/>
                  </a:cubicBezTo>
                  <a:cubicBezTo>
                    <a:pt x="7111439" y="1872354"/>
                    <a:pt x="6938109" y="2046331"/>
                    <a:pt x="6743240" y="2060121"/>
                  </a:cubicBezTo>
                  <a:cubicBezTo>
                    <a:pt x="6584501" y="2108234"/>
                    <a:pt x="6423424" y="2009953"/>
                    <a:pt x="6315456" y="2060121"/>
                  </a:cubicBezTo>
                  <a:cubicBezTo>
                    <a:pt x="6207488" y="2110289"/>
                    <a:pt x="5915735" y="2004251"/>
                    <a:pt x="5773958" y="2060121"/>
                  </a:cubicBezTo>
                  <a:cubicBezTo>
                    <a:pt x="5632181" y="2115991"/>
                    <a:pt x="5523631" y="2045474"/>
                    <a:pt x="5308269" y="2060121"/>
                  </a:cubicBezTo>
                  <a:cubicBezTo>
                    <a:pt x="5092907" y="2074768"/>
                    <a:pt x="4877182" y="2015986"/>
                    <a:pt x="4766770" y="2060121"/>
                  </a:cubicBezTo>
                  <a:cubicBezTo>
                    <a:pt x="4656358" y="2104256"/>
                    <a:pt x="4508485" y="2051014"/>
                    <a:pt x="4338986" y="2060121"/>
                  </a:cubicBezTo>
                  <a:cubicBezTo>
                    <a:pt x="4169487" y="2069228"/>
                    <a:pt x="4045000" y="2054940"/>
                    <a:pt x="3911202" y="2060121"/>
                  </a:cubicBezTo>
                  <a:cubicBezTo>
                    <a:pt x="3777404" y="2065302"/>
                    <a:pt x="3356998" y="1973072"/>
                    <a:pt x="2952750" y="2060121"/>
                  </a:cubicBezTo>
                  <a:cubicBezTo>
                    <a:pt x="2699891" y="2120138"/>
                    <a:pt x="2544675" y="2042032"/>
                    <a:pt x="2415350" y="2060121"/>
                  </a:cubicBezTo>
                  <a:cubicBezTo>
                    <a:pt x="2286025" y="2078210"/>
                    <a:pt x="2005451" y="1998075"/>
                    <a:pt x="1789367" y="2060121"/>
                  </a:cubicBezTo>
                  <a:cubicBezTo>
                    <a:pt x="1573283" y="2122167"/>
                    <a:pt x="1467036" y="2053411"/>
                    <a:pt x="1181100" y="2060121"/>
                  </a:cubicBezTo>
                  <a:lnTo>
                    <a:pt x="1181100" y="2060121"/>
                  </a:lnTo>
                  <a:cubicBezTo>
                    <a:pt x="1058808" y="2093253"/>
                    <a:pt x="923986" y="2052595"/>
                    <a:pt x="787362" y="2060121"/>
                  </a:cubicBezTo>
                  <a:cubicBezTo>
                    <a:pt x="650738" y="2067647"/>
                    <a:pt x="556403" y="2059152"/>
                    <a:pt x="343360" y="2060121"/>
                  </a:cubicBezTo>
                  <a:cubicBezTo>
                    <a:pt x="157683" y="2011919"/>
                    <a:pt x="-5661" y="1897568"/>
                    <a:pt x="0" y="1716761"/>
                  </a:cubicBezTo>
                  <a:cubicBezTo>
                    <a:pt x="-25473" y="1569742"/>
                    <a:pt x="12781" y="1438679"/>
                    <a:pt x="0" y="1313324"/>
                  </a:cubicBezTo>
                  <a:cubicBezTo>
                    <a:pt x="-12781" y="1187969"/>
                    <a:pt x="51166" y="1084648"/>
                    <a:pt x="0" y="858384"/>
                  </a:cubicBezTo>
                  <a:cubicBezTo>
                    <a:pt x="-93543" y="902167"/>
                    <a:pt x="-321843" y="824592"/>
                    <a:pt x="-414991" y="868032"/>
                  </a:cubicBezTo>
                  <a:cubicBezTo>
                    <a:pt x="-324526" y="752725"/>
                    <a:pt x="-261976" y="710985"/>
                    <a:pt x="-211645" y="610940"/>
                  </a:cubicBezTo>
                  <a:cubicBezTo>
                    <a:pt x="-161314" y="510894"/>
                    <a:pt x="-55585" y="425839"/>
                    <a:pt x="0" y="343354"/>
                  </a:cubicBezTo>
                  <a:lnTo>
                    <a:pt x="0" y="343360"/>
                  </a:lnTo>
                  <a:close/>
                </a:path>
              </a:pathLst>
            </a:custGeom>
            <a:noFill/>
            <a:ln>
              <a:solidFill>
                <a:schemeClr val="tx1"/>
              </a:solidFill>
              <a:extLst>
                <a:ext uri="{C807C97D-BFC1-408E-A445-0C87EB9F89A2}">
                  <ask:lineSketchStyleProps xmlns:ask="http://schemas.microsoft.com/office/drawing/2018/sketchyshapes" sd="4084422701">
                    <a:prstGeom prst="wedgeRoundRectCallout">
                      <a:avLst>
                        <a:gd name="adj1" fmla="val -55856"/>
                        <a:gd name="adj2" fmla="val -7865"/>
                        <a:gd name="adj3" fmla="val 16667"/>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17" name="Group 16">
            <a:extLst>
              <a:ext uri="{FF2B5EF4-FFF2-40B4-BE49-F238E27FC236}">
                <a16:creationId xmlns:a16="http://schemas.microsoft.com/office/drawing/2014/main" id="{D991ACEF-E2D6-4692-AE19-4C7A20D3C069}"/>
              </a:ext>
            </a:extLst>
          </p:cNvPr>
          <p:cNvGrpSpPr/>
          <p:nvPr/>
        </p:nvGrpSpPr>
        <p:grpSpPr>
          <a:xfrm>
            <a:off x="0" y="3414490"/>
            <a:ext cx="9439299" cy="1233709"/>
            <a:chOff x="0" y="3414491"/>
            <a:chExt cx="9439299" cy="1563290"/>
          </a:xfrm>
        </p:grpSpPr>
        <p:sp>
          <p:nvSpPr>
            <p:cNvPr id="13" name="Rectangle 12">
              <a:extLst>
                <a:ext uri="{FF2B5EF4-FFF2-40B4-BE49-F238E27FC236}">
                  <a16:creationId xmlns:a16="http://schemas.microsoft.com/office/drawing/2014/main" id="{8D78D06E-D773-4FBD-9265-516427FDE0A7}"/>
                </a:ext>
              </a:extLst>
            </p:cNvPr>
            <p:cNvSpPr/>
            <p:nvPr/>
          </p:nvSpPr>
          <p:spPr>
            <a:xfrm>
              <a:off x="0" y="3451062"/>
              <a:ext cx="1686327" cy="523220"/>
            </a:xfrm>
            <a:prstGeom prst="rect">
              <a:avLst/>
            </a:prstGeom>
            <a:noFill/>
          </p:spPr>
          <p:txBody>
            <a:bodyPr wrap="square" lIns="91440" tIns="45720" rIns="91440" bIns="45720">
              <a:spAutoFit/>
            </a:bodyPr>
            <a:lstStyle/>
            <a:p>
              <a:pPr algn="ctr"/>
              <a:r>
                <a:rPr lang="en-US" sz="2800" b="1" cap="none" spc="0">
                  <a:ln w="0"/>
                  <a:solidFill>
                    <a:srgbClr val="00B050"/>
                  </a:solidFill>
                  <a:effectLst>
                    <a:reflection blurRad="6350" stA="53000" endA="300" endPos="35500" dir="5400000" sy="-90000" algn="bl" rotWithShape="0"/>
                  </a:effectLst>
                </a:rPr>
                <a:t>Tầm nhìn</a:t>
              </a:r>
            </a:p>
          </p:txBody>
        </p:sp>
        <p:sp>
          <p:nvSpPr>
            <p:cNvPr id="14" name="TextBox 13">
              <a:extLst>
                <a:ext uri="{FF2B5EF4-FFF2-40B4-BE49-F238E27FC236}">
                  <a16:creationId xmlns:a16="http://schemas.microsoft.com/office/drawing/2014/main" id="{AA9DBABB-EFAB-4326-B978-C0E0015E6C45}"/>
                </a:ext>
              </a:extLst>
            </p:cNvPr>
            <p:cNvSpPr txBox="1"/>
            <p:nvPr/>
          </p:nvSpPr>
          <p:spPr>
            <a:xfrm>
              <a:off x="2276499" y="3451062"/>
              <a:ext cx="7162800" cy="1200329"/>
            </a:xfrm>
            <a:prstGeom prst="rect">
              <a:avLst/>
            </a:prstGeom>
            <a:noFill/>
          </p:spPr>
          <p:txBody>
            <a:bodyPr wrap="square">
              <a:spAutoFit/>
            </a:bodyPr>
            <a:lstStyle/>
            <a:p>
              <a:pPr>
                <a:spcBef>
                  <a:spcPts val="600"/>
                </a:spcBef>
                <a:spcAft>
                  <a:spcPts val="600"/>
                </a:spcAft>
              </a:pPr>
              <a:r>
                <a:rPr lang="vi-VN" sz="2400" b="0" i="0">
                  <a:solidFill>
                    <a:srgbClr val="333333"/>
                  </a:solidFill>
                  <a:effectLst/>
                  <a:latin typeface="+mj-lt"/>
                </a:rPr>
                <a:t>trở thành trường </a:t>
              </a:r>
              <a:r>
                <a:rPr lang="vi-VN" sz="2400" b="1" i="0">
                  <a:solidFill>
                    <a:srgbClr val="333333"/>
                  </a:solidFill>
                  <a:effectLst/>
                  <a:latin typeface="+mj-lt"/>
                </a:rPr>
                <a:t>đại học uy tín về công nghệ </a:t>
              </a:r>
              <a:r>
                <a:rPr lang="vi-VN" sz="2400" b="0" i="0">
                  <a:solidFill>
                    <a:srgbClr val="333333"/>
                  </a:solidFill>
                  <a:effectLst/>
                  <a:latin typeface="+mj-lt"/>
                </a:rPr>
                <a:t>thông tin – truyền thông và các lĩnh vực liên quan </a:t>
              </a:r>
              <a:r>
                <a:rPr lang="vi-VN" sz="2400" i="0">
                  <a:solidFill>
                    <a:srgbClr val="333333"/>
                  </a:solidFill>
                  <a:effectLst/>
                  <a:latin typeface="+mj-lt"/>
                </a:rPr>
                <a:t>trong </a:t>
              </a:r>
              <a:r>
                <a:rPr lang="vi-VN" sz="2400" b="1" i="0">
                  <a:solidFill>
                    <a:srgbClr val="333333"/>
                  </a:solidFill>
                  <a:effectLst/>
                  <a:latin typeface="+mj-lt"/>
                </a:rPr>
                <a:t>khu vực Châu Á</a:t>
              </a:r>
              <a:endParaRPr lang="en-US" sz="2400" b="1">
                <a:latin typeface="+mj-lt"/>
              </a:endParaRPr>
            </a:p>
          </p:txBody>
        </p:sp>
        <p:sp>
          <p:nvSpPr>
            <p:cNvPr id="15" name="Speech Bubble: Rectangle with Corners Rounded 14">
              <a:extLst>
                <a:ext uri="{FF2B5EF4-FFF2-40B4-BE49-F238E27FC236}">
                  <a16:creationId xmlns:a16="http://schemas.microsoft.com/office/drawing/2014/main" id="{F11DC200-7433-48F1-B6C1-333818A41FA5}"/>
                </a:ext>
              </a:extLst>
            </p:cNvPr>
            <p:cNvSpPr/>
            <p:nvPr/>
          </p:nvSpPr>
          <p:spPr>
            <a:xfrm>
              <a:off x="2057400" y="3414491"/>
              <a:ext cx="7086600" cy="1563290"/>
            </a:xfrm>
            <a:custGeom>
              <a:avLst/>
              <a:gdLst>
                <a:gd name="connsiteX0" fmla="*/ 0 w 7086600"/>
                <a:gd name="connsiteY0" fmla="*/ 260554 h 1563290"/>
                <a:gd name="connsiteX1" fmla="*/ 260554 w 7086600"/>
                <a:gd name="connsiteY1" fmla="*/ 0 h 1563290"/>
                <a:gd name="connsiteX2" fmla="*/ 720827 w 7086600"/>
                <a:gd name="connsiteY2" fmla="*/ 0 h 1563290"/>
                <a:gd name="connsiteX3" fmla="*/ 1181100 w 7086600"/>
                <a:gd name="connsiteY3" fmla="*/ 0 h 1563290"/>
                <a:gd name="connsiteX4" fmla="*/ 1181100 w 7086600"/>
                <a:gd name="connsiteY4" fmla="*/ 0 h 1563290"/>
                <a:gd name="connsiteX5" fmla="*/ 1807083 w 7086600"/>
                <a:gd name="connsiteY5" fmla="*/ 0 h 1563290"/>
                <a:gd name="connsiteX6" fmla="*/ 2362200 w 7086600"/>
                <a:gd name="connsiteY6" fmla="*/ 0 h 1563290"/>
                <a:gd name="connsiteX7" fmla="*/ 2952750 w 7086600"/>
                <a:gd name="connsiteY7" fmla="*/ 0 h 1563290"/>
                <a:gd name="connsiteX8" fmla="*/ 3583544 w 7086600"/>
                <a:gd name="connsiteY8" fmla="*/ 0 h 1563290"/>
                <a:gd name="connsiteX9" fmla="*/ 4059406 w 7086600"/>
                <a:gd name="connsiteY9" fmla="*/ 0 h 1563290"/>
                <a:gd name="connsiteX10" fmla="*/ 4690200 w 7086600"/>
                <a:gd name="connsiteY10" fmla="*/ 0 h 1563290"/>
                <a:gd name="connsiteX11" fmla="*/ 5166062 w 7086600"/>
                <a:gd name="connsiteY11" fmla="*/ 0 h 1563290"/>
                <a:gd name="connsiteX12" fmla="*/ 5796856 w 7086600"/>
                <a:gd name="connsiteY12" fmla="*/ 0 h 1563290"/>
                <a:gd name="connsiteX13" fmla="*/ 6826046 w 7086600"/>
                <a:gd name="connsiteY13" fmla="*/ 0 h 1563290"/>
                <a:gd name="connsiteX14" fmla="*/ 7086600 w 7086600"/>
                <a:gd name="connsiteY14" fmla="*/ 260554 h 1563290"/>
                <a:gd name="connsiteX15" fmla="*/ 7086600 w 7086600"/>
                <a:gd name="connsiteY15" fmla="*/ 260548 h 1563290"/>
                <a:gd name="connsiteX16" fmla="*/ 7086600 w 7086600"/>
                <a:gd name="connsiteY16" fmla="*/ 260548 h 1563290"/>
                <a:gd name="connsiteX17" fmla="*/ 7086600 w 7086600"/>
                <a:gd name="connsiteY17" fmla="*/ 651371 h 1563290"/>
                <a:gd name="connsiteX18" fmla="*/ 7086600 w 7086600"/>
                <a:gd name="connsiteY18" fmla="*/ 970540 h 1563290"/>
                <a:gd name="connsiteX19" fmla="*/ 7086600 w 7086600"/>
                <a:gd name="connsiteY19" fmla="*/ 1302736 h 1563290"/>
                <a:gd name="connsiteX20" fmla="*/ 6826046 w 7086600"/>
                <a:gd name="connsiteY20" fmla="*/ 1563290 h 1563290"/>
                <a:gd name="connsiteX21" fmla="*/ 6388917 w 7086600"/>
                <a:gd name="connsiteY21" fmla="*/ 1563290 h 1563290"/>
                <a:gd name="connsiteX22" fmla="*/ 5835589 w 7086600"/>
                <a:gd name="connsiteY22" fmla="*/ 1563290 h 1563290"/>
                <a:gd name="connsiteX23" fmla="*/ 5359727 w 7086600"/>
                <a:gd name="connsiteY23" fmla="*/ 1563290 h 1563290"/>
                <a:gd name="connsiteX24" fmla="*/ 4806399 w 7086600"/>
                <a:gd name="connsiteY24" fmla="*/ 1563290 h 1563290"/>
                <a:gd name="connsiteX25" fmla="*/ 4369270 w 7086600"/>
                <a:gd name="connsiteY25" fmla="*/ 1563290 h 1563290"/>
                <a:gd name="connsiteX26" fmla="*/ 3932141 w 7086600"/>
                <a:gd name="connsiteY26" fmla="*/ 1563290 h 1563290"/>
                <a:gd name="connsiteX27" fmla="*/ 2952750 w 7086600"/>
                <a:gd name="connsiteY27" fmla="*/ 1563290 h 1563290"/>
                <a:gd name="connsiteX28" fmla="*/ 2415350 w 7086600"/>
                <a:gd name="connsiteY28" fmla="*/ 1563290 h 1563290"/>
                <a:gd name="connsiteX29" fmla="*/ 1789367 w 7086600"/>
                <a:gd name="connsiteY29" fmla="*/ 1563290 h 1563290"/>
                <a:gd name="connsiteX30" fmla="*/ 1181100 w 7086600"/>
                <a:gd name="connsiteY30" fmla="*/ 1563290 h 1563290"/>
                <a:gd name="connsiteX31" fmla="*/ 1181100 w 7086600"/>
                <a:gd name="connsiteY31" fmla="*/ 1563290 h 1563290"/>
                <a:gd name="connsiteX32" fmla="*/ 748443 w 7086600"/>
                <a:gd name="connsiteY32" fmla="*/ 1563290 h 1563290"/>
                <a:gd name="connsiteX33" fmla="*/ 260554 w 7086600"/>
                <a:gd name="connsiteY33" fmla="*/ 1563290 h 1563290"/>
                <a:gd name="connsiteX34" fmla="*/ 0 w 7086600"/>
                <a:gd name="connsiteY34" fmla="*/ 1302736 h 1563290"/>
                <a:gd name="connsiteX35" fmla="*/ 0 w 7086600"/>
                <a:gd name="connsiteY35" fmla="*/ 996594 h 1563290"/>
                <a:gd name="connsiteX36" fmla="*/ 0 w 7086600"/>
                <a:gd name="connsiteY36" fmla="*/ 651371 h 1563290"/>
                <a:gd name="connsiteX37" fmla="*/ -304015 w 7086600"/>
                <a:gd name="connsiteY37" fmla="*/ 472801 h 1563290"/>
                <a:gd name="connsiteX38" fmla="*/ 0 w 7086600"/>
                <a:gd name="connsiteY38" fmla="*/ 260548 h 1563290"/>
                <a:gd name="connsiteX39" fmla="*/ 0 w 7086600"/>
                <a:gd name="connsiteY39" fmla="*/ 260554 h 156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7086600" h="1563290" extrusionOk="0">
                  <a:moveTo>
                    <a:pt x="0" y="260554"/>
                  </a:moveTo>
                  <a:cubicBezTo>
                    <a:pt x="7295" y="97802"/>
                    <a:pt x="99765" y="-20308"/>
                    <a:pt x="260554" y="0"/>
                  </a:cubicBezTo>
                  <a:cubicBezTo>
                    <a:pt x="471620" y="-23859"/>
                    <a:pt x="583308" y="39305"/>
                    <a:pt x="720827" y="0"/>
                  </a:cubicBezTo>
                  <a:cubicBezTo>
                    <a:pt x="858346" y="-39305"/>
                    <a:pt x="971984" y="4967"/>
                    <a:pt x="1181100" y="0"/>
                  </a:cubicBezTo>
                  <a:lnTo>
                    <a:pt x="1181100" y="0"/>
                  </a:lnTo>
                  <a:cubicBezTo>
                    <a:pt x="1335559" y="-62766"/>
                    <a:pt x="1568458" y="19028"/>
                    <a:pt x="1807083" y="0"/>
                  </a:cubicBezTo>
                  <a:cubicBezTo>
                    <a:pt x="2045708" y="-19028"/>
                    <a:pt x="2133633" y="29242"/>
                    <a:pt x="2362200" y="0"/>
                  </a:cubicBezTo>
                  <a:cubicBezTo>
                    <a:pt x="2590767" y="-29242"/>
                    <a:pt x="2697667" y="43274"/>
                    <a:pt x="2952750" y="0"/>
                  </a:cubicBezTo>
                  <a:cubicBezTo>
                    <a:pt x="3153720" y="-36079"/>
                    <a:pt x="3436781" y="60749"/>
                    <a:pt x="3583544" y="0"/>
                  </a:cubicBezTo>
                  <a:cubicBezTo>
                    <a:pt x="3730307" y="-60749"/>
                    <a:pt x="3914274" y="33192"/>
                    <a:pt x="4059406" y="0"/>
                  </a:cubicBezTo>
                  <a:cubicBezTo>
                    <a:pt x="4204538" y="-33192"/>
                    <a:pt x="4475451" y="72992"/>
                    <a:pt x="4690200" y="0"/>
                  </a:cubicBezTo>
                  <a:cubicBezTo>
                    <a:pt x="4904949" y="-72992"/>
                    <a:pt x="5020361" y="50154"/>
                    <a:pt x="5166062" y="0"/>
                  </a:cubicBezTo>
                  <a:cubicBezTo>
                    <a:pt x="5311763" y="-50154"/>
                    <a:pt x="5624686" y="9021"/>
                    <a:pt x="5796856" y="0"/>
                  </a:cubicBezTo>
                  <a:cubicBezTo>
                    <a:pt x="5969026" y="-9021"/>
                    <a:pt x="6323638" y="51659"/>
                    <a:pt x="6826046" y="0"/>
                  </a:cubicBezTo>
                  <a:cubicBezTo>
                    <a:pt x="7009047" y="13607"/>
                    <a:pt x="7098052" y="112495"/>
                    <a:pt x="7086600" y="260554"/>
                  </a:cubicBezTo>
                  <a:lnTo>
                    <a:pt x="7086600" y="260548"/>
                  </a:lnTo>
                  <a:lnTo>
                    <a:pt x="7086600" y="260548"/>
                  </a:lnTo>
                  <a:cubicBezTo>
                    <a:pt x="7132831" y="372118"/>
                    <a:pt x="7068296" y="535915"/>
                    <a:pt x="7086600" y="651371"/>
                  </a:cubicBezTo>
                  <a:cubicBezTo>
                    <a:pt x="7099189" y="776156"/>
                    <a:pt x="7049110" y="835076"/>
                    <a:pt x="7086600" y="970540"/>
                  </a:cubicBezTo>
                  <a:cubicBezTo>
                    <a:pt x="7124090" y="1106004"/>
                    <a:pt x="7076099" y="1209328"/>
                    <a:pt x="7086600" y="1302736"/>
                  </a:cubicBezTo>
                  <a:cubicBezTo>
                    <a:pt x="7088770" y="1443663"/>
                    <a:pt x="6973272" y="1554533"/>
                    <a:pt x="6826046" y="1563290"/>
                  </a:cubicBezTo>
                  <a:cubicBezTo>
                    <a:pt x="6689058" y="1598419"/>
                    <a:pt x="6506527" y="1534420"/>
                    <a:pt x="6388917" y="1563290"/>
                  </a:cubicBezTo>
                  <a:cubicBezTo>
                    <a:pt x="6271307" y="1592160"/>
                    <a:pt x="6012348" y="1502912"/>
                    <a:pt x="5835589" y="1563290"/>
                  </a:cubicBezTo>
                  <a:cubicBezTo>
                    <a:pt x="5658830" y="1623668"/>
                    <a:pt x="5571294" y="1531712"/>
                    <a:pt x="5359727" y="1563290"/>
                  </a:cubicBezTo>
                  <a:cubicBezTo>
                    <a:pt x="5148160" y="1594868"/>
                    <a:pt x="5001261" y="1552635"/>
                    <a:pt x="4806399" y="1563290"/>
                  </a:cubicBezTo>
                  <a:cubicBezTo>
                    <a:pt x="4611537" y="1573945"/>
                    <a:pt x="4510353" y="1512723"/>
                    <a:pt x="4369270" y="1563290"/>
                  </a:cubicBezTo>
                  <a:cubicBezTo>
                    <a:pt x="4228187" y="1613857"/>
                    <a:pt x="4076695" y="1555511"/>
                    <a:pt x="3932141" y="1563290"/>
                  </a:cubicBezTo>
                  <a:cubicBezTo>
                    <a:pt x="3787587" y="1571069"/>
                    <a:pt x="3424785" y="1501964"/>
                    <a:pt x="2952750" y="1563290"/>
                  </a:cubicBezTo>
                  <a:cubicBezTo>
                    <a:pt x="2699891" y="1623307"/>
                    <a:pt x="2544675" y="1545201"/>
                    <a:pt x="2415350" y="1563290"/>
                  </a:cubicBezTo>
                  <a:cubicBezTo>
                    <a:pt x="2286025" y="1581379"/>
                    <a:pt x="2005451" y="1501244"/>
                    <a:pt x="1789367" y="1563290"/>
                  </a:cubicBezTo>
                  <a:cubicBezTo>
                    <a:pt x="1573283" y="1625336"/>
                    <a:pt x="1467036" y="1556580"/>
                    <a:pt x="1181100" y="1563290"/>
                  </a:cubicBezTo>
                  <a:lnTo>
                    <a:pt x="1181100" y="1563290"/>
                  </a:lnTo>
                  <a:cubicBezTo>
                    <a:pt x="1029143" y="1606779"/>
                    <a:pt x="841435" y="1522147"/>
                    <a:pt x="748443" y="1563290"/>
                  </a:cubicBezTo>
                  <a:cubicBezTo>
                    <a:pt x="655451" y="1604433"/>
                    <a:pt x="465301" y="1532127"/>
                    <a:pt x="260554" y="1563290"/>
                  </a:cubicBezTo>
                  <a:cubicBezTo>
                    <a:pt x="117206" y="1556558"/>
                    <a:pt x="-17707" y="1419031"/>
                    <a:pt x="0" y="1302736"/>
                  </a:cubicBezTo>
                  <a:cubicBezTo>
                    <a:pt x="-35352" y="1183014"/>
                    <a:pt x="34869" y="1139322"/>
                    <a:pt x="0" y="996594"/>
                  </a:cubicBezTo>
                  <a:cubicBezTo>
                    <a:pt x="-34869" y="853866"/>
                    <a:pt x="25783" y="755929"/>
                    <a:pt x="0" y="651371"/>
                  </a:cubicBezTo>
                  <a:cubicBezTo>
                    <a:pt x="-142784" y="578769"/>
                    <a:pt x="-228964" y="486413"/>
                    <a:pt x="-304015" y="472801"/>
                  </a:cubicBezTo>
                  <a:cubicBezTo>
                    <a:pt x="-186825" y="356456"/>
                    <a:pt x="-69275" y="341963"/>
                    <a:pt x="0" y="260548"/>
                  </a:cubicBezTo>
                  <a:lnTo>
                    <a:pt x="0" y="260554"/>
                  </a:lnTo>
                  <a:close/>
                </a:path>
              </a:pathLst>
            </a:custGeom>
            <a:noFill/>
            <a:ln>
              <a:solidFill>
                <a:schemeClr val="tx1"/>
              </a:solidFill>
              <a:extLst>
                <a:ext uri="{C807C97D-BFC1-408E-A445-0C87EB9F89A2}">
                  <ask:lineSketchStyleProps xmlns:ask="http://schemas.microsoft.com/office/drawing/2018/sketchyshapes" sd="4084422701">
                    <a:prstGeom prst="wedgeRoundRectCallout">
                      <a:avLst>
                        <a:gd name="adj1" fmla="val -54290"/>
                        <a:gd name="adj2" fmla="val -19756"/>
                        <a:gd name="adj3" fmla="val 16667"/>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grpSp>
        <p:nvGrpSpPr>
          <p:cNvPr id="23" name="Group 22">
            <a:extLst>
              <a:ext uri="{FF2B5EF4-FFF2-40B4-BE49-F238E27FC236}">
                <a16:creationId xmlns:a16="http://schemas.microsoft.com/office/drawing/2014/main" id="{9DB946FE-76CD-42ED-9BED-0D7B9C2CB103}"/>
              </a:ext>
            </a:extLst>
          </p:cNvPr>
          <p:cNvGrpSpPr/>
          <p:nvPr/>
        </p:nvGrpSpPr>
        <p:grpSpPr>
          <a:xfrm>
            <a:off x="1143000" y="5042355"/>
            <a:ext cx="7010400" cy="1096549"/>
            <a:chOff x="1143000" y="5042355"/>
            <a:chExt cx="7010400" cy="1096549"/>
          </a:xfrm>
        </p:grpSpPr>
        <p:grpSp>
          <p:nvGrpSpPr>
            <p:cNvPr id="21" name="Group 20">
              <a:extLst>
                <a:ext uri="{FF2B5EF4-FFF2-40B4-BE49-F238E27FC236}">
                  <a16:creationId xmlns:a16="http://schemas.microsoft.com/office/drawing/2014/main" id="{57C47DCF-8BC4-4E16-83AC-191C1B9F295A}"/>
                </a:ext>
              </a:extLst>
            </p:cNvPr>
            <p:cNvGrpSpPr/>
            <p:nvPr/>
          </p:nvGrpSpPr>
          <p:grpSpPr>
            <a:xfrm>
              <a:off x="1143000" y="5062587"/>
              <a:ext cx="7010400" cy="1076317"/>
              <a:chOff x="1066800" y="5334000"/>
              <a:chExt cx="7010400" cy="1076317"/>
            </a:xfrm>
          </p:grpSpPr>
          <p:sp>
            <p:nvSpPr>
              <p:cNvPr id="16" name="Rectangle 15">
                <a:extLst>
                  <a:ext uri="{FF2B5EF4-FFF2-40B4-BE49-F238E27FC236}">
                    <a16:creationId xmlns:a16="http://schemas.microsoft.com/office/drawing/2014/main" id="{6EF7614D-B5B4-4604-91E7-D29A996564C9}"/>
                  </a:ext>
                </a:extLst>
              </p:cNvPr>
              <p:cNvSpPr/>
              <p:nvPr/>
            </p:nvSpPr>
            <p:spPr>
              <a:xfrm>
                <a:off x="1610127" y="5854394"/>
                <a:ext cx="5835851" cy="523220"/>
              </a:xfrm>
              <a:prstGeom prst="rect">
                <a:avLst/>
              </a:prstGeom>
              <a:noFill/>
            </p:spPr>
            <p:txBody>
              <a:bodyPr wrap="square" lIns="91440" tIns="45720" rIns="91440" bIns="45720">
                <a:spAutoFit/>
              </a:bodyPr>
              <a:lstStyle/>
              <a:p>
                <a:pPr algn="ctr"/>
                <a:r>
                  <a:rPr lang="en-US" sz="2800" b="1" cap="none" spc="0">
                    <a:ln w="0"/>
                    <a:solidFill>
                      <a:srgbClr val="00B0F0"/>
                    </a:solidFill>
                    <a:effectLst>
                      <a:reflection blurRad="6350" stA="53000" endA="300" endPos="35500" dir="5400000" sy="-90000" algn="bl" rotWithShape="0"/>
                    </a:effectLst>
                  </a:rPr>
                  <a:t>Toàn diện – Sáng tạo – Phụng sự</a:t>
                </a:r>
              </a:p>
            </p:txBody>
          </p:sp>
          <p:sp>
            <p:nvSpPr>
              <p:cNvPr id="18" name="Flowchart: Terminator 17">
                <a:extLst>
                  <a:ext uri="{FF2B5EF4-FFF2-40B4-BE49-F238E27FC236}">
                    <a16:creationId xmlns:a16="http://schemas.microsoft.com/office/drawing/2014/main" id="{9C8D79D0-3AF3-4FEB-8870-62EC91E6EAD6}"/>
                  </a:ext>
                </a:extLst>
              </p:cNvPr>
              <p:cNvSpPr/>
              <p:nvPr/>
            </p:nvSpPr>
            <p:spPr>
              <a:xfrm>
                <a:off x="1066800" y="5334000"/>
                <a:ext cx="7010400" cy="1076317"/>
              </a:xfrm>
              <a:custGeom>
                <a:avLst/>
                <a:gdLst>
                  <a:gd name="connsiteX0" fmla="*/ 1127830 w 7010400"/>
                  <a:gd name="connsiteY0" fmla="*/ 0 h 1076317"/>
                  <a:gd name="connsiteX1" fmla="*/ 1759531 w 7010400"/>
                  <a:gd name="connsiteY1" fmla="*/ 0 h 1076317"/>
                  <a:gd name="connsiteX2" fmla="*/ 2486327 w 7010400"/>
                  <a:gd name="connsiteY2" fmla="*/ 0 h 1076317"/>
                  <a:gd name="connsiteX3" fmla="*/ 3070481 w 7010400"/>
                  <a:gd name="connsiteY3" fmla="*/ 0 h 1076317"/>
                  <a:gd name="connsiteX4" fmla="*/ 3749729 w 7010400"/>
                  <a:gd name="connsiteY4" fmla="*/ 0 h 1076317"/>
                  <a:gd name="connsiteX5" fmla="*/ 4428977 w 7010400"/>
                  <a:gd name="connsiteY5" fmla="*/ 0 h 1076317"/>
                  <a:gd name="connsiteX6" fmla="*/ 5155773 w 7010400"/>
                  <a:gd name="connsiteY6" fmla="*/ 0 h 1076317"/>
                  <a:gd name="connsiteX7" fmla="*/ 5882569 w 7010400"/>
                  <a:gd name="connsiteY7" fmla="*/ 0 h 1076317"/>
                  <a:gd name="connsiteX8" fmla="*/ 7010400 w 7010400"/>
                  <a:gd name="connsiteY8" fmla="*/ 538158 h 1076317"/>
                  <a:gd name="connsiteX9" fmla="*/ 5882569 w 7010400"/>
                  <a:gd name="connsiteY9" fmla="*/ 1076317 h 1076317"/>
                  <a:gd name="connsiteX10" fmla="*/ 5298415 w 7010400"/>
                  <a:gd name="connsiteY10" fmla="*/ 1076317 h 1076317"/>
                  <a:gd name="connsiteX11" fmla="*/ 4714262 w 7010400"/>
                  <a:gd name="connsiteY11" fmla="*/ 1076317 h 1076317"/>
                  <a:gd name="connsiteX12" fmla="*/ 4130108 w 7010400"/>
                  <a:gd name="connsiteY12" fmla="*/ 1076317 h 1076317"/>
                  <a:gd name="connsiteX13" fmla="*/ 3593502 w 7010400"/>
                  <a:gd name="connsiteY13" fmla="*/ 1076317 h 1076317"/>
                  <a:gd name="connsiteX14" fmla="*/ 2961801 w 7010400"/>
                  <a:gd name="connsiteY14" fmla="*/ 1076317 h 1076317"/>
                  <a:gd name="connsiteX15" fmla="*/ 2330100 w 7010400"/>
                  <a:gd name="connsiteY15" fmla="*/ 1076317 h 1076317"/>
                  <a:gd name="connsiteX16" fmla="*/ 1127830 w 7010400"/>
                  <a:gd name="connsiteY16" fmla="*/ 1076317 h 1076317"/>
                  <a:gd name="connsiteX17" fmla="*/ 0 w 7010400"/>
                  <a:gd name="connsiteY17" fmla="*/ 538158 h 1076317"/>
                  <a:gd name="connsiteX18" fmla="*/ 1127830 w 7010400"/>
                  <a:gd name="connsiteY18" fmla="*/ 0 h 1076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10400" h="1076317" extrusionOk="0">
                    <a:moveTo>
                      <a:pt x="1127830" y="0"/>
                    </a:moveTo>
                    <a:cubicBezTo>
                      <a:pt x="1283726" y="29944"/>
                      <a:pt x="1579499" y="23665"/>
                      <a:pt x="1759531" y="0"/>
                    </a:cubicBezTo>
                    <a:cubicBezTo>
                      <a:pt x="1939563" y="-23665"/>
                      <a:pt x="2328099" y="-35328"/>
                      <a:pt x="2486327" y="0"/>
                    </a:cubicBezTo>
                    <a:cubicBezTo>
                      <a:pt x="2644555" y="35328"/>
                      <a:pt x="2866816" y="24760"/>
                      <a:pt x="3070481" y="0"/>
                    </a:cubicBezTo>
                    <a:cubicBezTo>
                      <a:pt x="3274146" y="-24760"/>
                      <a:pt x="3461430" y="-2679"/>
                      <a:pt x="3749729" y="0"/>
                    </a:cubicBezTo>
                    <a:cubicBezTo>
                      <a:pt x="4038028" y="2679"/>
                      <a:pt x="4146628" y="32021"/>
                      <a:pt x="4428977" y="0"/>
                    </a:cubicBezTo>
                    <a:cubicBezTo>
                      <a:pt x="4711326" y="-32021"/>
                      <a:pt x="4937648" y="2387"/>
                      <a:pt x="5155773" y="0"/>
                    </a:cubicBezTo>
                    <a:cubicBezTo>
                      <a:pt x="5373898" y="-2387"/>
                      <a:pt x="5649901" y="19979"/>
                      <a:pt x="5882569" y="0"/>
                    </a:cubicBezTo>
                    <a:cubicBezTo>
                      <a:pt x="6500466" y="-9656"/>
                      <a:pt x="6981883" y="234482"/>
                      <a:pt x="7010400" y="538158"/>
                    </a:cubicBezTo>
                    <a:cubicBezTo>
                      <a:pt x="7072115" y="875291"/>
                      <a:pt x="6525569" y="1113670"/>
                      <a:pt x="5882569" y="1076317"/>
                    </a:cubicBezTo>
                    <a:cubicBezTo>
                      <a:pt x="5658534" y="1081085"/>
                      <a:pt x="5552669" y="1076506"/>
                      <a:pt x="5298415" y="1076317"/>
                    </a:cubicBezTo>
                    <a:cubicBezTo>
                      <a:pt x="5044161" y="1076128"/>
                      <a:pt x="4913226" y="1088911"/>
                      <a:pt x="4714262" y="1076317"/>
                    </a:cubicBezTo>
                    <a:cubicBezTo>
                      <a:pt x="4515298" y="1063723"/>
                      <a:pt x="4325322" y="1066796"/>
                      <a:pt x="4130108" y="1076317"/>
                    </a:cubicBezTo>
                    <a:cubicBezTo>
                      <a:pt x="3934894" y="1085838"/>
                      <a:pt x="3751736" y="1073153"/>
                      <a:pt x="3593502" y="1076317"/>
                    </a:cubicBezTo>
                    <a:cubicBezTo>
                      <a:pt x="3435268" y="1079481"/>
                      <a:pt x="3215915" y="1083993"/>
                      <a:pt x="2961801" y="1076317"/>
                    </a:cubicBezTo>
                    <a:cubicBezTo>
                      <a:pt x="2707687" y="1068641"/>
                      <a:pt x="2639185" y="1045366"/>
                      <a:pt x="2330100" y="1076317"/>
                    </a:cubicBezTo>
                    <a:cubicBezTo>
                      <a:pt x="2021015" y="1107268"/>
                      <a:pt x="1650351" y="1075875"/>
                      <a:pt x="1127830" y="1076317"/>
                    </a:cubicBezTo>
                    <a:cubicBezTo>
                      <a:pt x="532834" y="1083679"/>
                      <a:pt x="8620" y="888447"/>
                      <a:pt x="0" y="538158"/>
                    </a:cubicBezTo>
                    <a:cubicBezTo>
                      <a:pt x="52371" y="224087"/>
                      <a:pt x="476010" y="9012"/>
                      <a:pt x="1127830" y="0"/>
                    </a:cubicBezTo>
                    <a:close/>
                  </a:path>
                </a:pathLst>
              </a:custGeom>
              <a:noFill/>
              <a:ln>
                <a:solidFill>
                  <a:srgbClr val="FFC000"/>
                </a:solidFill>
                <a:extLst>
                  <a:ext uri="{C807C97D-BFC1-408E-A445-0C87EB9F89A2}">
                    <ask:lineSketchStyleProps xmlns:ask="http://schemas.microsoft.com/office/drawing/2018/sketchyshapes" sd="579714883">
                      <a:prstGeom prst="flowChartTerminator">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22" name="Rectangle 21">
              <a:extLst>
                <a:ext uri="{FF2B5EF4-FFF2-40B4-BE49-F238E27FC236}">
                  <a16:creationId xmlns:a16="http://schemas.microsoft.com/office/drawing/2014/main" id="{ABDCD583-410E-4911-88BF-4DCC314D49BF}"/>
                </a:ext>
              </a:extLst>
            </p:cNvPr>
            <p:cNvSpPr/>
            <p:nvPr/>
          </p:nvSpPr>
          <p:spPr>
            <a:xfrm>
              <a:off x="3035484" y="5042355"/>
              <a:ext cx="2679516" cy="52322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cap="none" spc="0">
                  <a:ln/>
                  <a:solidFill>
                    <a:srgbClr val="00B0F0"/>
                  </a:solidFill>
                  <a:effectLst/>
                </a:rPr>
                <a:t>Triết lý giáo dục</a:t>
              </a:r>
            </a:p>
          </p:txBody>
        </p:sp>
      </p:grpSp>
    </p:spTree>
    <p:extLst>
      <p:ext uri="{BB962C8B-B14F-4D97-AF65-F5344CB8AC3E}">
        <p14:creationId xmlns:p14="http://schemas.microsoft.com/office/powerpoint/2010/main" val="114030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up)">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barn(inVertical)">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Gi</a:t>
            </a:r>
            <a:r>
              <a:rPr lang="en-US"/>
              <a:t>á trị cốt lõi</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3" name="TextBox 2">
            <a:extLst>
              <a:ext uri="{FF2B5EF4-FFF2-40B4-BE49-F238E27FC236}">
                <a16:creationId xmlns:a16="http://schemas.microsoft.com/office/drawing/2014/main" id="{7B6D4928-A15A-909D-246B-6F0C48BDDB7F}"/>
              </a:ext>
            </a:extLst>
          </p:cNvPr>
          <p:cNvSpPr txBox="1"/>
          <p:nvPr/>
        </p:nvSpPr>
        <p:spPr>
          <a:xfrm>
            <a:off x="276541" y="1322170"/>
            <a:ext cx="8686800" cy="5324535"/>
          </a:xfrm>
          <a:prstGeom prst="rect">
            <a:avLst/>
          </a:prstGeom>
          <a:noFill/>
        </p:spPr>
        <p:txBody>
          <a:bodyPr wrap="square">
            <a:spAutoFit/>
          </a:bodyPr>
          <a:lstStyle/>
          <a:p>
            <a:pPr algn="just"/>
            <a:r>
              <a:rPr lang="vi-VN" sz="2000" b="1" i="0">
                <a:solidFill>
                  <a:srgbClr val="333333"/>
                </a:solidFill>
                <a:effectLst/>
                <a:latin typeface="+mj-lt"/>
              </a:rPr>
              <a:t>a. Tri thức tổng thể (Inclusiveness and Diversity)</a:t>
            </a:r>
            <a:endParaRPr lang="vi-VN" sz="2000" b="0" i="0">
              <a:solidFill>
                <a:srgbClr val="333333"/>
              </a:solidFill>
              <a:effectLst/>
              <a:latin typeface="+mj-lt"/>
            </a:endParaRPr>
          </a:p>
          <a:p>
            <a:pPr algn="just"/>
            <a:r>
              <a:rPr lang="vi-VN" sz="2000" b="0" i="0">
                <a:solidFill>
                  <a:srgbClr val="333333"/>
                </a:solidFill>
                <a:effectLst/>
                <a:latin typeface="+mj-lt"/>
              </a:rPr>
              <a:t>Hỗ trợ người học phát triển không chỉ kiến thức mà cả các kỹ năng, thái độ và năng lực thực hành xã hội.</a:t>
            </a:r>
            <a:endParaRPr lang="en-US" sz="2000" b="0" i="0">
              <a:solidFill>
                <a:srgbClr val="333333"/>
              </a:solidFill>
              <a:effectLst/>
              <a:latin typeface="+mj-lt"/>
            </a:endParaRPr>
          </a:p>
          <a:p>
            <a:pPr algn="just"/>
            <a:endParaRPr lang="vi-VN" sz="2000" b="0" i="0">
              <a:solidFill>
                <a:srgbClr val="333333"/>
              </a:solidFill>
              <a:effectLst/>
              <a:latin typeface="+mj-lt"/>
            </a:endParaRPr>
          </a:p>
          <a:p>
            <a:pPr algn="just"/>
            <a:r>
              <a:rPr lang="vi-VN" sz="2000" b="1" i="0">
                <a:solidFill>
                  <a:srgbClr val="333333"/>
                </a:solidFill>
                <a:effectLst/>
                <a:latin typeface="+mj-lt"/>
              </a:rPr>
              <a:t>b. Tiến về phía trước (Moving forward)</a:t>
            </a:r>
            <a:endParaRPr lang="vi-VN" sz="2000" b="0" i="0">
              <a:solidFill>
                <a:srgbClr val="333333"/>
              </a:solidFill>
              <a:effectLst/>
              <a:latin typeface="+mj-lt"/>
            </a:endParaRPr>
          </a:p>
          <a:p>
            <a:pPr algn="just"/>
            <a:r>
              <a:rPr lang="vi-VN" sz="2000" b="0" i="0">
                <a:solidFill>
                  <a:srgbClr val="333333"/>
                </a:solidFill>
                <a:effectLst/>
                <a:latin typeface="+mj-lt"/>
              </a:rPr>
              <a:t>Nâng cao liên tục chất lượng để thích nghi và luôn tiến về phía trước.</a:t>
            </a:r>
            <a:endParaRPr lang="en-US" sz="2000" b="0" i="0">
              <a:solidFill>
                <a:srgbClr val="333333"/>
              </a:solidFill>
              <a:effectLst/>
              <a:latin typeface="+mj-lt"/>
            </a:endParaRPr>
          </a:p>
          <a:p>
            <a:pPr algn="just"/>
            <a:endParaRPr lang="vi-VN" sz="2000" b="0" i="0">
              <a:solidFill>
                <a:srgbClr val="333333"/>
              </a:solidFill>
              <a:effectLst/>
              <a:latin typeface="+mj-lt"/>
            </a:endParaRPr>
          </a:p>
          <a:p>
            <a:pPr algn="just"/>
            <a:r>
              <a:rPr lang="vi-VN" sz="2000" b="1" i="0">
                <a:solidFill>
                  <a:srgbClr val="333333"/>
                </a:solidFill>
                <a:effectLst/>
                <a:latin typeface="+mj-lt"/>
              </a:rPr>
              <a:t>c. Tự do học thuật (Academic freedom)</a:t>
            </a:r>
            <a:endParaRPr lang="vi-VN" sz="2000" b="0" i="0">
              <a:solidFill>
                <a:srgbClr val="333333"/>
              </a:solidFill>
              <a:effectLst/>
              <a:latin typeface="+mj-lt"/>
            </a:endParaRPr>
          </a:p>
          <a:p>
            <a:pPr algn="just"/>
            <a:r>
              <a:rPr lang="vi-VN" sz="2000" b="0" i="0">
                <a:solidFill>
                  <a:srgbClr val="333333"/>
                </a:solidFill>
                <a:effectLst/>
                <a:latin typeface="+mj-lt"/>
              </a:rPr>
              <a:t>Coi trọng khả năng độc lập trong học thuật, sáng tạo nghiên cứu và phát triển tiềm năng tổng thể của các cá nhân để họ đạt được mục tiêu của mình.</a:t>
            </a:r>
            <a:endParaRPr lang="en-US" sz="2000" b="0" i="0">
              <a:solidFill>
                <a:srgbClr val="333333"/>
              </a:solidFill>
              <a:effectLst/>
              <a:latin typeface="+mj-lt"/>
            </a:endParaRPr>
          </a:p>
          <a:p>
            <a:pPr algn="just"/>
            <a:endParaRPr lang="vi-VN" sz="2000" b="0" i="0">
              <a:solidFill>
                <a:srgbClr val="333333"/>
              </a:solidFill>
              <a:effectLst/>
              <a:latin typeface="+mj-lt"/>
            </a:endParaRPr>
          </a:p>
          <a:p>
            <a:pPr algn="just"/>
            <a:r>
              <a:rPr lang="vi-VN" sz="2000" b="1" i="0">
                <a:solidFill>
                  <a:srgbClr val="333333"/>
                </a:solidFill>
                <a:effectLst/>
                <a:latin typeface="+mj-lt"/>
              </a:rPr>
              <a:t>d. Chuyên nghiệp (Professionalism)</a:t>
            </a:r>
            <a:endParaRPr lang="vi-VN" sz="2000" b="0" i="0">
              <a:solidFill>
                <a:srgbClr val="333333"/>
              </a:solidFill>
              <a:effectLst/>
              <a:latin typeface="+mj-lt"/>
            </a:endParaRPr>
          </a:p>
          <a:p>
            <a:pPr algn="just"/>
            <a:r>
              <a:rPr lang="vi-VN" sz="2000" b="0" i="0">
                <a:solidFill>
                  <a:srgbClr val="333333"/>
                </a:solidFill>
                <a:effectLst/>
                <a:latin typeface="+mj-lt"/>
              </a:rPr>
              <a:t>Thiết lập hệ thống quản trị, cung cấp dịch vụ chuyên nghiệp và hiệu quả nhất.</a:t>
            </a:r>
            <a:endParaRPr lang="en-US" sz="2000" b="0" i="0">
              <a:solidFill>
                <a:srgbClr val="333333"/>
              </a:solidFill>
              <a:effectLst/>
              <a:latin typeface="+mj-lt"/>
            </a:endParaRPr>
          </a:p>
          <a:p>
            <a:pPr algn="just"/>
            <a:endParaRPr lang="vi-VN" sz="2000" b="0" i="0">
              <a:solidFill>
                <a:srgbClr val="333333"/>
              </a:solidFill>
              <a:effectLst/>
              <a:latin typeface="+mj-lt"/>
            </a:endParaRPr>
          </a:p>
          <a:p>
            <a:pPr algn="just"/>
            <a:r>
              <a:rPr lang="vi-VN" sz="2000" b="1" i="0">
                <a:solidFill>
                  <a:srgbClr val="333333"/>
                </a:solidFill>
                <a:effectLst/>
                <a:latin typeface="+mj-lt"/>
              </a:rPr>
              <a:t>e. Phục vụ cộng đồng (Responsibility)</a:t>
            </a:r>
            <a:endParaRPr lang="vi-VN" sz="2000" b="0" i="0">
              <a:solidFill>
                <a:srgbClr val="333333"/>
              </a:solidFill>
              <a:effectLst/>
              <a:latin typeface="+mj-lt"/>
            </a:endParaRPr>
          </a:p>
          <a:p>
            <a:pPr algn="just"/>
            <a:r>
              <a:rPr lang="vi-VN" sz="2000" b="0" i="0">
                <a:solidFill>
                  <a:srgbClr val="333333"/>
                </a:solidFill>
                <a:effectLst/>
                <a:latin typeface="+mj-lt"/>
              </a:rPr>
              <a:t>Định hướng các hoạt động đào tạo và nghiên cứu khoa học cho phục vụ cộng đồng, phục vụ sự phát triển chung của đất nước và phục vụ nhân loại.</a:t>
            </a:r>
          </a:p>
        </p:txBody>
      </p:sp>
    </p:spTree>
    <p:extLst>
      <p:ext uri="{BB962C8B-B14F-4D97-AF65-F5344CB8AC3E}">
        <p14:creationId xmlns:p14="http://schemas.microsoft.com/office/powerpoint/2010/main" val="1953696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0444A8A-457B-4375-848A-F444013D21BE}"/>
              </a:ext>
            </a:extLst>
          </p:cNvPr>
          <p:cNvSpPr>
            <a:spLocks noGrp="1"/>
          </p:cNvSpPr>
          <p:nvPr>
            <p:ph type="title"/>
          </p:nvPr>
        </p:nvSpPr>
        <p:spPr/>
        <p:txBody>
          <a:bodyPr/>
          <a:lstStyle/>
          <a:p>
            <a:pPr eaLnBrk="1" hangingPunct="1"/>
            <a:r>
              <a:rPr lang="en-US" altLang="en-US"/>
              <a:t>Giới thiệu về CNTT</a:t>
            </a:r>
          </a:p>
        </p:txBody>
      </p:sp>
      <p:sp>
        <p:nvSpPr>
          <p:cNvPr id="18434" name="Content Placeholder 2">
            <a:extLst>
              <a:ext uri="{FF2B5EF4-FFF2-40B4-BE49-F238E27FC236}">
                <a16:creationId xmlns:a16="http://schemas.microsoft.com/office/drawing/2014/main" id="{2307871F-FC90-4F79-8E9E-613DCA99B863}"/>
              </a:ext>
            </a:extLst>
          </p:cNvPr>
          <p:cNvSpPr>
            <a:spLocks noGrp="1"/>
          </p:cNvSpPr>
          <p:nvPr>
            <p:ph idx="1"/>
          </p:nvPr>
        </p:nvSpPr>
        <p:spPr>
          <a:xfrm>
            <a:off x="251520" y="1412776"/>
            <a:ext cx="8640960" cy="2321024"/>
          </a:xfrm>
        </p:spPr>
        <p:txBody>
          <a:bodyPr/>
          <a:lstStyle/>
          <a:p>
            <a:pPr marL="342900" lvl="3" indent="-342900" eaLnBrk="1" hangingPunct="1">
              <a:lnSpc>
                <a:spcPct val="150000"/>
              </a:lnSpc>
              <a:spcBef>
                <a:spcPts val="600"/>
              </a:spcBef>
              <a:spcAft>
                <a:spcPts val="600"/>
              </a:spcAft>
              <a:buFont typeface="Arial" panose="020B0604020202020204" pitchFamily="34" charset="0"/>
              <a:buChar char="•"/>
            </a:pPr>
            <a:r>
              <a:rPr kumimoji="1" lang="en-US" altLang="en-US" sz="2400" b="1"/>
              <a:t>Công nghệ (Technology</a:t>
            </a:r>
            <a:r>
              <a:rPr kumimoji="1" lang="en-US" altLang="en-US" sz="2400"/>
              <a:t>): Là sự tổ hợp của các kỹ năng, tri thức, nguyên liệu, thiết bị và các công cụ được vận dụng  bởi con người nhằm chuyển từ các nguyên liệu dưới dạng thô trở thành hàng hoá và dịch vụ.</a:t>
            </a:r>
          </a:p>
          <a:p>
            <a:pPr eaLnBrk="1" hangingPunct="1">
              <a:lnSpc>
                <a:spcPct val="150000"/>
              </a:lnSpc>
              <a:spcBef>
                <a:spcPts val="600"/>
              </a:spcBef>
              <a:spcAft>
                <a:spcPts val="600"/>
              </a:spcAft>
            </a:pPr>
            <a:r>
              <a:rPr lang="vi-VN" altLang="en-US" sz="2400" b="1"/>
              <a:t>Công nghệ Thông tin</a:t>
            </a:r>
            <a:r>
              <a:rPr lang="vi-VN" altLang="en-US" sz="2400"/>
              <a:t>, viết tắt </a:t>
            </a:r>
            <a:r>
              <a:rPr lang="vi-VN" altLang="en-US" sz="2400" b="1"/>
              <a:t>CNTT</a:t>
            </a:r>
            <a:r>
              <a:rPr lang="vi-VN" altLang="en-US" sz="2400"/>
              <a:t>, là một nhánh ngành kỹ thuật sử dụng máy tính</a:t>
            </a:r>
            <a:r>
              <a:rPr lang="en-US" altLang="en-US" sz="2400"/>
              <a:t>, mạng MT-VT</a:t>
            </a:r>
            <a:r>
              <a:rPr lang="vi-VN" altLang="en-US" sz="2400"/>
              <a:t> và phần mềm máy tính để chuyển đổi, lưu trữ, bảo vệ, xử lý, truyền tải và thu thập thông tin</a:t>
            </a: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84890405-29E1-4E58-90A6-39603A96E8B8}"/>
              </a:ext>
            </a:extLst>
          </p:cNvPr>
          <p:cNvSpPr>
            <a:spLocks noGrp="1"/>
          </p:cNvSpPr>
          <p:nvPr>
            <p:ph type="title"/>
          </p:nvPr>
        </p:nvSpPr>
        <p:spPr/>
        <p:txBody>
          <a:bodyPr/>
          <a:lstStyle/>
          <a:p>
            <a:pPr eaLnBrk="1" hangingPunct="1"/>
            <a:r>
              <a:rPr lang="en-US" altLang="en-US"/>
              <a:t>Quá trình phát triển CNTT</a:t>
            </a:r>
          </a:p>
        </p:txBody>
      </p:sp>
      <p:sp>
        <p:nvSpPr>
          <p:cNvPr id="19458" name="Content Placeholder 2">
            <a:extLst>
              <a:ext uri="{FF2B5EF4-FFF2-40B4-BE49-F238E27FC236}">
                <a16:creationId xmlns:a16="http://schemas.microsoft.com/office/drawing/2014/main" id="{A9DC9500-26B8-4C87-A80F-A397D6FD8B9C}"/>
              </a:ext>
            </a:extLst>
          </p:cNvPr>
          <p:cNvSpPr>
            <a:spLocks noGrp="1"/>
          </p:cNvSpPr>
          <p:nvPr>
            <p:ph idx="1"/>
          </p:nvPr>
        </p:nvSpPr>
        <p:spPr/>
        <p:txBody>
          <a:bodyPr/>
          <a:lstStyle/>
          <a:p>
            <a:pPr eaLnBrk="1" hangingPunct="1">
              <a:lnSpc>
                <a:spcPct val="80000"/>
              </a:lnSpc>
            </a:pPr>
            <a:r>
              <a:rPr lang="en-US" altLang="en-US" sz="2400" b="1"/>
              <a:t>ENIAC</a:t>
            </a:r>
            <a:r>
              <a:rPr lang="en-US" altLang="en-US" sz="2400"/>
              <a:t>(Electronic Numerical Integrator and Computer) năm 1943  dùng cho việc tính toán chính xác và nhanh chóng các bảng số liệu đạn đạo cho từng loại vũ khí mới. </a:t>
            </a:r>
          </a:p>
          <a:p>
            <a:pPr eaLnBrk="1" hangingPunct="1">
              <a:lnSpc>
                <a:spcPct val="80000"/>
              </a:lnSpc>
            </a:pPr>
            <a:r>
              <a:rPr lang="en-US" altLang="en-US" sz="2400"/>
              <a:t>John </a:t>
            </a:r>
            <a:r>
              <a:rPr lang="en-US" altLang="en-US" sz="2400" b="1" i="1"/>
              <a:t>von Neumann</a:t>
            </a:r>
            <a:r>
              <a:rPr lang="en-US" altLang="en-US" sz="2400"/>
              <a:t>(Hungary), đưa ra 1945 đề xuất về một loại máy tính mới có tên gọi </a:t>
            </a:r>
            <a:r>
              <a:rPr lang="en-US" altLang="en-US" sz="2400" b="1" i="1"/>
              <a:t>EDVAC</a:t>
            </a:r>
            <a:r>
              <a:rPr lang="en-US" altLang="en-US" sz="2400"/>
              <a:t> (Electronic Discrete Variable Computer)</a:t>
            </a:r>
          </a:p>
          <a:p>
            <a:pPr eaLnBrk="1" hangingPunct="1">
              <a:lnSpc>
                <a:spcPct val="80000"/>
              </a:lnSpc>
            </a:pPr>
            <a:r>
              <a:rPr lang="en-US" altLang="en-US" sz="2400"/>
              <a:t>Năm 1947 - </a:t>
            </a:r>
            <a:r>
              <a:rPr lang="en-US" altLang="en-US" sz="2400" b="1" i="1"/>
              <a:t>Bardeen</a:t>
            </a:r>
            <a:r>
              <a:rPr lang="en-US" altLang="en-US" sz="2400"/>
              <a:t>, </a:t>
            </a:r>
            <a:r>
              <a:rPr lang="en-US" altLang="en-US" sz="2400" b="1" i="1"/>
              <a:t>Brattain</a:t>
            </a:r>
            <a:r>
              <a:rPr lang="en-US" altLang="en-US" sz="2400"/>
              <a:t> và </a:t>
            </a:r>
            <a:r>
              <a:rPr lang="en-US" altLang="en-US" sz="2400" b="1" i="1"/>
              <a:t>Shockley</a:t>
            </a:r>
            <a:r>
              <a:rPr lang="en-US" altLang="en-US" sz="2400"/>
              <a:t> của phòng thí nghiệm </a:t>
            </a:r>
            <a:r>
              <a:rPr lang="en-US" altLang="en-US" sz="2400" b="1" i="1"/>
              <a:t>Bell Labs</a:t>
            </a:r>
            <a:r>
              <a:rPr lang="en-US" altLang="en-US" sz="2400"/>
              <a:t> đã phát minh ra </a:t>
            </a:r>
            <a:r>
              <a:rPr lang="en-US" altLang="en-US" sz="2400" b="1" i="1"/>
              <a:t>transistor</a:t>
            </a:r>
            <a:r>
              <a:rPr lang="en-US" altLang="en-US" sz="2400"/>
              <a:t> </a:t>
            </a:r>
          </a:p>
          <a:p>
            <a:pPr eaLnBrk="1" hangingPunct="1">
              <a:lnSpc>
                <a:spcPct val="80000"/>
              </a:lnSpc>
            </a:pPr>
            <a:r>
              <a:rPr lang="en-US" altLang="en-US" sz="2400"/>
              <a:t>1958 </a:t>
            </a:r>
            <a:r>
              <a:rPr lang="en-US" altLang="en-US" sz="2400" b="1" i="1"/>
              <a:t>Jack Kilby</a:t>
            </a:r>
            <a:r>
              <a:rPr lang="en-US" altLang="en-US" sz="2400"/>
              <a:t> và </a:t>
            </a:r>
            <a:r>
              <a:rPr lang="en-US" altLang="en-US" sz="2400" b="1" i="1"/>
              <a:t>Robert Noyce</a:t>
            </a:r>
            <a:r>
              <a:rPr lang="en-US" altLang="en-US" sz="2400"/>
              <a:t> đã cho ra đời một công nghệ mới, công nghệ mạch tích hợp (</a:t>
            </a:r>
            <a:r>
              <a:rPr lang="en-US" altLang="en-US" sz="2400" b="1" i="1"/>
              <a:t>Integrated circuit – IC</a:t>
            </a:r>
            <a:r>
              <a:rPr lang="en-US" altLang="en-US" sz="2400"/>
              <a:t>)</a:t>
            </a:r>
          </a:p>
          <a:p>
            <a:pPr eaLnBrk="1" hangingPunct="1">
              <a:lnSpc>
                <a:spcPct val="80000"/>
              </a:lnSpc>
            </a:pPr>
            <a:r>
              <a:rPr lang="en-US" altLang="en-US" sz="2400"/>
              <a:t>1975 máy tính cá nhân đầu tiên (Portable computer) IBM 5100</a:t>
            </a:r>
          </a:p>
          <a:p>
            <a:pPr eaLnBrk="1" hangingPunct="1">
              <a:lnSpc>
                <a:spcPct val="80000"/>
              </a:lnSpc>
            </a:pPr>
            <a:r>
              <a:rPr lang="en-US" altLang="en-US" sz="2400"/>
              <a:t>1979 chương trình Sendmail</a:t>
            </a:r>
          </a:p>
          <a:p>
            <a:pPr eaLnBrk="1" hangingPunct="1">
              <a:lnSpc>
                <a:spcPct val="80000"/>
              </a:lnSpc>
            </a:pPr>
            <a:r>
              <a:rPr lang="en-US" altLang="en-US" sz="2400"/>
              <a:t>1981 ra đời máy IBM PC trên cơ sở CPU Intel 8088 và dùng hệ điều hành MS-DOS của Microsoft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3036406-4CD5-4162-A236-09EF48DD458C}"/>
              </a:ext>
            </a:extLst>
          </p:cNvPr>
          <p:cNvSpPr>
            <a:spLocks noGrp="1"/>
          </p:cNvSpPr>
          <p:nvPr>
            <p:ph type="title"/>
          </p:nvPr>
        </p:nvSpPr>
        <p:spPr/>
        <p:txBody>
          <a:bodyPr/>
          <a:lstStyle/>
          <a:p>
            <a:pPr eaLnBrk="1" hangingPunct="1"/>
            <a:r>
              <a:rPr lang="en-US" altLang="en-US"/>
              <a:t>Quá trình phát triển</a:t>
            </a:r>
          </a:p>
        </p:txBody>
      </p:sp>
      <p:sp>
        <p:nvSpPr>
          <p:cNvPr id="20482" name="Content Placeholder 2">
            <a:extLst>
              <a:ext uri="{FF2B5EF4-FFF2-40B4-BE49-F238E27FC236}">
                <a16:creationId xmlns:a16="http://schemas.microsoft.com/office/drawing/2014/main" id="{4C4DCF5C-B1EA-447C-96EA-5652F245FEF2}"/>
              </a:ext>
            </a:extLst>
          </p:cNvPr>
          <p:cNvSpPr>
            <a:spLocks noGrp="1"/>
          </p:cNvSpPr>
          <p:nvPr>
            <p:ph idx="1"/>
          </p:nvPr>
        </p:nvSpPr>
        <p:spPr>
          <a:xfrm>
            <a:off x="457200" y="1295400"/>
            <a:ext cx="8229600" cy="5029200"/>
          </a:xfrm>
        </p:spPr>
        <p:txBody>
          <a:bodyPr/>
          <a:lstStyle/>
          <a:p>
            <a:pPr eaLnBrk="1" hangingPunct="1"/>
            <a:r>
              <a:rPr lang="en-US" altLang="ko-KR" sz="2000" b="1">
                <a:ea typeface="굴림" panose="020B0503020000020004" pitchFamily="34" charset="-127"/>
                <a:cs typeface="Tahoma" panose="020B0604030504040204" pitchFamily="34" charset="0"/>
                <a:hlinkClick r:id="rId2"/>
              </a:rPr>
              <a:t>1954</a:t>
            </a:r>
            <a:r>
              <a:rPr lang="en-US" altLang="ko-KR" sz="2000" b="1">
                <a:ea typeface="굴림" panose="020B0503020000020004" pitchFamily="34" charset="-127"/>
                <a:cs typeface="Tahoma" panose="020B0604030504040204" pitchFamily="34" charset="0"/>
              </a:rPr>
              <a:t> </a:t>
            </a:r>
            <a:r>
              <a:rPr lang="en-US" altLang="ko-KR" sz="2000">
                <a:ea typeface="굴림" panose="020B0503020000020004" pitchFamily="34" charset="-127"/>
                <a:cs typeface="Tahoma" panose="020B0604030504040204" pitchFamily="34" charset="0"/>
              </a:rPr>
              <a:t>John Backus &amp; IBM  </a:t>
            </a:r>
            <a:br>
              <a:rPr lang="en-US" altLang="ko-KR" sz="2000">
                <a:ea typeface="굴림" panose="020B0503020000020004" pitchFamily="34" charset="-127"/>
                <a:cs typeface="Tahoma" panose="020B0604030504040204" pitchFamily="34" charset="0"/>
              </a:rPr>
            </a:br>
            <a:r>
              <a:rPr lang="en-US" altLang="ko-KR" sz="2000" b="1">
                <a:ea typeface="굴림" panose="020B0503020000020004" pitchFamily="34" charset="-127"/>
                <a:cs typeface="Tahoma" panose="020B0604030504040204" pitchFamily="34" charset="0"/>
              </a:rPr>
              <a:t>FORTRAN - </a:t>
            </a:r>
            <a:r>
              <a:rPr lang="en-US" altLang="ko-KR" sz="2000">
                <a:ea typeface="굴림" panose="020B0503020000020004" pitchFamily="34" charset="-127"/>
                <a:cs typeface="Tahoma" panose="020B0604030504040204" pitchFamily="34" charset="0"/>
              </a:rPr>
              <a:t>The first successful high level programming language</a:t>
            </a:r>
          </a:p>
          <a:p>
            <a:pPr eaLnBrk="1" hangingPunct="1">
              <a:lnSpc>
                <a:spcPct val="90000"/>
              </a:lnSpc>
            </a:pPr>
            <a:r>
              <a:rPr lang="en-US" altLang="ko-KR" sz="2000" b="1">
                <a:ea typeface="굴림" panose="020B0503020000020004" pitchFamily="34" charset="-127"/>
                <a:cs typeface="Tahoma" panose="020B0604030504040204" pitchFamily="34" charset="0"/>
                <a:hlinkClick r:id="rId3"/>
              </a:rPr>
              <a:t>1969</a:t>
            </a:r>
            <a:r>
              <a:rPr lang="en-US" altLang="ko-KR" sz="2000" b="1">
                <a:ea typeface="굴림" panose="020B0503020000020004" pitchFamily="34" charset="-127"/>
                <a:cs typeface="Tahoma" panose="020B0604030504040204" pitchFamily="34" charset="0"/>
              </a:rPr>
              <a:t> ARPAnet -</a:t>
            </a:r>
            <a:r>
              <a:rPr lang="en-US" altLang="ko-KR" sz="2000">
                <a:ea typeface="굴림" panose="020B0503020000020004" pitchFamily="34" charset="-127"/>
                <a:cs typeface="Tahoma" panose="020B0604030504040204" pitchFamily="34" charset="0"/>
              </a:rPr>
              <a:t>The original Internet.</a:t>
            </a:r>
          </a:p>
          <a:p>
            <a:pPr eaLnBrk="1" hangingPunct="1">
              <a:lnSpc>
                <a:spcPct val="90000"/>
              </a:lnSpc>
            </a:pPr>
            <a:r>
              <a:rPr lang="en-US" altLang="ko-KR" sz="2000" b="1">
                <a:ea typeface="굴림" panose="020B0503020000020004" pitchFamily="34" charset="-127"/>
                <a:cs typeface="Tahoma" panose="020B0604030504040204" pitchFamily="34" charset="0"/>
                <a:hlinkClick r:id="rId4"/>
              </a:rPr>
              <a:t>1970</a:t>
            </a:r>
            <a:r>
              <a:rPr lang="en-US" altLang="ko-KR" sz="2000" b="1">
                <a:ea typeface="굴림" panose="020B0503020000020004" pitchFamily="34" charset="-127"/>
                <a:cs typeface="Tahoma" panose="020B0604030504040204" pitchFamily="34" charset="0"/>
              </a:rPr>
              <a:t> Intel 1103 Computer Memory </a:t>
            </a:r>
            <a:r>
              <a:rPr lang="en-US" altLang="ko-KR" sz="2000">
                <a:ea typeface="굴림" panose="020B0503020000020004" pitchFamily="34" charset="-127"/>
                <a:cs typeface="Tahoma" panose="020B0604030504040204" pitchFamily="34" charset="0"/>
              </a:rPr>
              <a:t>The world's first available dynamic RAM chip.</a:t>
            </a:r>
          </a:p>
          <a:p>
            <a:pPr eaLnBrk="1" hangingPunct="1">
              <a:lnSpc>
                <a:spcPct val="90000"/>
              </a:lnSpc>
            </a:pPr>
            <a:r>
              <a:rPr lang="en-US" altLang="ko-KR" sz="2000" b="1">
                <a:ea typeface="굴림" panose="020B0503020000020004" pitchFamily="34" charset="-127"/>
                <a:cs typeface="Tahoma" panose="020B0604030504040204" pitchFamily="34" charset="0"/>
                <a:hlinkClick r:id="rId5"/>
              </a:rPr>
              <a:t>1971</a:t>
            </a:r>
            <a:r>
              <a:rPr lang="en-US" altLang="ko-KR" sz="2000" b="1">
                <a:ea typeface="굴림" panose="020B0503020000020004" pitchFamily="34" charset="-127"/>
                <a:cs typeface="Tahoma" panose="020B0604030504040204" pitchFamily="34" charset="0"/>
              </a:rPr>
              <a:t> Intel 4004 Computer Microprocessor </a:t>
            </a:r>
            <a:r>
              <a:rPr lang="en-US" altLang="ko-KR" sz="2000">
                <a:ea typeface="굴림" panose="020B0503020000020004" pitchFamily="34" charset="-127"/>
                <a:cs typeface="Tahoma" panose="020B0604030504040204" pitchFamily="34" charset="0"/>
              </a:rPr>
              <a:t>The first microprocessor.</a:t>
            </a:r>
          </a:p>
          <a:p>
            <a:pPr eaLnBrk="1" hangingPunct="1"/>
            <a:r>
              <a:rPr lang="en-US" altLang="ko-KR" sz="2000" b="1">
                <a:ea typeface="굴림" panose="020B0503020000020004" pitchFamily="34" charset="-127"/>
                <a:cs typeface="Tahoma" panose="020B0604030504040204" pitchFamily="34" charset="0"/>
                <a:hlinkClick r:id="rId6"/>
              </a:rPr>
              <a:t>1974/75</a:t>
            </a:r>
            <a:r>
              <a:rPr lang="en-US" altLang="ko-KR" sz="2000" b="1">
                <a:ea typeface="굴림" panose="020B0503020000020004" pitchFamily="34" charset="-127"/>
                <a:cs typeface="Tahoma" panose="020B0604030504040204" pitchFamily="34" charset="0"/>
              </a:rPr>
              <a:t> The Ethernet Computer Networking</a:t>
            </a:r>
            <a:endParaRPr lang="en-US" altLang="ko-KR" sz="2000">
              <a:ea typeface="굴림" panose="020B0503020000020004" pitchFamily="34" charset="-127"/>
              <a:cs typeface="Tahoma" panose="020B0604030504040204" pitchFamily="34" charset="0"/>
            </a:endParaRPr>
          </a:p>
          <a:p>
            <a:pPr eaLnBrk="1" hangingPunct="1"/>
            <a:r>
              <a:rPr lang="en-US" altLang="ko-KR" sz="2000" b="1">
                <a:ea typeface="굴림" panose="020B0503020000020004" pitchFamily="34" charset="-127"/>
                <a:cs typeface="Tahoma" panose="020B0604030504040204" pitchFamily="34" charset="0"/>
                <a:hlinkClick r:id="rId7"/>
              </a:rPr>
              <a:t>1984</a:t>
            </a:r>
            <a:r>
              <a:rPr lang="en-US" altLang="ko-KR" sz="2000" b="1">
                <a:ea typeface="굴림" panose="020B0503020000020004" pitchFamily="34" charset="-127"/>
                <a:cs typeface="Tahoma" panose="020B0604030504040204" pitchFamily="34" charset="0"/>
              </a:rPr>
              <a:t> Apple Lisa Computer - </a:t>
            </a:r>
            <a:r>
              <a:rPr lang="en-US" altLang="ko-KR" sz="2000">
                <a:ea typeface="굴림" panose="020B0503020000020004" pitchFamily="34" charset="-127"/>
                <a:cs typeface="Tahoma" panose="020B0604030504040204" pitchFamily="34" charset="0"/>
              </a:rPr>
              <a:t>The first home computer with a GUI</a:t>
            </a:r>
          </a:p>
          <a:p>
            <a:pPr eaLnBrk="1" hangingPunct="1"/>
            <a:r>
              <a:rPr lang="en-US" altLang="ko-KR" sz="2000" b="1" u="sng">
                <a:solidFill>
                  <a:schemeClr val="hlink"/>
                </a:solidFill>
                <a:ea typeface="굴림" panose="020B0503020000020004" pitchFamily="34" charset="-127"/>
                <a:cs typeface="Tahoma" panose="020B0604030504040204" pitchFamily="34" charset="0"/>
              </a:rPr>
              <a:t>1985</a:t>
            </a:r>
            <a:r>
              <a:rPr lang="en-US" altLang="ko-KR" sz="2000" b="1">
                <a:ea typeface="굴림" panose="020B0503020000020004" pitchFamily="34" charset="-127"/>
                <a:cs typeface="Tahoma" panose="020B0604030504040204" pitchFamily="34" charset="0"/>
              </a:rPr>
              <a:t> Microsoft Windows </a:t>
            </a:r>
            <a:r>
              <a:rPr lang="en-US" altLang="ko-KR" sz="2000">
                <a:ea typeface="굴림" panose="020B0503020000020004" pitchFamily="34" charset="-127"/>
                <a:cs typeface="Tahoma" panose="020B0604030504040204" pitchFamily="34" charset="0"/>
              </a:rPr>
              <a:t>Microsoft</a:t>
            </a:r>
          </a:p>
          <a:p>
            <a:pPr eaLnBrk="1" hangingPunct="1"/>
            <a:r>
              <a:rPr lang="en-US" altLang="ko-KR" sz="2000" b="1" u="sng">
                <a:solidFill>
                  <a:schemeClr val="hlink"/>
                </a:solidFill>
                <a:ea typeface="굴림" panose="020B0503020000020004" pitchFamily="34" charset="-127"/>
                <a:cs typeface="Tahoma" panose="020B0604030504040204" pitchFamily="34" charset="0"/>
              </a:rPr>
              <a:t>1990</a:t>
            </a:r>
            <a:r>
              <a:rPr lang="en-US" altLang="ko-KR" sz="2000" u="sng">
                <a:solidFill>
                  <a:schemeClr val="hlink"/>
                </a:solidFill>
                <a:ea typeface="굴림" panose="020B0503020000020004" pitchFamily="34" charset="-127"/>
                <a:cs typeface="Tahoma" panose="020B0604030504040204" pitchFamily="34" charset="0"/>
              </a:rPr>
              <a:t> </a:t>
            </a:r>
            <a:r>
              <a:rPr lang="en-US" altLang="ko-KR" sz="2000">
                <a:ea typeface="굴림" panose="020B0503020000020004" pitchFamily="34" charset="-127"/>
                <a:cs typeface="Tahoma" panose="020B0604030504040204" pitchFamily="34" charset="0"/>
              </a:rPr>
              <a:t>Tim Berners-Lee creates the World Wide Web at CERN in Switzerland.</a:t>
            </a:r>
          </a:p>
          <a:p>
            <a:pPr eaLnBrk="1" hangingPunct="1"/>
            <a:r>
              <a:rPr lang="en-US" altLang="ko-KR" sz="2000" b="1" u="sng">
                <a:solidFill>
                  <a:schemeClr val="hlink"/>
                </a:solidFill>
                <a:ea typeface="굴림" panose="020B0503020000020004" pitchFamily="34" charset="-127"/>
                <a:cs typeface="Tahoma" panose="020B0604030504040204" pitchFamily="34" charset="0"/>
              </a:rPr>
              <a:t>1992</a:t>
            </a:r>
            <a:r>
              <a:rPr lang="en-US" altLang="ko-KR" sz="2000">
                <a:ea typeface="굴림" panose="020B0503020000020004" pitchFamily="34" charset="-127"/>
                <a:cs typeface="Tahoma" panose="020B0604030504040204" pitchFamily="34" charset="0"/>
              </a:rPr>
              <a:t> 1,000,000 hosts on the Internet.</a:t>
            </a:r>
          </a:p>
          <a:p>
            <a:pPr eaLnBrk="1" hangingPunct="1">
              <a:lnSpc>
                <a:spcPct val="80000"/>
              </a:lnSpc>
            </a:pPr>
            <a:r>
              <a:rPr lang="en-US" altLang="ko-KR" sz="2000" b="1" u="sng">
                <a:solidFill>
                  <a:schemeClr val="hlink"/>
                </a:solidFill>
                <a:ea typeface="굴림" panose="020B0503020000020004" pitchFamily="34" charset="-127"/>
                <a:cs typeface="Tahoma" panose="020B0604030504040204" pitchFamily="34" charset="0"/>
              </a:rPr>
              <a:t>1993</a:t>
            </a:r>
            <a:r>
              <a:rPr lang="en-US" altLang="ko-KR" sz="2000">
                <a:solidFill>
                  <a:schemeClr val="hlink"/>
                </a:solidFill>
                <a:ea typeface="굴림" panose="020B0503020000020004" pitchFamily="34" charset="-127"/>
                <a:cs typeface="Tahoma" panose="020B0604030504040204" pitchFamily="34" charset="0"/>
              </a:rPr>
              <a:t> </a:t>
            </a:r>
            <a:r>
              <a:rPr lang="en-US" altLang="ko-KR" sz="2000">
                <a:ea typeface="굴림" panose="020B0503020000020004" pitchFamily="34" charset="-127"/>
                <a:cs typeface="Tahoma" panose="020B0604030504040204" pitchFamily="34" charset="0"/>
              </a:rPr>
              <a:t>Mosaic browser developed. The Web grows by 341,000 percent in a year. </a:t>
            </a:r>
            <a:r>
              <a:rPr lang="en-US" altLang="ko-KR" sz="2000" b="1" u="sng">
                <a:solidFill>
                  <a:schemeClr val="hlink"/>
                </a:solidFill>
                <a:ea typeface="굴림" panose="020B0503020000020004" pitchFamily="34" charset="-127"/>
                <a:cs typeface="Tahoma" panose="020B0604030504040204" pitchFamily="34" charset="0"/>
              </a:rPr>
              <a:t>1994</a:t>
            </a:r>
            <a:r>
              <a:rPr lang="en-US" altLang="ko-KR" sz="2000">
                <a:ea typeface="굴림" panose="020B0503020000020004" pitchFamily="34" charset="-127"/>
                <a:cs typeface="Tahoma" panose="020B0604030504040204" pitchFamily="34" charset="0"/>
              </a:rPr>
              <a:t> Netscape Communications founded. Java's first public demonstration. </a:t>
            </a:r>
            <a:r>
              <a:rPr lang="en-US" altLang="ko-KR" sz="2000" b="1" u="sng">
                <a:solidFill>
                  <a:schemeClr val="hlink"/>
                </a:solidFill>
                <a:ea typeface="굴림" panose="020B0503020000020004" pitchFamily="34" charset="-127"/>
                <a:cs typeface="Tahoma" panose="020B0604030504040204" pitchFamily="34" charset="0"/>
              </a:rPr>
              <a:t>1995</a:t>
            </a:r>
            <a:r>
              <a:rPr lang="en-US" altLang="ko-KR" sz="2000">
                <a:ea typeface="굴림" panose="020B0503020000020004" pitchFamily="34" charset="-127"/>
                <a:cs typeface="Tahoma" panose="020B0604030504040204" pitchFamily="34" charset="0"/>
              </a:rPr>
              <a:t> Microsoft's Windows 95</a:t>
            </a:r>
            <a:endParaRPr lang="en-US" altLang="en-US" sz="2000">
              <a:ea typeface="굴림" panose="020B0503020000020004" pitchFamily="34" charset="-127"/>
              <a:cs typeface="Tahoma" panose="020B06040305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8C582701-399D-40F4-97D1-2189AA0A89F9}"/>
              </a:ext>
            </a:extLst>
          </p:cNvPr>
          <p:cNvSpPr>
            <a:spLocks noGrp="1"/>
          </p:cNvSpPr>
          <p:nvPr>
            <p:ph type="title"/>
          </p:nvPr>
        </p:nvSpPr>
        <p:spPr/>
        <p:txBody>
          <a:bodyPr/>
          <a:lstStyle/>
          <a:p>
            <a:pPr eaLnBrk="1" hangingPunct="1"/>
            <a:r>
              <a:rPr lang="en-US" altLang="en-US" sz="2800"/>
              <a:t>Phân biệt: Khoa học, Công nghệ, Kỹ thuật</a:t>
            </a:r>
          </a:p>
        </p:txBody>
      </p:sp>
      <p:sp>
        <p:nvSpPr>
          <p:cNvPr id="21506" name="Content Placeholder 2">
            <a:extLst>
              <a:ext uri="{FF2B5EF4-FFF2-40B4-BE49-F238E27FC236}">
                <a16:creationId xmlns:a16="http://schemas.microsoft.com/office/drawing/2014/main" id="{7116A6BC-30EC-4811-BF97-E21CEA2D66E1}"/>
              </a:ext>
            </a:extLst>
          </p:cNvPr>
          <p:cNvSpPr>
            <a:spLocks noGrp="1"/>
          </p:cNvSpPr>
          <p:nvPr>
            <p:ph idx="1"/>
          </p:nvPr>
        </p:nvSpPr>
        <p:spPr/>
        <p:txBody>
          <a:bodyPr/>
          <a:lstStyle/>
          <a:p>
            <a:pPr eaLnBrk="1" hangingPunct="1">
              <a:spcAft>
                <a:spcPts val="600"/>
              </a:spcAft>
            </a:pPr>
            <a:r>
              <a:rPr lang="vi-VN" altLang="en-US" b="1"/>
              <a:t>Khoa học</a:t>
            </a:r>
            <a:r>
              <a:rPr lang="en-US" altLang="en-US"/>
              <a:t>:</a:t>
            </a:r>
            <a:r>
              <a:rPr lang="vi-VN" altLang="en-US"/>
              <a:t> </a:t>
            </a:r>
            <a:r>
              <a:rPr lang="vi-VN" altLang="en-US" sz="2400"/>
              <a:t>là toàn bộ hoạt động có hệ thống nhằm xây dựng và </a:t>
            </a:r>
            <a:r>
              <a:rPr lang="vi-VN" altLang="en-US" sz="2400">
                <a:solidFill>
                  <a:srgbClr val="00B0F0"/>
                </a:solidFill>
              </a:rPr>
              <a:t>tổ chức kiến thức </a:t>
            </a:r>
            <a:r>
              <a:rPr lang="vi-VN" altLang="en-US" sz="2400"/>
              <a:t>dưới hình thức những </a:t>
            </a:r>
            <a:r>
              <a:rPr lang="vi-VN" altLang="en-US" sz="2400">
                <a:solidFill>
                  <a:srgbClr val="00B0F0"/>
                </a:solidFill>
              </a:rPr>
              <a:t>lời giải thích </a:t>
            </a:r>
            <a:r>
              <a:rPr lang="vi-VN" altLang="en-US" sz="2400"/>
              <a:t>và </a:t>
            </a:r>
            <a:r>
              <a:rPr lang="vi-VN" altLang="en-US" sz="2400">
                <a:solidFill>
                  <a:srgbClr val="00B0F0"/>
                </a:solidFill>
              </a:rPr>
              <a:t>tiên đoán</a:t>
            </a:r>
            <a:r>
              <a:rPr lang="vi-VN" altLang="en-US" sz="2400"/>
              <a:t> có thể kiểm tra được về vũ trụ. </a:t>
            </a:r>
            <a:endParaRPr lang="en-US" altLang="en-US" sz="2400"/>
          </a:p>
          <a:p>
            <a:pPr eaLnBrk="1" hangingPunct="1">
              <a:spcAft>
                <a:spcPts val="600"/>
              </a:spcAft>
            </a:pPr>
            <a:r>
              <a:rPr lang="vi-VN" altLang="en-US" b="1"/>
              <a:t>Công nghệ</a:t>
            </a:r>
            <a:r>
              <a:rPr lang="en-US" altLang="en-US"/>
              <a:t>: </a:t>
            </a:r>
            <a:r>
              <a:rPr lang="vi-VN" altLang="en-US" sz="2400"/>
              <a:t>là sự tạo ra, sự biến đổi, sử dụng, và kiến thức về các công cụ, máy móc, kỹ thuật, kỹ năng nghề nghiệp, hệ thống, và phương pháp tổ chức, nhằm </a:t>
            </a:r>
            <a:r>
              <a:rPr lang="vi-VN" altLang="en-US" sz="2400">
                <a:solidFill>
                  <a:schemeClr val="accent5">
                    <a:lumMod val="75000"/>
                  </a:schemeClr>
                </a:solidFill>
              </a:rPr>
              <a:t>giải quyết một vấn đề, cải tiến một giải pháp</a:t>
            </a:r>
            <a:r>
              <a:rPr lang="vi-VN" altLang="en-US" sz="2400"/>
              <a:t> đã tồn tại</a:t>
            </a:r>
            <a:endParaRPr lang="en-US" altLang="en-US" sz="2400"/>
          </a:p>
          <a:p>
            <a:pPr eaLnBrk="1" hangingPunct="1">
              <a:spcAft>
                <a:spcPts val="600"/>
              </a:spcAft>
            </a:pPr>
            <a:r>
              <a:rPr lang="en-US" altLang="en-US" b="1"/>
              <a:t>Kỹ thuật</a:t>
            </a:r>
            <a:r>
              <a:rPr lang="en-US" altLang="en-US"/>
              <a:t>:  </a:t>
            </a:r>
            <a:r>
              <a:rPr lang="en-US" altLang="en-US" sz="2400"/>
              <a:t>là sự </a:t>
            </a:r>
            <a:r>
              <a:rPr lang="en-US" altLang="en-US" sz="2400">
                <a:solidFill>
                  <a:srgbClr val="00B050"/>
                </a:solidFill>
              </a:rPr>
              <a:t>ứng dụng một cách sáng tạo</a:t>
            </a:r>
            <a:r>
              <a:rPr lang="en-US" altLang="en-US" sz="2400"/>
              <a:t> những nguyên lý khoa học vào việc </a:t>
            </a:r>
            <a:r>
              <a:rPr lang="en-US" altLang="en-US" sz="2400">
                <a:solidFill>
                  <a:srgbClr val="00B050"/>
                </a:solidFill>
              </a:rPr>
              <a:t>thiết kế hay phát triển</a:t>
            </a:r>
            <a:r>
              <a:rPr lang="en-US" altLang="en-US" sz="2400"/>
              <a:t> các cấu trúc, máy móc, công cụ, hay quy trình chế tạo.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22488034-1AB9-4359-96E0-52D7131889DC}"/>
              </a:ext>
            </a:extLst>
          </p:cNvPr>
          <p:cNvSpPr>
            <a:spLocks noGrp="1"/>
          </p:cNvSpPr>
          <p:nvPr>
            <p:ph type="title"/>
          </p:nvPr>
        </p:nvSpPr>
        <p:spPr/>
        <p:txBody>
          <a:bodyPr/>
          <a:lstStyle/>
          <a:p>
            <a:pPr eaLnBrk="1" hangingPunct="1"/>
            <a:r>
              <a:rPr lang="en-US" altLang="en-US"/>
              <a:t>Các khái niệm</a:t>
            </a:r>
          </a:p>
        </p:txBody>
      </p:sp>
      <p:sp>
        <p:nvSpPr>
          <p:cNvPr id="22530" name="Content Placeholder 2">
            <a:extLst>
              <a:ext uri="{FF2B5EF4-FFF2-40B4-BE49-F238E27FC236}">
                <a16:creationId xmlns:a16="http://schemas.microsoft.com/office/drawing/2014/main" id="{F7B14C4B-2878-406A-83EE-23D99B1DE813}"/>
              </a:ext>
            </a:extLst>
          </p:cNvPr>
          <p:cNvSpPr>
            <a:spLocks noGrp="1"/>
          </p:cNvSpPr>
          <p:nvPr>
            <p:ph idx="1"/>
          </p:nvPr>
        </p:nvSpPr>
        <p:spPr/>
        <p:txBody>
          <a:bodyPr/>
          <a:lstStyle/>
          <a:p>
            <a:pPr algn="just" eaLnBrk="1" hangingPunct="1">
              <a:lnSpc>
                <a:spcPct val="80000"/>
              </a:lnSpc>
              <a:buFont typeface="Wingdings" panose="05000000000000000000" pitchFamily="2" charset="2"/>
              <a:buChar char="§"/>
            </a:pPr>
            <a:r>
              <a:rPr lang="vi-VN" altLang="en-US" sz="2200" b="1"/>
              <a:t>Phần mềm máy tính</a:t>
            </a:r>
            <a:r>
              <a:rPr lang="vi-VN" altLang="en-US" sz="2200"/>
              <a:t> (</a:t>
            </a:r>
            <a:r>
              <a:rPr lang="vi-VN" altLang="en-US" sz="2200" i="1"/>
              <a:t>Computer Software</a:t>
            </a:r>
            <a:r>
              <a:rPr lang="vi-VN" altLang="en-US" sz="2200"/>
              <a:t>) hay gọi tắt là </a:t>
            </a:r>
            <a:r>
              <a:rPr lang="vi-VN" altLang="en-US" sz="2200" i="1"/>
              <a:t>Phần mềm</a:t>
            </a:r>
            <a:r>
              <a:rPr lang="vi-VN" altLang="en-US" sz="2200"/>
              <a:t> (</a:t>
            </a:r>
            <a:r>
              <a:rPr lang="vi-VN" altLang="en-US" sz="2200" i="1"/>
              <a:t>Software</a:t>
            </a:r>
            <a:r>
              <a:rPr lang="vi-VN" altLang="en-US" sz="2200"/>
              <a:t>) là một tập hợp những câu lệnh hoặc chỉ thị (</a:t>
            </a:r>
            <a:r>
              <a:rPr lang="vi-VN" altLang="en-US" sz="2200" i="1"/>
              <a:t>Instruction</a:t>
            </a:r>
            <a:r>
              <a:rPr lang="vi-VN" altLang="en-US" sz="2200"/>
              <a:t>) được viết bằng một hoặc nhiều</a:t>
            </a:r>
            <a:r>
              <a:rPr lang="en-US" altLang="en-US" sz="2200"/>
              <a:t> </a:t>
            </a:r>
            <a:r>
              <a:rPr lang="vi-VN" altLang="en-US" sz="2200"/>
              <a:t>ngôn ngữ lập trình theo một trật tự xác định, và các </a:t>
            </a:r>
            <a:r>
              <a:rPr lang="vi-VN" altLang="en-US" sz="2200" i="1"/>
              <a:t>dữ liệu</a:t>
            </a:r>
            <a:r>
              <a:rPr lang="vi-VN" altLang="en-US" sz="2200"/>
              <a:t> hay </a:t>
            </a:r>
            <a:r>
              <a:rPr lang="vi-VN" altLang="en-US" sz="2200" i="1"/>
              <a:t>tài liệu</a:t>
            </a:r>
            <a:r>
              <a:rPr lang="vi-VN" altLang="en-US" sz="2200"/>
              <a:t> liên quan nhằm tự động thực hiện một số nhiệm vụ hay chức năng hoặc giải quyết một vấn đề cụ thể nào đó.</a:t>
            </a:r>
            <a:endParaRPr lang="en-US" altLang="en-US" sz="2200"/>
          </a:p>
          <a:p>
            <a:pPr eaLnBrk="1" hangingPunct="1">
              <a:lnSpc>
                <a:spcPct val="140000"/>
              </a:lnSpc>
            </a:pPr>
            <a:r>
              <a:rPr lang="en-US" altLang="en-US" sz="2200" b="1"/>
              <a:t>Phần cứng máy tính </a:t>
            </a:r>
            <a:r>
              <a:rPr lang="en-US" altLang="en-US" sz="2200"/>
              <a:t>(Computer Hardware hay hardware):</a:t>
            </a:r>
          </a:p>
          <a:p>
            <a:pPr marL="400050" lvl="1" indent="0" eaLnBrk="1" hangingPunct="1">
              <a:lnSpc>
                <a:spcPct val="80000"/>
              </a:lnSpc>
              <a:buFont typeface="Arial" panose="020B0604020202020204" pitchFamily="34" charset="0"/>
              <a:buNone/>
            </a:pPr>
            <a:r>
              <a:rPr lang="en-US" altLang="en-US" sz="2200"/>
              <a:t>Là tập hợp các phần vật lý tạo nên hệ thống máy tính.Hardware chỉ đến các thành phần vật lý của máy tính như: </a:t>
            </a:r>
            <a:r>
              <a:rPr lang="vi-VN" altLang="en-US" sz="2200"/>
              <a:t> màn hình, chuột,bàn phím, máy in, máy quét, vỏ máy tính, bộ nguồn, bộ vi xử lý CPU, bo mạch chủ, các loại dây nối, loa,ổ đĩa mềm, ổ đĩa cứng, ổ CDROM, ổ DVD,...</a:t>
            </a:r>
            <a:endParaRPr lang="en-US" altLang="en-US" sz="2200"/>
          </a:p>
          <a:p>
            <a:pPr marL="400050" lvl="1" indent="0" eaLnBrk="1" hangingPunct="1">
              <a:lnSpc>
                <a:spcPct val="80000"/>
              </a:lnSpc>
              <a:buFont typeface="Arial" panose="020B0604020202020204" pitchFamily="34" charset="0"/>
              <a:buNone/>
            </a:pPr>
            <a:r>
              <a:rPr lang="vi-VN" altLang="en-US" b="1"/>
              <a:t>Firmware</a:t>
            </a:r>
            <a:r>
              <a:rPr lang="vi-VN" altLang="en-US"/>
              <a:t> </a:t>
            </a:r>
            <a:r>
              <a:rPr lang="vi-VN" altLang="en-US" sz="2200"/>
              <a:t>là một chương trình phần mềm vĩnh viễn khắc vào một thiết bị phần cứng như bàn phím, ổ cứng, BIOS, hoặc card video</a:t>
            </a:r>
            <a:r>
              <a:rPr lang="en-US" altLang="en-US" sz="2200"/>
              <a:t>. .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a:t>Chuyên ngành đào tạo</a:t>
            </a:r>
            <a:endParaRPr kumimoji="1" lang="en-US"/>
          </a:p>
        </p:txBody>
      </p:sp>
      <p:pic>
        <p:nvPicPr>
          <p:cNvPr id="8" name="Picture 7" descr="Graphical user interface, text, application&#10;&#10;Description automatically generated">
            <a:extLst>
              <a:ext uri="{FF2B5EF4-FFF2-40B4-BE49-F238E27FC236}">
                <a16:creationId xmlns:a16="http://schemas.microsoft.com/office/drawing/2014/main" id="{0C1590D2-9DA9-4FAE-8283-B6DC29F51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075508" cy="4038600"/>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9/10/2023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04648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BDF36B0B-2A59-4071-B3EA-FF417DC1AD9B}"/>
              </a:ext>
            </a:extLst>
          </p:cNvPr>
          <p:cNvSpPr>
            <a:spLocks noGrp="1"/>
          </p:cNvSpPr>
          <p:nvPr>
            <p:ph type="title"/>
          </p:nvPr>
        </p:nvSpPr>
        <p:spPr/>
        <p:txBody>
          <a:bodyPr/>
          <a:lstStyle/>
          <a:p>
            <a:pPr eaLnBrk="1" hangingPunct="1"/>
            <a:r>
              <a:rPr lang="en-US" altLang="en-US"/>
              <a:t>Sự khác biệt các ngành</a:t>
            </a:r>
          </a:p>
        </p:txBody>
      </p:sp>
      <p:sp>
        <p:nvSpPr>
          <p:cNvPr id="28674" name="Content Placeholder 2">
            <a:extLst>
              <a:ext uri="{FF2B5EF4-FFF2-40B4-BE49-F238E27FC236}">
                <a16:creationId xmlns:a16="http://schemas.microsoft.com/office/drawing/2014/main" id="{E8518AD0-7EDF-4179-8459-D88F00E0F0FE}"/>
              </a:ext>
            </a:extLst>
          </p:cNvPr>
          <p:cNvSpPr>
            <a:spLocks noGrp="1"/>
          </p:cNvSpPr>
          <p:nvPr>
            <p:ph idx="1"/>
          </p:nvPr>
        </p:nvSpPr>
        <p:spPr>
          <a:xfrm>
            <a:off x="251520" y="1412776"/>
            <a:ext cx="4396680" cy="4824536"/>
          </a:xfrm>
        </p:spPr>
        <p:txBody>
          <a:bodyPr/>
          <a:lstStyle/>
          <a:p>
            <a:pPr eaLnBrk="1" hangingPunct="1"/>
            <a:r>
              <a:rPr lang="en-US" altLang="en-US"/>
              <a:t>HTTT vs CNPM</a:t>
            </a:r>
          </a:p>
          <a:p>
            <a:pPr eaLnBrk="1" hangingPunct="1"/>
            <a:r>
              <a:rPr lang="en-US" altLang="en-US"/>
              <a:t>HTTT vs KHMT</a:t>
            </a:r>
          </a:p>
          <a:p>
            <a:pPr eaLnBrk="1" hangingPunct="1"/>
            <a:r>
              <a:rPr lang="en-US" altLang="en-US"/>
              <a:t>HTTT vs KTMT</a:t>
            </a:r>
          </a:p>
          <a:p>
            <a:pPr eaLnBrk="1" hangingPunct="1"/>
            <a:r>
              <a:rPr lang="en-US" altLang="en-US"/>
              <a:t>. . .</a:t>
            </a:r>
          </a:p>
          <a:p>
            <a:pPr eaLnBrk="1" hangingPunct="1"/>
            <a:r>
              <a:rPr lang="en-US" altLang="en-US"/>
              <a:t>Các lãnh vực liên quan gần:</a:t>
            </a:r>
          </a:p>
          <a:p>
            <a:pPr eaLnBrk="1" hangingPunct="1"/>
            <a:r>
              <a:rPr lang="en-US" altLang="en-US"/>
              <a:t>Toán </a:t>
            </a:r>
            <a:r>
              <a:rPr lang="en-US" altLang="en-US">
                <a:sym typeface="Wingdings" panose="05000000000000000000" pitchFamily="2" charset="2"/>
              </a:rPr>
              <a:t>?</a:t>
            </a:r>
          </a:p>
          <a:p>
            <a:pPr eaLnBrk="1" hangingPunct="1"/>
            <a:r>
              <a:rPr lang="en-US" altLang="en-US">
                <a:sym typeface="Wingdings" panose="05000000000000000000" pitchFamily="2" charset="2"/>
              </a:rPr>
              <a:t>Lý ?</a:t>
            </a:r>
          </a:p>
          <a:p>
            <a:pPr eaLnBrk="1" hangingPunct="1"/>
            <a:r>
              <a:rPr lang="en-US" altLang="en-US"/>
              <a:t>Nghiệp vụ </a:t>
            </a:r>
            <a:r>
              <a:rPr lang="en-US" altLang="en-US">
                <a:sym typeface="Wingdings" panose="05000000000000000000" pitchFamily="2" charset="2"/>
              </a:rPr>
              <a:t>?</a:t>
            </a:r>
          </a:p>
          <a:p>
            <a:pPr eaLnBrk="1" hangingPunct="1"/>
            <a:r>
              <a:rPr lang="en-US" altLang="en-US"/>
              <a:t>Thuật toán vs Lập trình</a:t>
            </a:r>
          </a:p>
        </p:txBody>
      </p:sp>
      <p:sp>
        <p:nvSpPr>
          <p:cNvPr id="4" name="Content Placeholder 2">
            <a:extLst>
              <a:ext uri="{FF2B5EF4-FFF2-40B4-BE49-F238E27FC236}">
                <a16:creationId xmlns:a16="http://schemas.microsoft.com/office/drawing/2014/main" id="{266B21F5-0F9B-4544-B0BE-68FC5FDAFA8B}"/>
              </a:ext>
            </a:extLst>
          </p:cNvPr>
          <p:cNvSpPr txBox="1">
            <a:spLocks/>
          </p:cNvSpPr>
          <p:nvPr/>
        </p:nvSpPr>
        <p:spPr bwMode="auto">
          <a:xfrm>
            <a:off x="5486400" y="1295400"/>
            <a:ext cx="2924931" cy="48245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a:lstStyle>
          <a:p>
            <a:r>
              <a:rPr lang="en-US" altLang="en-US" kern="0"/>
              <a:t>AI</a:t>
            </a:r>
          </a:p>
          <a:p>
            <a:r>
              <a:rPr lang="en-US" altLang="en-US" kern="0"/>
              <a:t>IoT</a:t>
            </a:r>
          </a:p>
          <a:p>
            <a:r>
              <a:rPr lang="en-US" altLang="en-US" kern="0"/>
              <a:t>Blockchain</a:t>
            </a:r>
          </a:p>
          <a:p>
            <a:r>
              <a:rPr lang="en-US" altLang="en-US" kern="0"/>
              <a:t>. . .</a:t>
            </a:r>
          </a:p>
          <a:p>
            <a:r>
              <a:rPr lang="en-US" altLang="en-US" kern="0"/>
              <a:t>CPU</a:t>
            </a:r>
          </a:p>
          <a:p>
            <a:r>
              <a:rPr lang="en-US" altLang="en-US" kern="0"/>
              <a:t>Memory</a:t>
            </a:r>
            <a:endParaRPr lang="en-US" altLang="en-US" kern="0">
              <a:sym typeface="Wingdings" panose="05000000000000000000" pitchFamily="2" charset="2"/>
            </a:endParaRPr>
          </a:p>
          <a:p>
            <a:r>
              <a:rPr lang="en-US" altLang="en-US" kern="0">
                <a:sym typeface="Wingdings" panose="05000000000000000000" pitchFamily="2" charset="2"/>
              </a:rPr>
              <a:t>Cloud</a:t>
            </a:r>
          </a:p>
          <a:p>
            <a:r>
              <a:rPr lang="en-US" altLang="en-US" kern="0"/>
              <a:t>Supercomputer</a:t>
            </a:r>
            <a:endParaRPr lang="en-US" altLang="en-US" kern="0">
              <a:sym typeface="Wingdings" panose="05000000000000000000" pitchFamily="2" charset="2"/>
            </a:endParaRPr>
          </a:p>
          <a:p>
            <a:r>
              <a:rPr lang="en-US" altLang="en-US" kern="0"/>
              <a:t>Node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A826BC-BCFC-4B0C-B6E0-D2F02DE797CC}"/>
              </a:ext>
            </a:extLst>
          </p:cNvPr>
          <p:cNvSpPr>
            <a:spLocks noGrp="1"/>
          </p:cNvSpPr>
          <p:nvPr>
            <p:ph type="title"/>
          </p:nvPr>
        </p:nvSpPr>
        <p:spPr/>
        <p:txBody>
          <a:bodyPr/>
          <a:lstStyle/>
          <a:p>
            <a:pPr eaLnBrk="1" hangingPunct="1"/>
            <a:r>
              <a:rPr lang="en-US" altLang="en-US"/>
              <a:t>Bối cảnh phát triển Ngành KTMT</a:t>
            </a:r>
            <a:endParaRPr lang="en-US" altLang="en-US" sz="3200"/>
          </a:p>
        </p:txBody>
      </p:sp>
      <p:pic>
        <p:nvPicPr>
          <p:cNvPr id="1026" name="Picture 2" descr="What is a good question? | Dragonfly Training">
            <a:extLst>
              <a:ext uri="{FF2B5EF4-FFF2-40B4-BE49-F238E27FC236}">
                <a16:creationId xmlns:a16="http://schemas.microsoft.com/office/drawing/2014/main" id="{BA6E55FB-428A-B887-E5A6-F498C2DD5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24000"/>
            <a:ext cx="4800600" cy="4800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15665"/>
            <a:ext cx="7772400" cy="1470025"/>
          </a:xfrm>
        </p:spPr>
        <p:txBody>
          <a:bodyPr/>
          <a:lstStyle/>
          <a:p>
            <a:r>
              <a:rPr lang="en-US"/>
              <a:t>Q&amp;A</a:t>
            </a:r>
          </a:p>
        </p:txBody>
      </p:sp>
      <p:sp>
        <p:nvSpPr>
          <p:cNvPr id="4" name="Date Placeholder 3"/>
          <p:cNvSpPr>
            <a:spLocks noGrp="1"/>
          </p:cNvSpPr>
          <p:nvPr>
            <p:ph type="dt" sz="half" idx="10"/>
          </p:nvPr>
        </p:nvSpPr>
        <p:spPr/>
        <p:txBody>
          <a:bodyPr/>
          <a:lstStyle/>
          <a:p>
            <a:fld id="{6F52207E-8A09-4FC6-83E9-3D1773E47D00}" type="datetime1">
              <a:rPr kumimoji="1" lang="en-US" altLang="ja-JP" smtClean="0"/>
              <a:t>9/10/2023</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21</a:t>
            </a:fld>
            <a:endParaRPr kumimoji="1" lang="ja-JP" altLang="en-US"/>
          </a:p>
        </p:txBody>
      </p:sp>
      <p:pic>
        <p:nvPicPr>
          <p:cNvPr id="4100" name="Picture 4" descr="http://data.sinhvienit.net/2013/T09/img/SinhVienIT.Net---suy-ngh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3407" y="2685690"/>
            <a:ext cx="28956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833227"/>
      </p:ext>
    </p:extLst>
  </p:cSld>
  <p:clrMapOvr>
    <a:masterClrMapping/>
  </p:clrMapOvr>
</p:sld>
</file>

<file path=ppt/theme/theme1.xml><?xml version="1.0" encoding="utf-8"?>
<a:theme xmlns:a="http://schemas.openxmlformats.org/drawingml/2006/main" name="dsp">
  <a:themeElements>
    <a:clrScheme name="ユーザー定義 5">
      <a:dk1>
        <a:sysClr val="windowText" lastClr="000000"/>
      </a:dk1>
      <a:lt1>
        <a:sysClr val="window" lastClr="FFFFFF"/>
      </a:lt1>
      <a:dk2>
        <a:srgbClr val="5B6973"/>
      </a:dk2>
      <a:lt2>
        <a:srgbClr val="000000"/>
      </a:lt2>
      <a:accent1>
        <a:srgbClr val="5B6973"/>
      </a:accent1>
      <a:accent2>
        <a:srgbClr val="002060"/>
      </a:accent2>
      <a:accent3>
        <a:srgbClr val="DEAE00"/>
      </a:accent3>
      <a:accent4>
        <a:srgbClr val="B77BB4"/>
      </a:accent4>
      <a:accent5>
        <a:srgbClr val="E0773C"/>
      </a:accent5>
      <a:accent6>
        <a:srgbClr val="A98D63"/>
      </a:accent6>
      <a:hlink>
        <a:srgbClr val="26CBEC"/>
      </a:hlink>
      <a:folHlink>
        <a:srgbClr val="598C8C"/>
      </a:folHlink>
    </a:clrScheme>
    <a:fontScheme name="ochilab_ofd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ochilab_ofd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chilab_ofd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chilab_ofd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chilab_ofd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chilab_ofd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chilab_ofd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chilab_ofd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chilab_ofd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chilab_ofd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chilab_ofd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chilab_ofd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chilab_ofd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au_BaoCao_LVTN_Trinhbay" id="{D3A5B2E4-E217-49C4-B24C-606B452C3C9B}" vid="{C6AF31C0-6432-4428-A701-01B0A15D6F6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TotalTime>
  <Words>1558</Words>
  <Application>Microsoft Office PowerPoint</Application>
  <PresentationFormat>On-screen Show (4:3)</PresentationFormat>
  <Paragraphs>181</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dsp</vt:lpstr>
      <vt:lpstr>GIỚI THIỆU NGÀNH KỸ THUẬT MÁY TÍNH</vt:lpstr>
      <vt:lpstr>Đánh giá môn học</vt:lpstr>
      <vt:lpstr>Mục tiêu môn học</vt:lpstr>
      <vt:lpstr>Chuẩn đầu ra môn học</vt:lpstr>
      <vt:lpstr>Course’s content</vt:lpstr>
      <vt:lpstr>Textbook and References</vt:lpstr>
      <vt:lpstr>Q&amp;A</vt:lpstr>
      <vt:lpstr>GIỚI THIỆU ĐẠI HỌC CÔNG NGHỆ THÔNG TIN</vt:lpstr>
      <vt:lpstr>Tổng quan về ĐH CNTT</vt:lpstr>
      <vt:lpstr>Tổng quan về ĐH CNTT</vt:lpstr>
      <vt:lpstr>Sứ mạng – Tầm nhìn – Triết lý giáo dục</vt:lpstr>
      <vt:lpstr>Giá trị cốt lõi</vt:lpstr>
      <vt:lpstr>Giới thiệu về CNTT</vt:lpstr>
      <vt:lpstr>Quá trình phát triển CNTT</vt:lpstr>
      <vt:lpstr>Quá trình phát triển</vt:lpstr>
      <vt:lpstr>Phân biệt: Khoa học, Công nghệ, Kỹ thuật</vt:lpstr>
      <vt:lpstr>Các khái niệm</vt:lpstr>
      <vt:lpstr>Chuyên ngành đào tạo</vt:lpstr>
      <vt:lpstr>Sự khác biệt các ngành</vt:lpstr>
      <vt:lpstr>Bối cảnh phát triển Ngành KTMT</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UNIVERSITY OF INFORMATION TECHNOLOGY</dc:title>
  <dc:creator>Duy</dc:creator>
  <cp:lastModifiedBy>Đoàn Duy</cp:lastModifiedBy>
  <cp:revision>1</cp:revision>
  <dcterms:created xsi:type="dcterms:W3CDTF">2020-11-01T14:41:16Z</dcterms:created>
  <dcterms:modified xsi:type="dcterms:W3CDTF">2023-09-10T09:00:31Z</dcterms:modified>
</cp:coreProperties>
</file>