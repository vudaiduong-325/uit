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handoutMasterIdLst>
    <p:handoutMasterId r:id="rId31"/>
  </p:handoutMasterIdLst>
  <p:sldIdLst>
    <p:sldId id="262" r:id="rId2"/>
    <p:sldId id="357" r:id="rId3"/>
    <p:sldId id="422" r:id="rId4"/>
    <p:sldId id="360" r:id="rId5"/>
    <p:sldId id="423" r:id="rId6"/>
    <p:sldId id="424" r:id="rId7"/>
    <p:sldId id="425" r:id="rId8"/>
    <p:sldId id="426" r:id="rId9"/>
    <p:sldId id="427" r:id="rId10"/>
    <p:sldId id="428" r:id="rId11"/>
    <p:sldId id="384" r:id="rId12"/>
    <p:sldId id="429" r:id="rId13"/>
    <p:sldId id="361" r:id="rId14"/>
    <p:sldId id="435" r:id="rId15"/>
    <p:sldId id="430" r:id="rId16"/>
    <p:sldId id="442" r:id="rId17"/>
    <p:sldId id="438" r:id="rId18"/>
    <p:sldId id="437" r:id="rId19"/>
    <p:sldId id="444" r:id="rId20"/>
    <p:sldId id="436" r:id="rId21"/>
    <p:sldId id="443" r:id="rId22"/>
    <p:sldId id="439" r:id="rId23"/>
    <p:sldId id="440" r:id="rId24"/>
    <p:sldId id="445" r:id="rId25"/>
    <p:sldId id="431" r:id="rId26"/>
    <p:sldId id="446" r:id="rId27"/>
    <p:sldId id="447" r:id="rId28"/>
    <p:sldId id="356" r:id="rId29"/>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hương 0" id="{01E33B1B-E197-463B-A531-467BFB591BCB}">
          <p14:sldIdLst>
            <p14:sldId id="262"/>
            <p14:sldId id="357"/>
            <p14:sldId id="422"/>
            <p14:sldId id="360"/>
            <p14:sldId id="423"/>
            <p14:sldId id="424"/>
            <p14:sldId id="425"/>
            <p14:sldId id="426"/>
            <p14:sldId id="427"/>
            <p14:sldId id="428"/>
            <p14:sldId id="384"/>
            <p14:sldId id="429"/>
            <p14:sldId id="361"/>
            <p14:sldId id="435"/>
            <p14:sldId id="430"/>
            <p14:sldId id="442"/>
            <p14:sldId id="438"/>
            <p14:sldId id="437"/>
            <p14:sldId id="444"/>
            <p14:sldId id="436"/>
            <p14:sldId id="443"/>
            <p14:sldId id="439"/>
            <p14:sldId id="440"/>
            <p14:sldId id="445"/>
            <p14:sldId id="431"/>
            <p14:sldId id="446"/>
            <p14:sldId id="447"/>
            <p14:sldId id="356"/>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33"/>
    <a:srgbClr val="FF0066"/>
    <a:srgbClr val="FF99CC"/>
    <a:srgbClr val="FF99FF"/>
    <a:srgbClr val="9BD4FF"/>
    <a:srgbClr val="FF6699"/>
    <a:srgbClr val="414B53"/>
    <a:srgbClr val="FFA3A3"/>
    <a:srgbClr val="FF8B8B"/>
    <a:srgbClr val="CDEA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D814573-8DB8-43CE-A41D-D151176E2D2C}" v="4" dt="2021-12-20T04:38:30.717"/>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6" autoAdjust="0"/>
    <p:restoredTop sz="86377" autoAdjust="0"/>
  </p:normalViewPr>
  <p:slideViewPr>
    <p:cSldViewPr>
      <p:cViewPr varScale="1">
        <p:scale>
          <a:sx n="75" d="100"/>
          <a:sy n="75" d="100"/>
        </p:scale>
        <p:origin x="1125" y="30"/>
      </p:cViewPr>
      <p:guideLst>
        <p:guide orient="horz" pos="2160"/>
        <p:guide pos="2880"/>
      </p:guideLst>
    </p:cSldViewPr>
  </p:slideViewPr>
  <p:notesTextViewPr>
    <p:cViewPr>
      <p:scale>
        <a:sx n="1" d="1"/>
        <a:sy n="1" d="1"/>
      </p:scale>
      <p:origin x="0" y="0"/>
    </p:cViewPr>
  </p:notesTextViewPr>
  <p:notesViewPr>
    <p:cSldViewPr>
      <p:cViewPr varScale="1">
        <p:scale>
          <a:sx n="57" d="100"/>
          <a:sy n="57" d="100"/>
        </p:scale>
        <p:origin x="-2045" y="-101"/>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uy" userId="00f02d2ea35a0614" providerId="LiveId" clId="{1C002420-BDD0-4CEA-946B-9551AD557D6D}"/>
    <pc:docChg chg="undo custSel mod addSld delSld modSld modSection">
      <pc:chgData name="Duy" userId="00f02d2ea35a0614" providerId="LiveId" clId="{1C002420-BDD0-4CEA-946B-9551AD557D6D}" dt="2020-11-22T18:08:58.716" v="1491" actId="20577"/>
      <pc:docMkLst>
        <pc:docMk/>
      </pc:docMkLst>
      <pc:sldChg chg="modSp mod">
        <pc:chgData name="Duy" userId="00f02d2ea35a0614" providerId="LiveId" clId="{1C002420-BDD0-4CEA-946B-9551AD557D6D}" dt="2020-11-22T17:25:02.572" v="167" actId="20577"/>
        <pc:sldMkLst>
          <pc:docMk/>
          <pc:sldMk cId="32698572" sldId="357"/>
        </pc:sldMkLst>
        <pc:spChg chg="mod">
          <ac:chgData name="Duy" userId="00f02d2ea35a0614" providerId="LiveId" clId="{1C002420-BDD0-4CEA-946B-9551AD557D6D}" dt="2020-11-22T17:24:26.738" v="143" actId="20577"/>
          <ac:spMkLst>
            <pc:docMk/>
            <pc:sldMk cId="32698572" sldId="357"/>
            <ac:spMk id="6" creationId="{8030EF7F-B37B-46B6-8B81-FD1F794723A6}"/>
          </ac:spMkLst>
        </pc:spChg>
        <pc:spChg chg="mod">
          <ac:chgData name="Duy" userId="00f02d2ea35a0614" providerId="LiveId" clId="{1C002420-BDD0-4CEA-946B-9551AD557D6D}" dt="2020-11-22T17:25:02.572" v="167" actId="20577"/>
          <ac:spMkLst>
            <pc:docMk/>
            <pc:sldMk cId="32698572" sldId="357"/>
            <ac:spMk id="12" creationId="{D029A7D1-7AA0-4E29-8A04-79138B2FBE65}"/>
          </ac:spMkLst>
        </pc:spChg>
      </pc:sldChg>
      <pc:sldChg chg="del">
        <pc:chgData name="Duy" userId="00f02d2ea35a0614" providerId="LiveId" clId="{1C002420-BDD0-4CEA-946B-9551AD557D6D}" dt="2020-11-22T17:24:47.566" v="147" actId="47"/>
        <pc:sldMkLst>
          <pc:docMk/>
          <pc:sldMk cId="3749102436" sldId="358"/>
        </pc:sldMkLst>
      </pc:sldChg>
      <pc:sldChg chg="del">
        <pc:chgData name="Duy" userId="00f02d2ea35a0614" providerId="LiveId" clId="{1C002420-BDD0-4CEA-946B-9551AD557D6D}" dt="2020-11-22T17:25:12.550" v="183" actId="47"/>
        <pc:sldMkLst>
          <pc:docMk/>
          <pc:sldMk cId="2820796511" sldId="359"/>
        </pc:sldMkLst>
      </pc:sldChg>
      <pc:sldChg chg="addSp delSp modSp mod">
        <pc:chgData name="Duy" userId="00f02d2ea35a0614" providerId="LiveId" clId="{1C002420-BDD0-4CEA-946B-9551AD557D6D}" dt="2020-11-22T17:30:42.413" v="215" actId="22"/>
        <pc:sldMkLst>
          <pc:docMk/>
          <pc:sldMk cId="2219405526" sldId="360"/>
        </pc:sldMkLst>
        <pc:spChg chg="del">
          <ac:chgData name="Duy" userId="00f02d2ea35a0614" providerId="LiveId" clId="{1C002420-BDD0-4CEA-946B-9551AD557D6D}" dt="2020-11-22T17:28:46.044" v="184" actId="478"/>
          <ac:spMkLst>
            <pc:docMk/>
            <pc:sldMk cId="2219405526" sldId="360"/>
            <ac:spMk id="8" creationId="{C50002B6-754D-42DA-9540-A0186C0312D0}"/>
          </ac:spMkLst>
        </pc:spChg>
        <pc:spChg chg="mod">
          <ac:chgData name="Duy" userId="00f02d2ea35a0614" providerId="LiveId" clId="{1C002420-BDD0-4CEA-946B-9551AD557D6D}" dt="2020-11-22T17:29:54.440" v="209" actId="113"/>
          <ac:spMkLst>
            <pc:docMk/>
            <pc:sldMk cId="2219405526" sldId="360"/>
            <ac:spMk id="9" creationId="{0EB023FA-8FFE-411F-AD27-36D984880BF2}"/>
          </ac:spMkLst>
        </pc:spChg>
        <pc:spChg chg="add mod">
          <ac:chgData name="Duy" userId="00f02d2ea35a0614" providerId="LiveId" clId="{1C002420-BDD0-4CEA-946B-9551AD557D6D}" dt="2020-11-22T17:30:10.222" v="213" actId="113"/>
          <ac:spMkLst>
            <pc:docMk/>
            <pc:sldMk cId="2219405526" sldId="360"/>
            <ac:spMk id="10" creationId="{C3D4F8FA-8C8F-43D5-9028-FD5F516FB9F0}"/>
          </ac:spMkLst>
        </pc:spChg>
        <pc:spChg chg="add del">
          <ac:chgData name="Duy" userId="00f02d2ea35a0614" providerId="LiveId" clId="{1C002420-BDD0-4CEA-946B-9551AD557D6D}" dt="2020-11-22T17:30:42.413" v="215" actId="22"/>
          <ac:spMkLst>
            <pc:docMk/>
            <pc:sldMk cId="2219405526" sldId="360"/>
            <ac:spMk id="11" creationId="{3B348BA0-D33B-4063-8262-121480A5BCEF}"/>
          </ac:spMkLst>
        </pc:spChg>
      </pc:sldChg>
      <pc:sldChg chg="addSp delSp modSp mod">
        <pc:chgData name="Duy" userId="00f02d2ea35a0614" providerId="LiveId" clId="{1C002420-BDD0-4CEA-946B-9551AD557D6D}" dt="2020-11-22T17:42:42.111" v="542" actId="1076"/>
        <pc:sldMkLst>
          <pc:docMk/>
          <pc:sldMk cId="2511740448" sldId="361"/>
        </pc:sldMkLst>
        <pc:spChg chg="del">
          <ac:chgData name="Duy" userId="00f02d2ea35a0614" providerId="LiveId" clId="{1C002420-BDD0-4CEA-946B-9551AD557D6D}" dt="2020-11-22T17:39:17.113" v="458" actId="478"/>
          <ac:spMkLst>
            <pc:docMk/>
            <pc:sldMk cId="2511740448" sldId="361"/>
            <ac:spMk id="8" creationId="{7047AFAE-888C-475E-95D1-CC685563118A}"/>
          </ac:spMkLst>
        </pc:spChg>
        <pc:spChg chg="del">
          <ac:chgData name="Duy" userId="00f02d2ea35a0614" providerId="LiveId" clId="{1C002420-BDD0-4CEA-946B-9551AD557D6D}" dt="2020-11-22T17:39:21.282" v="460" actId="478"/>
          <ac:spMkLst>
            <pc:docMk/>
            <pc:sldMk cId="2511740448" sldId="361"/>
            <ac:spMk id="9" creationId="{79AB5A95-3493-45AF-8A89-4E707E5983A9}"/>
          </ac:spMkLst>
        </pc:spChg>
        <pc:spChg chg="del">
          <ac:chgData name="Duy" userId="00f02d2ea35a0614" providerId="LiveId" clId="{1C002420-BDD0-4CEA-946B-9551AD557D6D}" dt="2020-11-22T17:39:19.134" v="459" actId="478"/>
          <ac:spMkLst>
            <pc:docMk/>
            <pc:sldMk cId="2511740448" sldId="361"/>
            <ac:spMk id="10" creationId="{BE4CA170-048B-42C2-A59B-7003B0A582F5}"/>
          </ac:spMkLst>
        </pc:spChg>
        <pc:spChg chg="add mod">
          <ac:chgData name="Duy" userId="00f02d2ea35a0614" providerId="LiveId" clId="{1C002420-BDD0-4CEA-946B-9551AD557D6D}" dt="2020-11-22T17:40:22.380" v="537" actId="403"/>
          <ac:spMkLst>
            <pc:docMk/>
            <pc:sldMk cId="2511740448" sldId="361"/>
            <ac:spMk id="11" creationId="{6860F0AF-64F0-4361-8893-824762070F4B}"/>
          </ac:spMkLst>
        </pc:spChg>
        <pc:spChg chg="mod">
          <ac:chgData name="Duy" userId="00f02d2ea35a0614" providerId="LiveId" clId="{1C002420-BDD0-4CEA-946B-9551AD557D6D}" dt="2020-11-22T17:39:46.836" v="485" actId="20577"/>
          <ac:spMkLst>
            <pc:docMk/>
            <pc:sldMk cId="2511740448" sldId="361"/>
            <ac:spMk id="12" creationId="{D029A7D1-7AA0-4E29-8A04-79138B2FBE65}"/>
          </ac:spMkLst>
        </pc:spChg>
        <pc:spChg chg="del">
          <ac:chgData name="Duy" userId="00f02d2ea35a0614" providerId="LiveId" clId="{1C002420-BDD0-4CEA-946B-9551AD557D6D}" dt="2020-11-22T17:39:22.404" v="461" actId="478"/>
          <ac:spMkLst>
            <pc:docMk/>
            <pc:sldMk cId="2511740448" sldId="361"/>
            <ac:spMk id="13" creationId="{D4D0C117-6CBF-4080-A4D6-EF0D1FBB87C8}"/>
          </ac:spMkLst>
        </pc:spChg>
        <pc:picChg chg="add del mod">
          <ac:chgData name="Duy" userId="00f02d2ea35a0614" providerId="LiveId" clId="{1C002420-BDD0-4CEA-946B-9551AD557D6D}" dt="2020-11-22T17:42:19.573" v="539" actId="931"/>
          <ac:picMkLst>
            <pc:docMk/>
            <pc:sldMk cId="2511740448" sldId="361"/>
            <ac:picMk id="6" creationId="{9B1E4340-4ACC-4F7C-8579-99487F2E8A7C}"/>
          </ac:picMkLst>
        </pc:picChg>
        <pc:picChg chg="add mod">
          <ac:chgData name="Duy" userId="00f02d2ea35a0614" providerId="LiveId" clId="{1C002420-BDD0-4CEA-946B-9551AD557D6D}" dt="2020-11-22T17:42:42.111" v="542" actId="1076"/>
          <ac:picMkLst>
            <pc:docMk/>
            <pc:sldMk cId="2511740448" sldId="361"/>
            <ac:picMk id="15" creationId="{8446014B-02B9-4744-B18F-A9B7F7520EBC}"/>
          </ac:picMkLst>
        </pc:picChg>
      </pc:sldChg>
      <pc:sldChg chg="del">
        <pc:chgData name="Duy" userId="00f02d2ea35a0614" providerId="LiveId" clId="{1C002420-BDD0-4CEA-946B-9551AD557D6D}" dt="2020-11-22T18:08:20.551" v="1462" actId="47"/>
        <pc:sldMkLst>
          <pc:docMk/>
          <pc:sldMk cId="1280942852" sldId="362"/>
        </pc:sldMkLst>
      </pc:sldChg>
      <pc:sldChg chg="del">
        <pc:chgData name="Duy" userId="00f02d2ea35a0614" providerId="LiveId" clId="{1C002420-BDD0-4CEA-946B-9551AD557D6D}" dt="2020-11-22T18:08:20.551" v="1462" actId="47"/>
        <pc:sldMkLst>
          <pc:docMk/>
          <pc:sldMk cId="1551158582" sldId="363"/>
        </pc:sldMkLst>
      </pc:sldChg>
      <pc:sldChg chg="del">
        <pc:chgData name="Duy" userId="00f02d2ea35a0614" providerId="LiveId" clId="{1C002420-BDD0-4CEA-946B-9551AD557D6D}" dt="2020-11-22T18:08:20.551" v="1462" actId="47"/>
        <pc:sldMkLst>
          <pc:docMk/>
          <pc:sldMk cId="2056581746" sldId="364"/>
        </pc:sldMkLst>
      </pc:sldChg>
      <pc:sldChg chg="del">
        <pc:chgData name="Duy" userId="00f02d2ea35a0614" providerId="LiveId" clId="{1C002420-BDD0-4CEA-946B-9551AD557D6D}" dt="2020-11-22T18:08:20.551" v="1462" actId="47"/>
        <pc:sldMkLst>
          <pc:docMk/>
          <pc:sldMk cId="3893651048" sldId="365"/>
        </pc:sldMkLst>
      </pc:sldChg>
      <pc:sldChg chg="del">
        <pc:chgData name="Duy" userId="00f02d2ea35a0614" providerId="LiveId" clId="{1C002420-BDD0-4CEA-946B-9551AD557D6D}" dt="2020-11-22T18:08:20.551" v="1462" actId="47"/>
        <pc:sldMkLst>
          <pc:docMk/>
          <pc:sldMk cId="2909840888" sldId="366"/>
        </pc:sldMkLst>
      </pc:sldChg>
      <pc:sldChg chg="del">
        <pc:chgData name="Duy" userId="00f02d2ea35a0614" providerId="LiveId" clId="{1C002420-BDD0-4CEA-946B-9551AD557D6D}" dt="2020-11-22T18:08:20.551" v="1462" actId="47"/>
        <pc:sldMkLst>
          <pc:docMk/>
          <pc:sldMk cId="4143717754" sldId="367"/>
        </pc:sldMkLst>
      </pc:sldChg>
      <pc:sldChg chg="del">
        <pc:chgData name="Duy" userId="00f02d2ea35a0614" providerId="LiveId" clId="{1C002420-BDD0-4CEA-946B-9551AD557D6D}" dt="2020-11-22T18:08:20.551" v="1462" actId="47"/>
        <pc:sldMkLst>
          <pc:docMk/>
          <pc:sldMk cId="1288274289" sldId="368"/>
        </pc:sldMkLst>
      </pc:sldChg>
      <pc:sldChg chg="del">
        <pc:chgData name="Duy" userId="00f02d2ea35a0614" providerId="LiveId" clId="{1C002420-BDD0-4CEA-946B-9551AD557D6D}" dt="2020-11-22T17:25:11.158" v="182" actId="47"/>
        <pc:sldMkLst>
          <pc:docMk/>
          <pc:sldMk cId="3214864969" sldId="383"/>
        </pc:sldMkLst>
      </pc:sldChg>
      <pc:sldChg chg="addSp delSp modSp mod modAnim">
        <pc:chgData name="Duy" userId="00f02d2ea35a0614" providerId="LiveId" clId="{1C002420-BDD0-4CEA-946B-9551AD557D6D}" dt="2020-11-22T17:38:16.056" v="410"/>
        <pc:sldMkLst>
          <pc:docMk/>
          <pc:sldMk cId="4271796237" sldId="384"/>
        </pc:sldMkLst>
        <pc:spChg chg="del">
          <ac:chgData name="Duy" userId="00f02d2ea35a0614" providerId="LiveId" clId="{1C002420-BDD0-4CEA-946B-9551AD557D6D}" dt="2020-11-22T17:36:45.856" v="296" actId="478"/>
          <ac:spMkLst>
            <pc:docMk/>
            <pc:sldMk cId="4271796237" sldId="384"/>
            <ac:spMk id="8" creationId="{C50002B6-754D-42DA-9540-A0186C0312D0}"/>
          </ac:spMkLst>
        </pc:spChg>
        <pc:spChg chg="mod">
          <ac:chgData name="Duy" userId="00f02d2ea35a0614" providerId="LiveId" clId="{1C002420-BDD0-4CEA-946B-9551AD557D6D}" dt="2020-11-22T17:36:42.166" v="295" actId="20577"/>
          <ac:spMkLst>
            <pc:docMk/>
            <pc:sldMk cId="4271796237" sldId="384"/>
            <ac:spMk id="9" creationId="{0EB023FA-8FFE-411F-AD27-36D984880BF2}"/>
          </ac:spMkLst>
        </pc:spChg>
        <pc:spChg chg="add mod">
          <ac:chgData name="Duy" userId="00f02d2ea35a0614" providerId="LiveId" clId="{1C002420-BDD0-4CEA-946B-9551AD557D6D}" dt="2020-11-22T17:37:57.425" v="406" actId="1076"/>
          <ac:spMkLst>
            <pc:docMk/>
            <pc:sldMk cId="4271796237" sldId="384"/>
            <ac:spMk id="10" creationId="{1FDCC21B-D6CC-43C9-AE11-018B1A30CDF2}"/>
          </ac:spMkLst>
        </pc:spChg>
        <pc:spChg chg="add mod">
          <ac:chgData name="Duy" userId="00f02d2ea35a0614" providerId="LiveId" clId="{1C002420-BDD0-4CEA-946B-9551AD557D6D}" dt="2020-11-22T17:38:00.483" v="407" actId="1076"/>
          <ac:spMkLst>
            <pc:docMk/>
            <pc:sldMk cId="4271796237" sldId="384"/>
            <ac:spMk id="11" creationId="{C377E539-86DA-4B2A-B8E5-13F42C3C596E}"/>
          </ac:spMkLst>
        </pc:spChg>
      </pc:sldChg>
      <pc:sldChg chg="del">
        <pc:chgData name="Duy" userId="00f02d2ea35a0614" providerId="LiveId" clId="{1C002420-BDD0-4CEA-946B-9551AD557D6D}" dt="2020-11-22T18:08:20.551" v="1462" actId="47"/>
        <pc:sldMkLst>
          <pc:docMk/>
          <pc:sldMk cId="2815726790" sldId="385"/>
        </pc:sldMkLst>
      </pc:sldChg>
      <pc:sldChg chg="del">
        <pc:chgData name="Duy" userId="00f02d2ea35a0614" providerId="LiveId" clId="{1C002420-BDD0-4CEA-946B-9551AD557D6D}" dt="2020-11-22T18:08:20.551" v="1462" actId="47"/>
        <pc:sldMkLst>
          <pc:docMk/>
          <pc:sldMk cId="1345362325" sldId="386"/>
        </pc:sldMkLst>
      </pc:sldChg>
      <pc:sldChg chg="del">
        <pc:chgData name="Duy" userId="00f02d2ea35a0614" providerId="LiveId" clId="{1C002420-BDD0-4CEA-946B-9551AD557D6D}" dt="2020-11-22T18:08:20.551" v="1462" actId="47"/>
        <pc:sldMkLst>
          <pc:docMk/>
          <pc:sldMk cId="608181917" sldId="387"/>
        </pc:sldMkLst>
      </pc:sldChg>
      <pc:sldChg chg="del">
        <pc:chgData name="Duy" userId="00f02d2ea35a0614" providerId="LiveId" clId="{1C002420-BDD0-4CEA-946B-9551AD557D6D}" dt="2020-11-22T18:08:20.551" v="1462" actId="47"/>
        <pc:sldMkLst>
          <pc:docMk/>
          <pc:sldMk cId="1547024247" sldId="388"/>
        </pc:sldMkLst>
      </pc:sldChg>
      <pc:sldChg chg="del">
        <pc:chgData name="Duy" userId="00f02d2ea35a0614" providerId="LiveId" clId="{1C002420-BDD0-4CEA-946B-9551AD557D6D}" dt="2020-11-22T18:08:20.551" v="1462" actId="47"/>
        <pc:sldMkLst>
          <pc:docMk/>
          <pc:sldMk cId="3479506023" sldId="389"/>
        </pc:sldMkLst>
      </pc:sldChg>
      <pc:sldChg chg="del">
        <pc:chgData name="Duy" userId="00f02d2ea35a0614" providerId="LiveId" clId="{1C002420-BDD0-4CEA-946B-9551AD557D6D}" dt="2020-11-22T18:08:20.551" v="1462" actId="47"/>
        <pc:sldMkLst>
          <pc:docMk/>
          <pc:sldMk cId="1708095204" sldId="390"/>
        </pc:sldMkLst>
      </pc:sldChg>
      <pc:sldChg chg="del">
        <pc:chgData name="Duy" userId="00f02d2ea35a0614" providerId="LiveId" clId="{1C002420-BDD0-4CEA-946B-9551AD557D6D}" dt="2020-11-22T18:08:20.551" v="1462" actId="47"/>
        <pc:sldMkLst>
          <pc:docMk/>
          <pc:sldMk cId="1793317860" sldId="391"/>
        </pc:sldMkLst>
      </pc:sldChg>
      <pc:sldChg chg="del">
        <pc:chgData name="Duy" userId="00f02d2ea35a0614" providerId="LiveId" clId="{1C002420-BDD0-4CEA-946B-9551AD557D6D}" dt="2020-11-22T18:08:20.551" v="1462" actId="47"/>
        <pc:sldMkLst>
          <pc:docMk/>
          <pc:sldMk cId="536132078" sldId="392"/>
        </pc:sldMkLst>
      </pc:sldChg>
      <pc:sldChg chg="del">
        <pc:chgData name="Duy" userId="00f02d2ea35a0614" providerId="LiveId" clId="{1C002420-BDD0-4CEA-946B-9551AD557D6D}" dt="2020-11-22T18:08:20.551" v="1462" actId="47"/>
        <pc:sldMkLst>
          <pc:docMk/>
          <pc:sldMk cId="3436869320" sldId="393"/>
        </pc:sldMkLst>
      </pc:sldChg>
      <pc:sldChg chg="del">
        <pc:chgData name="Duy" userId="00f02d2ea35a0614" providerId="LiveId" clId="{1C002420-BDD0-4CEA-946B-9551AD557D6D}" dt="2020-11-22T18:08:20.551" v="1462" actId="47"/>
        <pc:sldMkLst>
          <pc:docMk/>
          <pc:sldMk cId="1709908296" sldId="394"/>
        </pc:sldMkLst>
      </pc:sldChg>
      <pc:sldChg chg="del">
        <pc:chgData name="Duy" userId="00f02d2ea35a0614" providerId="LiveId" clId="{1C002420-BDD0-4CEA-946B-9551AD557D6D}" dt="2020-11-22T18:08:20.551" v="1462" actId="47"/>
        <pc:sldMkLst>
          <pc:docMk/>
          <pc:sldMk cId="2512528602" sldId="395"/>
        </pc:sldMkLst>
      </pc:sldChg>
      <pc:sldChg chg="del">
        <pc:chgData name="Duy" userId="00f02d2ea35a0614" providerId="LiveId" clId="{1C002420-BDD0-4CEA-946B-9551AD557D6D}" dt="2020-11-22T18:08:20.551" v="1462" actId="47"/>
        <pc:sldMkLst>
          <pc:docMk/>
          <pc:sldMk cId="4008647342" sldId="396"/>
        </pc:sldMkLst>
      </pc:sldChg>
      <pc:sldChg chg="del">
        <pc:chgData name="Duy" userId="00f02d2ea35a0614" providerId="LiveId" clId="{1C002420-BDD0-4CEA-946B-9551AD557D6D}" dt="2020-11-22T18:08:20.551" v="1462" actId="47"/>
        <pc:sldMkLst>
          <pc:docMk/>
          <pc:sldMk cId="1221417205" sldId="397"/>
        </pc:sldMkLst>
      </pc:sldChg>
      <pc:sldChg chg="del">
        <pc:chgData name="Duy" userId="00f02d2ea35a0614" providerId="LiveId" clId="{1C002420-BDD0-4CEA-946B-9551AD557D6D}" dt="2020-11-22T18:08:20.551" v="1462" actId="47"/>
        <pc:sldMkLst>
          <pc:docMk/>
          <pc:sldMk cId="493987804" sldId="400"/>
        </pc:sldMkLst>
      </pc:sldChg>
      <pc:sldChg chg="del">
        <pc:chgData name="Duy" userId="00f02d2ea35a0614" providerId="LiveId" clId="{1C002420-BDD0-4CEA-946B-9551AD557D6D}" dt="2020-11-22T18:08:20.551" v="1462" actId="47"/>
        <pc:sldMkLst>
          <pc:docMk/>
          <pc:sldMk cId="2489248067" sldId="401"/>
        </pc:sldMkLst>
      </pc:sldChg>
      <pc:sldChg chg="del">
        <pc:chgData name="Duy" userId="00f02d2ea35a0614" providerId="LiveId" clId="{1C002420-BDD0-4CEA-946B-9551AD557D6D}" dt="2020-11-22T18:08:20.551" v="1462" actId="47"/>
        <pc:sldMkLst>
          <pc:docMk/>
          <pc:sldMk cId="333646000" sldId="402"/>
        </pc:sldMkLst>
      </pc:sldChg>
      <pc:sldChg chg="del">
        <pc:chgData name="Duy" userId="00f02d2ea35a0614" providerId="LiveId" clId="{1C002420-BDD0-4CEA-946B-9551AD557D6D}" dt="2020-11-22T18:08:20.551" v="1462" actId="47"/>
        <pc:sldMkLst>
          <pc:docMk/>
          <pc:sldMk cId="747665525" sldId="403"/>
        </pc:sldMkLst>
      </pc:sldChg>
      <pc:sldChg chg="del">
        <pc:chgData name="Duy" userId="00f02d2ea35a0614" providerId="LiveId" clId="{1C002420-BDD0-4CEA-946B-9551AD557D6D}" dt="2020-11-22T18:08:20.551" v="1462" actId="47"/>
        <pc:sldMkLst>
          <pc:docMk/>
          <pc:sldMk cId="938827071" sldId="404"/>
        </pc:sldMkLst>
      </pc:sldChg>
      <pc:sldChg chg="del">
        <pc:chgData name="Duy" userId="00f02d2ea35a0614" providerId="LiveId" clId="{1C002420-BDD0-4CEA-946B-9551AD557D6D}" dt="2020-11-22T18:08:20.551" v="1462" actId="47"/>
        <pc:sldMkLst>
          <pc:docMk/>
          <pc:sldMk cId="413108597" sldId="405"/>
        </pc:sldMkLst>
      </pc:sldChg>
      <pc:sldChg chg="del">
        <pc:chgData name="Duy" userId="00f02d2ea35a0614" providerId="LiveId" clId="{1C002420-BDD0-4CEA-946B-9551AD557D6D}" dt="2020-11-22T18:08:20.551" v="1462" actId="47"/>
        <pc:sldMkLst>
          <pc:docMk/>
          <pc:sldMk cId="3923478166" sldId="406"/>
        </pc:sldMkLst>
      </pc:sldChg>
      <pc:sldChg chg="del">
        <pc:chgData name="Duy" userId="00f02d2ea35a0614" providerId="LiveId" clId="{1C002420-BDD0-4CEA-946B-9551AD557D6D}" dt="2020-11-22T18:08:20.551" v="1462" actId="47"/>
        <pc:sldMkLst>
          <pc:docMk/>
          <pc:sldMk cId="196589354" sldId="407"/>
        </pc:sldMkLst>
      </pc:sldChg>
      <pc:sldChg chg="del">
        <pc:chgData name="Duy" userId="00f02d2ea35a0614" providerId="LiveId" clId="{1C002420-BDD0-4CEA-946B-9551AD557D6D}" dt="2020-11-22T18:08:20.551" v="1462" actId="47"/>
        <pc:sldMkLst>
          <pc:docMk/>
          <pc:sldMk cId="4163036684" sldId="408"/>
        </pc:sldMkLst>
      </pc:sldChg>
      <pc:sldChg chg="del">
        <pc:chgData name="Duy" userId="00f02d2ea35a0614" providerId="LiveId" clId="{1C002420-BDD0-4CEA-946B-9551AD557D6D}" dt="2020-11-22T18:08:20.551" v="1462" actId="47"/>
        <pc:sldMkLst>
          <pc:docMk/>
          <pc:sldMk cId="2385060959" sldId="409"/>
        </pc:sldMkLst>
      </pc:sldChg>
      <pc:sldChg chg="del">
        <pc:chgData name="Duy" userId="00f02d2ea35a0614" providerId="LiveId" clId="{1C002420-BDD0-4CEA-946B-9551AD557D6D}" dt="2020-11-22T18:08:20.551" v="1462" actId="47"/>
        <pc:sldMkLst>
          <pc:docMk/>
          <pc:sldMk cId="2886083099" sldId="410"/>
        </pc:sldMkLst>
      </pc:sldChg>
      <pc:sldChg chg="del">
        <pc:chgData name="Duy" userId="00f02d2ea35a0614" providerId="LiveId" clId="{1C002420-BDD0-4CEA-946B-9551AD557D6D}" dt="2020-11-22T18:08:20.551" v="1462" actId="47"/>
        <pc:sldMkLst>
          <pc:docMk/>
          <pc:sldMk cId="614627233" sldId="411"/>
        </pc:sldMkLst>
      </pc:sldChg>
      <pc:sldChg chg="del">
        <pc:chgData name="Duy" userId="00f02d2ea35a0614" providerId="LiveId" clId="{1C002420-BDD0-4CEA-946B-9551AD557D6D}" dt="2020-11-22T18:08:20.551" v="1462" actId="47"/>
        <pc:sldMkLst>
          <pc:docMk/>
          <pc:sldMk cId="2474467957" sldId="412"/>
        </pc:sldMkLst>
      </pc:sldChg>
      <pc:sldChg chg="del">
        <pc:chgData name="Duy" userId="00f02d2ea35a0614" providerId="LiveId" clId="{1C002420-BDD0-4CEA-946B-9551AD557D6D}" dt="2020-11-22T18:08:20.551" v="1462" actId="47"/>
        <pc:sldMkLst>
          <pc:docMk/>
          <pc:sldMk cId="3886468558" sldId="413"/>
        </pc:sldMkLst>
      </pc:sldChg>
      <pc:sldChg chg="del">
        <pc:chgData name="Duy" userId="00f02d2ea35a0614" providerId="LiveId" clId="{1C002420-BDD0-4CEA-946B-9551AD557D6D}" dt="2020-11-22T18:08:20.551" v="1462" actId="47"/>
        <pc:sldMkLst>
          <pc:docMk/>
          <pc:sldMk cId="308061532" sldId="414"/>
        </pc:sldMkLst>
      </pc:sldChg>
      <pc:sldChg chg="del">
        <pc:chgData name="Duy" userId="00f02d2ea35a0614" providerId="LiveId" clId="{1C002420-BDD0-4CEA-946B-9551AD557D6D}" dt="2020-11-22T18:08:20.551" v="1462" actId="47"/>
        <pc:sldMkLst>
          <pc:docMk/>
          <pc:sldMk cId="781622885" sldId="417"/>
        </pc:sldMkLst>
      </pc:sldChg>
      <pc:sldChg chg="del">
        <pc:chgData name="Duy" userId="00f02d2ea35a0614" providerId="LiveId" clId="{1C002420-BDD0-4CEA-946B-9551AD557D6D}" dt="2020-11-22T18:08:20.551" v="1462" actId="47"/>
        <pc:sldMkLst>
          <pc:docMk/>
          <pc:sldMk cId="2815360467" sldId="418"/>
        </pc:sldMkLst>
      </pc:sldChg>
      <pc:sldChg chg="del">
        <pc:chgData name="Duy" userId="00f02d2ea35a0614" providerId="LiveId" clId="{1C002420-BDD0-4CEA-946B-9551AD557D6D}" dt="2020-11-22T18:08:20.551" v="1462" actId="47"/>
        <pc:sldMkLst>
          <pc:docMk/>
          <pc:sldMk cId="640740964" sldId="419"/>
        </pc:sldMkLst>
      </pc:sldChg>
      <pc:sldChg chg="del">
        <pc:chgData name="Duy" userId="00f02d2ea35a0614" providerId="LiveId" clId="{1C002420-BDD0-4CEA-946B-9551AD557D6D}" dt="2020-11-22T18:08:20.551" v="1462" actId="47"/>
        <pc:sldMkLst>
          <pc:docMk/>
          <pc:sldMk cId="2081423872" sldId="420"/>
        </pc:sldMkLst>
      </pc:sldChg>
      <pc:sldChg chg="del">
        <pc:chgData name="Duy" userId="00f02d2ea35a0614" providerId="LiveId" clId="{1C002420-BDD0-4CEA-946B-9551AD557D6D}" dt="2020-11-22T18:08:20.551" v="1462" actId="47"/>
        <pc:sldMkLst>
          <pc:docMk/>
          <pc:sldMk cId="2395594858" sldId="421"/>
        </pc:sldMkLst>
      </pc:sldChg>
      <pc:sldChg chg="modSp add mod">
        <pc:chgData name="Duy" userId="00f02d2ea35a0614" providerId="LiveId" clId="{1C002420-BDD0-4CEA-946B-9551AD557D6D}" dt="2020-11-22T17:25:07.882" v="181" actId="20577"/>
        <pc:sldMkLst>
          <pc:docMk/>
          <pc:sldMk cId="2765536997" sldId="422"/>
        </pc:sldMkLst>
        <pc:spChg chg="mod">
          <ac:chgData name="Duy" userId="00f02d2ea35a0614" providerId="LiveId" clId="{1C002420-BDD0-4CEA-946B-9551AD557D6D}" dt="2020-11-22T17:24:44.112" v="146" actId="207"/>
          <ac:spMkLst>
            <pc:docMk/>
            <pc:sldMk cId="2765536997" sldId="422"/>
            <ac:spMk id="6" creationId="{8030EF7F-B37B-46B6-8B81-FD1F794723A6}"/>
          </ac:spMkLst>
        </pc:spChg>
        <pc:spChg chg="mod">
          <ac:chgData name="Duy" userId="00f02d2ea35a0614" providerId="LiveId" clId="{1C002420-BDD0-4CEA-946B-9551AD557D6D}" dt="2020-11-22T17:25:07.882" v="181" actId="20577"/>
          <ac:spMkLst>
            <pc:docMk/>
            <pc:sldMk cId="2765536997" sldId="422"/>
            <ac:spMk id="12" creationId="{D029A7D1-7AA0-4E29-8A04-79138B2FBE65}"/>
          </ac:spMkLst>
        </pc:spChg>
      </pc:sldChg>
      <pc:sldChg chg="addSp delSp modSp add mod">
        <pc:chgData name="Duy" userId="00f02d2ea35a0614" providerId="LiveId" clId="{1C002420-BDD0-4CEA-946B-9551AD557D6D}" dt="2020-11-22T17:31:10.978" v="226" actId="1076"/>
        <pc:sldMkLst>
          <pc:docMk/>
          <pc:sldMk cId="253386849" sldId="423"/>
        </pc:sldMkLst>
        <pc:spChg chg="add mod">
          <ac:chgData name="Duy" userId="00f02d2ea35a0614" providerId="LiveId" clId="{1C002420-BDD0-4CEA-946B-9551AD557D6D}" dt="2020-11-22T17:31:10.978" v="226" actId="1076"/>
          <ac:spMkLst>
            <pc:docMk/>
            <pc:sldMk cId="253386849" sldId="423"/>
            <ac:spMk id="8" creationId="{81019E53-8E55-44DB-8CE6-E13A04303F6E}"/>
          </ac:spMkLst>
        </pc:spChg>
        <pc:spChg chg="del">
          <ac:chgData name="Duy" userId="00f02d2ea35a0614" providerId="LiveId" clId="{1C002420-BDD0-4CEA-946B-9551AD557D6D}" dt="2020-11-22T17:30:49.158" v="217" actId="478"/>
          <ac:spMkLst>
            <pc:docMk/>
            <pc:sldMk cId="253386849" sldId="423"/>
            <ac:spMk id="10" creationId="{C3D4F8FA-8C8F-43D5-9028-FD5F516FB9F0}"/>
          </ac:spMkLst>
        </pc:spChg>
      </pc:sldChg>
      <pc:sldChg chg="addSp modSp add mod">
        <pc:chgData name="Duy" userId="00f02d2ea35a0614" providerId="LiveId" clId="{1C002420-BDD0-4CEA-946B-9551AD557D6D}" dt="2020-11-22T17:34:58.911" v="269" actId="113"/>
        <pc:sldMkLst>
          <pc:docMk/>
          <pc:sldMk cId="1171206735" sldId="424"/>
        </pc:sldMkLst>
        <pc:spChg chg="add mod">
          <ac:chgData name="Duy" userId="00f02d2ea35a0614" providerId="LiveId" clId="{1C002420-BDD0-4CEA-946B-9551AD557D6D}" dt="2020-11-22T17:34:58.911" v="269" actId="113"/>
          <ac:spMkLst>
            <pc:docMk/>
            <pc:sldMk cId="1171206735" sldId="424"/>
            <ac:spMk id="8" creationId="{C37ECEC2-2A73-4FD4-95C6-971F0A266A1D}"/>
          </ac:spMkLst>
        </pc:spChg>
      </pc:sldChg>
      <pc:sldChg chg="addSp modSp add mod">
        <pc:chgData name="Duy" userId="00f02d2ea35a0614" providerId="LiveId" clId="{1C002420-BDD0-4CEA-946B-9551AD557D6D}" dt="2020-11-22T17:35:31.616" v="277" actId="113"/>
        <pc:sldMkLst>
          <pc:docMk/>
          <pc:sldMk cId="4154185492" sldId="425"/>
        </pc:sldMkLst>
        <pc:spChg chg="add mod">
          <ac:chgData name="Duy" userId="00f02d2ea35a0614" providerId="LiveId" clId="{1C002420-BDD0-4CEA-946B-9551AD557D6D}" dt="2020-11-22T17:35:31.616" v="277" actId="113"/>
          <ac:spMkLst>
            <pc:docMk/>
            <pc:sldMk cId="4154185492" sldId="425"/>
            <ac:spMk id="8" creationId="{8B03D0ED-D72C-4822-9C20-B049B4824B0C}"/>
          </ac:spMkLst>
        </pc:spChg>
      </pc:sldChg>
      <pc:sldChg chg="addSp delSp modSp add mod">
        <pc:chgData name="Duy" userId="00f02d2ea35a0614" providerId="LiveId" clId="{1C002420-BDD0-4CEA-946B-9551AD557D6D}" dt="2020-11-22T17:35:14.669" v="273" actId="113"/>
        <pc:sldMkLst>
          <pc:docMk/>
          <pc:sldMk cId="2455105880" sldId="426"/>
        </pc:sldMkLst>
        <pc:spChg chg="add del">
          <ac:chgData name="Duy" userId="00f02d2ea35a0614" providerId="LiveId" clId="{1C002420-BDD0-4CEA-946B-9551AD557D6D}" dt="2020-11-22T17:32:17.204" v="236"/>
          <ac:spMkLst>
            <pc:docMk/>
            <pc:sldMk cId="2455105880" sldId="426"/>
            <ac:spMk id="2" creationId="{1B5D6ED7-C75D-4095-9894-728CD6B3DBF6}"/>
          </ac:spMkLst>
        </pc:spChg>
        <pc:spChg chg="add del mod">
          <ac:chgData name="Duy" userId="00f02d2ea35a0614" providerId="LiveId" clId="{1C002420-BDD0-4CEA-946B-9551AD557D6D}" dt="2020-11-22T17:32:30.382" v="239" actId="478"/>
          <ac:spMkLst>
            <pc:docMk/>
            <pc:sldMk cId="2455105880" sldId="426"/>
            <ac:spMk id="3" creationId="{5A7305FB-2A90-4896-8DC7-E39900705113}"/>
          </ac:spMkLst>
        </pc:spChg>
        <pc:spChg chg="add mod">
          <ac:chgData name="Duy" userId="00f02d2ea35a0614" providerId="LiveId" clId="{1C002420-BDD0-4CEA-946B-9551AD557D6D}" dt="2020-11-22T17:35:14.669" v="273" actId="113"/>
          <ac:spMkLst>
            <pc:docMk/>
            <pc:sldMk cId="2455105880" sldId="426"/>
            <ac:spMk id="6" creationId="{C408D30B-6ECD-4386-923A-FFCAB4208915}"/>
          </ac:spMkLst>
        </pc:spChg>
      </pc:sldChg>
      <pc:sldChg chg="addSp modSp add mod">
        <pc:chgData name="Duy" userId="00f02d2ea35a0614" providerId="LiveId" clId="{1C002420-BDD0-4CEA-946B-9551AD557D6D}" dt="2020-11-22T17:35:42.926" v="280" actId="113"/>
        <pc:sldMkLst>
          <pc:docMk/>
          <pc:sldMk cId="2222206623" sldId="427"/>
        </pc:sldMkLst>
        <pc:spChg chg="add mod">
          <ac:chgData name="Duy" userId="00f02d2ea35a0614" providerId="LiveId" clId="{1C002420-BDD0-4CEA-946B-9551AD557D6D}" dt="2020-11-22T17:35:42.926" v="280" actId="113"/>
          <ac:spMkLst>
            <pc:docMk/>
            <pc:sldMk cId="2222206623" sldId="427"/>
            <ac:spMk id="8" creationId="{E81A10EA-8518-4C25-B3DF-9F4B41D54029}"/>
          </ac:spMkLst>
        </pc:spChg>
      </pc:sldChg>
      <pc:sldChg chg="addSp modSp add mod">
        <pc:chgData name="Duy" userId="00f02d2ea35a0614" providerId="LiveId" clId="{1C002420-BDD0-4CEA-946B-9551AD557D6D}" dt="2020-11-22T17:35:53.215" v="284" actId="113"/>
        <pc:sldMkLst>
          <pc:docMk/>
          <pc:sldMk cId="636805242" sldId="428"/>
        </pc:sldMkLst>
        <pc:spChg chg="add mod">
          <ac:chgData name="Duy" userId="00f02d2ea35a0614" providerId="LiveId" clId="{1C002420-BDD0-4CEA-946B-9551AD557D6D}" dt="2020-11-22T17:35:53.215" v="284" actId="113"/>
          <ac:spMkLst>
            <pc:docMk/>
            <pc:sldMk cId="636805242" sldId="428"/>
            <ac:spMk id="8" creationId="{8ADB9592-1043-4976-8D7B-21110F7BE3F3}"/>
          </ac:spMkLst>
        </pc:spChg>
      </pc:sldChg>
      <pc:sldChg chg="modSp add mod">
        <pc:chgData name="Duy" userId="00f02d2ea35a0614" providerId="LiveId" clId="{1C002420-BDD0-4CEA-946B-9551AD557D6D}" dt="2020-11-22T17:39:00.533" v="415" actId="207"/>
        <pc:sldMkLst>
          <pc:docMk/>
          <pc:sldMk cId="501303995" sldId="429"/>
        </pc:sldMkLst>
        <pc:spChg chg="mod">
          <ac:chgData name="Duy" userId="00f02d2ea35a0614" providerId="LiveId" clId="{1C002420-BDD0-4CEA-946B-9551AD557D6D}" dt="2020-11-22T17:39:00.533" v="415" actId="207"/>
          <ac:spMkLst>
            <pc:docMk/>
            <pc:sldMk cId="501303995" sldId="429"/>
            <ac:spMk id="6" creationId="{8030EF7F-B37B-46B6-8B81-FD1F794723A6}"/>
          </ac:spMkLst>
        </pc:spChg>
      </pc:sldChg>
      <pc:sldChg chg="addSp modSp add mod">
        <pc:chgData name="Duy" userId="00f02d2ea35a0614" providerId="LiveId" clId="{1C002420-BDD0-4CEA-946B-9551AD557D6D}" dt="2020-11-22T17:47:55.308" v="658" actId="14100"/>
        <pc:sldMkLst>
          <pc:docMk/>
          <pc:sldMk cId="1476273658" sldId="430"/>
        </pc:sldMkLst>
        <pc:spChg chg="mod">
          <ac:chgData name="Duy" userId="00f02d2ea35a0614" providerId="LiveId" clId="{1C002420-BDD0-4CEA-946B-9551AD557D6D}" dt="2020-11-22T17:47:43.508" v="651" actId="26606"/>
          <ac:spMkLst>
            <pc:docMk/>
            <pc:sldMk cId="1476273658" sldId="430"/>
            <ac:spMk id="4" creationId="{E4954D5F-BECC-4828-B494-FFADF13EB5CD}"/>
          </ac:spMkLst>
        </pc:spChg>
        <pc:spChg chg="mod">
          <ac:chgData name="Duy" userId="00f02d2ea35a0614" providerId="LiveId" clId="{1C002420-BDD0-4CEA-946B-9551AD557D6D}" dt="2020-11-22T17:47:43.508" v="651" actId="26606"/>
          <ac:spMkLst>
            <pc:docMk/>
            <pc:sldMk cId="1476273658" sldId="430"/>
            <ac:spMk id="5" creationId="{1042924C-8624-405A-9007-FCFE2D620348}"/>
          </ac:spMkLst>
        </pc:spChg>
        <pc:spChg chg="mod">
          <ac:chgData name="Duy" userId="00f02d2ea35a0614" providerId="LiveId" clId="{1C002420-BDD0-4CEA-946B-9551AD557D6D}" dt="2020-11-22T17:47:43.508" v="651" actId="26606"/>
          <ac:spMkLst>
            <pc:docMk/>
            <pc:sldMk cId="1476273658" sldId="430"/>
            <ac:spMk id="7" creationId="{C017288B-7B56-41C5-B8D7-781697A7E9A9}"/>
          </ac:spMkLst>
        </pc:spChg>
        <pc:spChg chg="mod">
          <ac:chgData name="Duy" userId="00f02d2ea35a0614" providerId="LiveId" clId="{1C002420-BDD0-4CEA-946B-9551AD557D6D}" dt="2020-11-22T17:47:43.508" v="651" actId="26606"/>
          <ac:spMkLst>
            <pc:docMk/>
            <pc:sldMk cId="1476273658" sldId="430"/>
            <ac:spMk id="12" creationId="{D029A7D1-7AA0-4E29-8A04-79138B2FBE65}"/>
          </ac:spMkLst>
        </pc:spChg>
        <pc:picChg chg="add mod ord">
          <ac:chgData name="Duy" userId="00f02d2ea35a0614" providerId="LiveId" clId="{1C002420-BDD0-4CEA-946B-9551AD557D6D}" dt="2020-11-22T17:47:55.308" v="658" actId="14100"/>
          <ac:picMkLst>
            <pc:docMk/>
            <pc:sldMk cId="1476273658" sldId="430"/>
            <ac:picMk id="3" creationId="{2A4071D7-BCC5-4DF1-B974-99AC2C474B40}"/>
          </ac:picMkLst>
        </pc:picChg>
      </pc:sldChg>
      <pc:sldChg chg="addSp modSp add mod modAnim">
        <pc:chgData name="Duy" userId="00f02d2ea35a0614" providerId="LiveId" clId="{1C002420-BDD0-4CEA-946B-9551AD557D6D}" dt="2020-11-22T18:05:48.974" v="1335" actId="1076"/>
        <pc:sldMkLst>
          <pc:docMk/>
          <pc:sldMk cId="1285464145" sldId="431"/>
        </pc:sldMkLst>
        <pc:spChg chg="add mod">
          <ac:chgData name="Duy" userId="00f02d2ea35a0614" providerId="LiveId" clId="{1C002420-BDD0-4CEA-946B-9551AD557D6D}" dt="2020-11-22T18:05:48.974" v="1335" actId="1076"/>
          <ac:spMkLst>
            <pc:docMk/>
            <pc:sldMk cId="1285464145" sldId="431"/>
            <ac:spMk id="6" creationId="{EFEB00DA-732B-4BD6-A963-B1C2EEEF95FA}"/>
          </ac:spMkLst>
        </pc:spChg>
        <pc:spChg chg="mod">
          <ac:chgData name="Duy" userId="00f02d2ea35a0614" providerId="LiveId" clId="{1C002420-BDD0-4CEA-946B-9551AD557D6D}" dt="2020-11-22T18:03:51.577" v="1200" actId="20577"/>
          <ac:spMkLst>
            <pc:docMk/>
            <pc:sldMk cId="1285464145" sldId="431"/>
            <ac:spMk id="12" creationId="{D029A7D1-7AA0-4E29-8A04-79138B2FBE65}"/>
          </ac:spMkLst>
        </pc:spChg>
      </pc:sldChg>
      <pc:sldChg chg="modSp add del mod">
        <pc:chgData name="Duy" userId="00f02d2ea35a0614" providerId="LiveId" clId="{1C002420-BDD0-4CEA-946B-9551AD557D6D}" dt="2020-11-22T18:08:20.551" v="1462" actId="47"/>
        <pc:sldMkLst>
          <pc:docMk/>
          <pc:sldMk cId="949607995" sldId="432"/>
        </pc:sldMkLst>
        <pc:spChg chg="mod">
          <ac:chgData name="Duy" userId="00f02d2ea35a0614" providerId="LiveId" clId="{1C002420-BDD0-4CEA-946B-9551AD557D6D}" dt="2020-11-22T18:06:05.855" v="1376" actId="20577"/>
          <ac:spMkLst>
            <pc:docMk/>
            <pc:sldMk cId="949607995" sldId="432"/>
            <ac:spMk id="12" creationId="{D029A7D1-7AA0-4E29-8A04-79138B2FBE65}"/>
          </ac:spMkLst>
        </pc:spChg>
      </pc:sldChg>
      <pc:sldChg chg="add del">
        <pc:chgData name="Duy" userId="00f02d2ea35a0614" providerId="LiveId" clId="{1C002420-BDD0-4CEA-946B-9551AD557D6D}" dt="2020-11-22T18:08:20.551" v="1462" actId="47"/>
        <pc:sldMkLst>
          <pc:docMk/>
          <pc:sldMk cId="141548292" sldId="433"/>
        </pc:sldMkLst>
      </pc:sldChg>
      <pc:sldChg chg="add del">
        <pc:chgData name="Duy" userId="00f02d2ea35a0614" providerId="LiveId" clId="{1C002420-BDD0-4CEA-946B-9551AD557D6D}" dt="2020-11-22T18:08:20.551" v="1462" actId="47"/>
        <pc:sldMkLst>
          <pc:docMk/>
          <pc:sldMk cId="286670482" sldId="434"/>
        </pc:sldMkLst>
      </pc:sldChg>
      <pc:sldChg chg="addSp delSp modSp add mod">
        <pc:chgData name="Duy" userId="00f02d2ea35a0614" providerId="LiveId" clId="{1C002420-BDD0-4CEA-946B-9551AD557D6D}" dt="2020-11-22T17:56:27.942" v="752"/>
        <pc:sldMkLst>
          <pc:docMk/>
          <pc:sldMk cId="1026445239" sldId="435"/>
        </pc:sldMkLst>
        <pc:spChg chg="mod">
          <ac:chgData name="Duy" userId="00f02d2ea35a0614" providerId="LiveId" clId="{1C002420-BDD0-4CEA-946B-9551AD557D6D}" dt="2020-11-22T17:56:27.942" v="752"/>
          <ac:spMkLst>
            <pc:docMk/>
            <pc:sldMk cId="1026445239" sldId="435"/>
            <ac:spMk id="11" creationId="{6860F0AF-64F0-4361-8893-824762070F4B}"/>
          </ac:spMkLst>
        </pc:spChg>
        <pc:picChg chg="add mod">
          <ac:chgData name="Duy" userId="00f02d2ea35a0614" providerId="LiveId" clId="{1C002420-BDD0-4CEA-946B-9551AD557D6D}" dt="2020-11-22T17:43:48.377" v="609" actId="14100"/>
          <ac:picMkLst>
            <pc:docMk/>
            <pc:sldMk cId="1026445239" sldId="435"/>
            <ac:picMk id="3" creationId="{1AAFA97C-3798-4EF6-B4A2-94DB44D09EFB}"/>
          </ac:picMkLst>
        </pc:picChg>
        <pc:picChg chg="del">
          <ac:chgData name="Duy" userId="00f02d2ea35a0614" providerId="LiveId" clId="{1C002420-BDD0-4CEA-946B-9551AD557D6D}" dt="2020-11-22T17:43:18.184" v="602" actId="478"/>
          <ac:picMkLst>
            <pc:docMk/>
            <pc:sldMk cId="1026445239" sldId="435"/>
            <ac:picMk id="15" creationId="{8446014B-02B9-4744-B18F-A9B7F7520EBC}"/>
          </ac:picMkLst>
        </pc:picChg>
      </pc:sldChg>
      <pc:sldChg chg="addSp delSp modSp add mod">
        <pc:chgData name="Duy" userId="00f02d2ea35a0614" providerId="LiveId" clId="{1C002420-BDD0-4CEA-946B-9551AD557D6D}" dt="2020-11-22T17:50:29.216" v="688" actId="1076"/>
        <pc:sldMkLst>
          <pc:docMk/>
          <pc:sldMk cId="1336504970" sldId="436"/>
        </pc:sldMkLst>
        <pc:picChg chg="del">
          <ac:chgData name="Duy" userId="00f02d2ea35a0614" providerId="LiveId" clId="{1C002420-BDD0-4CEA-946B-9551AD557D6D}" dt="2020-11-22T17:48:05.021" v="660" actId="478"/>
          <ac:picMkLst>
            <pc:docMk/>
            <pc:sldMk cId="1336504970" sldId="436"/>
            <ac:picMk id="3" creationId="{2A4071D7-BCC5-4DF1-B974-99AC2C474B40}"/>
          </ac:picMkLst>
        </pc:picChg>
        <pc:picChg chg="add mod">
          <ac:chgData name="Duy" userId="00f02d2ea35a0614" providerId="LiveId" clId="{1C002420-BDD0-4CEA-946B-9551AD557D6D}" dt="2020-11-22T17:50:22.200" v="685" actId="1076"/>
          <ac:picMkLst>
            <pc:docMk/>
            <pc:sldMk cId="1336504970" sldId="436"/>
            <ac:picMk id="6" creationId="{F91F02D7-C06E-40BD-A7A4-E9B87B5D1CE0}"/>
          </ac:picMkLst>
        </pc:picChg>
        <pc:picChg chg="add mod">
          <ac:chgData name="Duy" userId="00f02d2ea35a0614" providerId="LiveId" clId="{1C002420-BDD0-4CEA-946B-9551AD557D6D}" dt="2020-11-22T17:50:29.216" v="688" actId="1076"/>
          <ac:picMkLst>
            <pc:docMk/>
            <pc:sldMk cId="1336504970" sldId="436"/>
            <ac:picMk id="9" creationId="{1B846642-38E7-4B7C-8CC9-5078927A737D}"/>
          </ac:picMkLst>
        </pc:picChg>
        <pc:picChg chg="add mod">
          <ac:chgData name="Duy" userId="00f02d2ea35a0614" providerId="LiveId" clId="{1C002420-BDD0-4CEA-946B-9551AD557D6D}" dt="2020-11-22T17:50:25.277" v="686" actId="1076"/>
          <ac:picMkLst>
            <pc:docMk/>
            <pc:sldMk cId="1336504970" sldId="436"/>
            <ac:picMk id="11" creationId="{3F807DC1-5E92-48B7-AE3B-575BD1F2F60A}"/>
          </ac:picMkLst>
        </pc:picChg>
        <pc:picChg chg="add mod">
          <ac:chgData name="Duy" userId="00f02d2ea35a0614" providerId="LiveId" clId="{1C002420-BDD0-4CEA-946B-9551AD557D6D}" dt="2020-11-22T17:50:20.192" v="684" actId="571"/>
          <ac:picMkLst>
            <pc:docMk/>
            <pc:sldMk cId="1336504970" sldId="436"/>
            <ac:picMk id="13" creationId="{35E6A084-4DC3-4A9A-BB6A-F0D5CC1FFCBB}"/>
          </ac:picMkLst>
        </pc:picChg>
      </pc:sldChg>
      <pc:sldChg chg="add">
        <pc:chgData name="Duy" userId="00f02d2ea35a0614" providerId="LiveId" clId="{1C002420-BDD0-4CEA-946B-9551AD557D6D}" dt="2020-11-22T17:59:34.180" v="781"/>
        <pc:sldMkLst>
          <pc:docMk/>
          <pc:sldMk cId="1364290010" sldId="437"/>
        </pc:sldMkLst>
      </pc:sldChg>
      <pc:sldChg chg="addSp delSp modSp add del mod">
        <pc:chgData name="Duy" userId="00f02d2ea35a0614" providerId="LiveId" clId="{1C002420-BDD0-4CEA-946B-9551AD557D6D}" dt="2020-11-22T17:59:29.661" v="780" actId="2696"/>
        <pc:sldMkLst>
          <pc:docMk/>
          <pc:sldMk cId="3279727260" sldId="437"/>
        </pc:sldMkLst>
        <pc:picChg chg="add del mod">
          <ac:chgData name="Duy" userId="00f02d2ea35a0614" providerId="LiveId" clId="{1C002420-BDD0-4CEA-946B-9551AD557D6D}" dt="2020-11-22T17:50:15.527" v="681" actId="21"/>
          <ac:picMkLst>
            <pc:docMk/>
            <pc:sldMk cId="3279727260" sldId="437"/>
            <ac:picMk id="3" creationId="{B557C44B-CE0C-402B-B973-F23A3DA66B02}"/>
          </ac:picMkLst>
        </pc:picChg>
        <pc:picChg chg="add del mod">
          <ac:chgData name="Duy" userId="00f02d2ea35a0614" providerId="LiveId" clId="{1C002420-BDD0-4CEA-946B-9551AD557D6D}" dt="2020-11-22T17:51:21.653" v="698" actId="931"/>
          <ac:picMkLst>
            <pc:docMk/>
            <pc:sldMk cId="3279727260" sldId="437"/>
            <ac:picMk id="8" creationId="{519B6328-67DE-418B-B237-CC8E5439DC35}"/>
          </ac:picMkLst>
        </pc:picChg>
        <pc:picChg chg="add mod">
          <ac:chgData name="Duy" userId="00f02d2ea35a0614" providerId="LiveId" clId="{1C002420-BDD0-4CEA-946B-9551AD557D6D}" dt="2020-11-22T17:51:44.205" v="703" actId="14100"/>
          <ac:picMkLst>
            <pc:docMk/>
            <pc:sldMk cId="3279727260" sldId="437"/>
            <ac:picMk id="10" creationId="{F212B8CF-FE0F-484C-A197-8C23080925C4}"/>
          </ac:picMkLst>
        </pc:picChg>
        <pc:picChg chg="add mod">
          <ac:chgData name="Duy" userId="00f02d2ea35a0614" providerId="LiveId" clId="{1C002420-BDD0-4CEA-946B-9551AD557D6D}" dt="2020-11-22T17:52:18.925" v="709" actId="1076"/>
          <ac:picMkLst>
            <pc:docMk/>
            <pc:sldMk cId="3279727260" sldId="437"/>
            <ac:picMk id="13" creationId="{ED66028B-CA54-4036-AD16-06647C48E4AB}"/>
          </ac:picMkLst>
        </pc:picChg>
      </pc:sldChg>
      <pc:sldChg chg="addSp modSp add del mod">
        <pc:chgData name="Duy" userId="00f02d2ea35a0614" providerId="LiveId" clId="{1C002420-BDD0-4CEA-946B-9551AD557D6D}" dt="2020-11-22T17:57:53.191" v="761" actId="2696"/>
        <pc:sldMkLst>
          <pc:docMk/>
          <pc:sldMk cId="2153988604" sldId="438"/>
        </pc:sldMkLst>
        <pc:picChg chg="add mod">
          <ac:chgData name="Duy" userId="00f02d2ea35a0614" providerId="LiveId" clId="{1C002420-BDD0-4CEA-946B-9551AD557D6D}" dt="2020-11-22T17:53:26.736" v="722" actId="14100"/>
          <ac:picMkLst>
            <pc:docMk/>
            <pc:sldMk cId="2153988604" sldId="438"/>
            <ac:picMk id="3" creationId="{5AFB6899-EE47-46F5-8D7E-4AB25BCBABA6}"/>
          </ac:picMkLst>
        </pc:picChg>
        <pc:picChg chg="add mod">
          <ac:chgData name="Duy" userId="00f02d2ea35a0614" providerId="LiveId" clId="{1C002420-BDD0-4CEA-946B-9551AD557D6D}" dt="2020-11-22T17:53:02.339" v="717"/>
          <ac:picMkLst>
            <pc:docMk/>
            <pc:sldMk cId="2153988604" sldId="438"/>
            <ac:picMk id="6" creationId="{41C22B8F-C6E7-47D8-9533-7F41E8F92C08}"/>
          </ac:picMkLst>
        </pc:picChg>
      </pc:sldChg>
      <pc:sldChg chg="modSp add mod">
        <pc:chgData name="Duy" userId="00f02d2ea35a0614" providerId="LiveId" clId="{1C002420-BDD0-4CEA-946B-9551AD557D6D}" dt="2020-11-22T17:58:44.814" v="772" actId="1076"/>
        <pc:sldMkLst>
          <pc:docMk/>
          <pc:sldMk cId="4291837767" sldId="438"/>
        </pc:sldMkLst>
        <pc:picChg chg="mod">
          <ac:chgData name="Duy" userId="00f02d2ea35a0614" providerId="LiveId" clId="{1C002420-BDD0-4CEA-946B-9551AD557D6D}" dt="2020-11-22T17:58:44.814" v="772" actId="1076"/>
          <ac:picMkLst>
            <pc:docMk/>
            <pc:sldMk cId="4291837767" sldId="438"/>
            <ac:picMk id="3" creationId="{5AFB6899-EE47-46F5-8D7E-4AB25BCBABA6}"/>
          </ac:picMkLst>
        </pc:picChg>
      </pc:sldChg>
      <pc:sldChg chg="addSp modSp add mod">
        <pc:chgData name="Duy" userId="00f02d2ea35a0614" providerId="LiveId" clId="{1C002420-BDD0-4CEA-946B-9551AD557D6D}" dt="2020-11-22T17:55:22.559" v="732" actId="14100"/>
        <pc:sldMkLst>
          <pc:docMk/>
          <pc:sldMk cId="3218219262" sldId="439"/>
        </pc:sldMkLst>
        <pc:picChg chg="add mod">
          <ac:chgData name="Duy" userId="00f02d2ea35a0614" providerId="LiveId" clId="{1C002420-BDD0-4CEA-946B-9551AD557D6D}" dt="2020-11-22T17:55:00.710" v="727" actId="14100"/>
          <ac:picMkLst>
            <pc:docMk/>
            <pc:sldMk cId="3218219262" sldId="439"/>
            <ac:picMk id="3" creationId="{1205FB17-C513-47F9-AD72-210CC9A8DAEA}"/>
          </ac:picMkLst>
        </pc:picChg>
        <pc:picChg chg="add mod">
          <ac:chgData name="Duy" userId="00f02d2ea35a0614" providerId="LiveId" clId="{1C002420-BDD0-4CEA-946B-9551AD557D6D}" dt="2020-11-22T17:55:22.559" v="732" actId="14100"/>
          <ac:picMkLst>
            <pc:docMk/>
            <pc:sldMk cId="3218219262" sldId="439"/>
            <ac:picMk id="8" creationId="{AA25061B-D763-499E-821B-0EDEA800F41E}"/>
          </ac:picMkLst>
        </pc:picChg>
      </pc:sldChg>
      <pc:sldChg chg="addSp delSp modSp add mod modAnim">
        <pc:chgData name="Duy" userId="00f02d2ea35a0614" providerId="LiveId" clId="{1C002420-BDD0-4CEA-946B-9551AD557D6D}" dt="2020-11-22T18:02:28.300" v="1157"/>
        <pc:sldMkLst>
          <pc:docMk/>
          <pc:sldMk cId="470579619" sldId="440"/>
        </pc:sldMkLst>
        <pc:spChg chg="add mod">
          <ac:chgData name="Duy" userId="00f02d2ea35a0614" providerId="LiveId" clId="{1C002420-BDD0-4CEA-946B-9551AD557D6D}" dt="2020-11-22T18:00:35.786" v="827" actId="1076"/>
          <ac:spMkLst>
            <pc:docMk/>
            <pc:sldMk cId="470579619" sldId="440"/>
            <ac:spMk id="8" creationId="{E0B15163-D7D5-4C3C-A340-15EF21F3CF69}"/>
          </ac:spMkLst>
        </pc:spChg>
        <pc:spChg chg="add del mod">
          <ac:chgData name="Duy" userId="00f02d2ea35a0614" providerId="LiveId" clId="{1C002420-BDD0-4CEA-946B-9551AD557D6D}" dt="2020-11-22T18:01:13.363" v="934" actId="478"/>
          <ac:spMkLst>
            <pc:docMk/>
            <pc:sldMk cId="470579619" sldId="440"/>
            <ac:spMk id="9" creationId="{7FCD0905-1191-4972-94B7-EFA390FD8AD7}"/>
          </ac:spMkLst>
        </pc:spChg>
        <pc:spChg chg="add mod">
          <ac:chgData name="Duy" userId="00f02d2ea35a0614" providerId="LiveId" clId="{1C002420-BDD0-4CEA-946B-9551AD557D6D}" dt="2020-11-22T18:02:03.475" v="1152" actId="948"/>
          <ac:spMkLst>
            <pc:docMk/>
            <pc:sldMk cId="470579619" sldId="440"/>
            <ac:spMk id="10" creationId="{F408A46D-1523-4C7F-9D89-94AC30EE9B1E}"/>
          </ac:spMkLst>
        </pc:spChg>
        <pc:spChg chg="mod">
          <ac:chgData name="Duy" userId="00f02d2ea35a0614" providerId="LiveId" clId="{1C002420-BDD0-4CEA-946B-9551AD557D6D}" dt="2020-11-22T18:00:44.331" v="839" actId="20577"/>
          <ac:spMkLst>
            <pc:docMk/>
            <pc:sldMk cId="470579619" sldId="440"/>
            <ac:spMk id="12" creationId="{D029A7D1-7AA0-4E29-8A04-79138B2FBE65}"/>
          </ac:spMkLst>
        </pc:spChg>
      </pc:sldChg>
      <pc:sldChg chg="add del">
        <pc:chgData name="Duy" userId="00f02d2ea35a0614" providerId="LiveId" clId="{1C002420-BDD0-4CEA-946B-9551AD557D6D}" dt="2020-11-22T18:02:34.699" v="1158" actId="47"/>
        <pc:sldMkLst>
          <pc:docMk/>
          <pc:sldMk cId="3474402966" sldId="441"/>
        </pc:sldMkLst>
      </pc:sldChg>
      <pc:sldChg chg="addSp delSp modSp add del mod">
        <pc:chgData name="Duy" userId="00f02d2ea35a0614" providerId="LiveId" clId="{1C002420-BDD0-4CEA-946B-9551AD557D6D}" dt="2020-11-22T17:57:53.191" v="761" actId="2696"/>
        <pc:sldMkLst>
          <pc:docMk/>
          <pc:sldMk cId="2014350159" sldId="442"/>
        </pc:sldMkLst>
        <pc:picChg chg="add mod">
          <ac:chgData name="Duy" userId="00f02d2ea35a0614" providerId="LiveId" clId="{1C002420-BDD0-4CEA-946B-9551AD557D6D}" dt="2020-11-22T17:52:56.777" v="716" actId="14100"/>
          <ac:picMkLst>
            <pc:docMk/>
            <pc:sldMk cId="2014350159" sldId="442"/>
            <ac:picMk id="3" creationId="{432F637D-418E-4AD1-8A57-AE86E912E372}"/>
          </ac:picMkLst>
        </pc:picChg>
        <pc:picChg chg="del">
          <ac:chgData name="Duy" userId="00f02d2ea35a0614" providerId="LiveId" clId="{1C002420-BDD0-4CEA-946B-9551AD557D6D}" dt="2020-11-22T17:52:29.329" v="711" actId="478"/>
          <ac:picMkLst>
            <pc:docMk/>
            <pc:sldMk cId="2014350159" sldId="442"/>
            <ac:picMk id="10" creationId="{F212B8CF-FE0F-484C-A197-8C23080925C4}"/>
          </ac:picMkLst>
        </pc:picChg>
      </pc:sldChg>
      <pc:sldChg chg="addSp delSp modSp add mod">
        <pc:chgData name="Duy" userId="00f02d2ea35a0614" providerId="LiveId" clId="{1C002420-BDD0-4CEA-946B-9551AD557D6D}" dt="2020-11-22T17:58:44.058" v="771" actId="931"/>
        <pc:sldMkLst>
          <pc:docMk/>
          <pc:sldMk cId="3671544783" sldId="442"/>
        </pc:sldMkLst>
        <pc:picChg chg="mod">
          <ac:chgData name="Duy" userId="00f02d2ea35a0614" providerId="LiveId" clId="{1C002420-BDD0-4CEA-946B-9551AD557D6D}" dt="2020-11-22T17:58:19.470" v="763" actId="1076"/>
          <ac:picMkLst>
            <pc:docMk/>
            <pc:sldMk cId="3671544783" sldId="442"/>
            <ac:picMk id="3" creationId="{432F637D-418E-4AD1-8A57-AE86E912E372}"/>
          </ac:picMkLst>
        </pc:picChg>
        <pc:picChg chg="add del mod">
          <ac:chgData name="Duy" userId="00f02d2ea35a0614" providerId="LiveId" clId="{1C002420-BDD0-4CEA-946B-9551AD557D6D}" dt="2020-11-22T17:58:44.058" v="771" actId="931"/>
          <ac:picMkLst>
            <pc:docMk/>
            <pc:sldMk cId="3671544783" sldId="442"/>
            <ac:picMk id="6" creationId="{4E39BE65-7D68-4C12-BAB9-67EF87220B79}"/>
          </ac:picMkLst>
        </pc:picChg>
      </pc:sldChg>
      <pc:sldChg chg="addSp delSp modSp add mod">
        <pc:chgData name="Duy" userId="00f02d2ea35a0614" providerId="LiveId" clId="{1C002420-BDD0-4CEA-946B-9551AD557D6D}" dt="2020-11-22T17:57:41.103" v="760" actId="1076"/>
        <pc:sldMkLst>
          <pc:docMk/>
          <pc:sldMk cId="1411531799" sldId="443"/>
        </pc:sldMkLst>
        <pc:picChg chg="add mod">
          <ac:chgData name="Duy" userId="00f02d2ea35a0614" providerId="LiveId" clId="{1C002420-BDD0-4CEA-946B-9551AD557D6D}" dt="2020-11-22T17:57:41.103" v="760" actId="1076"/>
          <ac:picMkLst>
            <pc:docMk/>
            <pc:sldMk cId="1411531799" sldId="443"/>
            <ac:picMk id="3" creationId="{F8DB3C7C-F826-4CD8-8BEC-1C7925980658}"/>
          </ac:picMkLst>
        </pc:picChg>
        <pc:picChg chg="del">
          <ac:chgData name="Duy" userId="00f02d2ea35a0614" providerId="LiveId" clId="{1C002420-BDD0-4CEA-946B-9551AD557D6D}" dt="2020-11-22T17:57:22.098" v="754" actId="478"/>
          <ac:picMkLst>
            <pc:docMk/>
            <pc:sldMk cId="1411531799" sldId="443"/>
            <ac:picMk id="6" creationId="{F91F02D7-C06E-40BD-A7A4-E9B87B5D1CE0}"/>
          </ac:picMkLst>
        </pc:picChg>
        <pc:picChg chg="del">
          <ac:chgData name="Duy" userId="00f02d2ea35a0614" providerId="LiveId" clId="{1C002420-BDD0-4CEA-946B-9551AD557D6D}" dt="2020-11-22T17:57:22.657" v="755" actId="478"/>
          <ac:picMkLst>
            <pc:docMk/>
            <pc:sldMk cId="1411531799" sldId="443"/>
            <ac:picMk id="9" creationId="{1B846642-38E7-4B7C-8CC9-5078927A737D}"/>
          </ac:picMkLst>
        </pc:picChg>
      </pc:sldChg>
      <pc:sldChg chg="addSp delSp modSp add mod">
        <pc:chgData name="Duy" userId="00f02d2ea35a0614" providerId="LiveId" clId="{1C002420-BDD0-4CEA-946B-9551AD557D6D}" dt="2020-11-22T17:59:06.332" v="779" actId="14100"/>
        <pc:sldMkLst>
          <pc:docMk/>
          <pc:sldMk cId="632819221" sldId="444"/>
        </pc:sldMkLst>
        <pc:picChg chg="del">
          <ac:chgData name="Duy" userId="00f02d2ea35a0614" providerId="LiveId" clId="{1C002420-BDD0-4CEA-946B-9551AD557D6D}" dt="2020-11-22T17:58:50.466" v="774" actId="478"/>
          <ac:picMkLst>
            <pc:docMk/>
            <pc:sldMk cId="632819221" sldId="444"/>
            <ac:picMk id="3" creationId="{5AFB6899-EE47-46F5-8D7E-4AB25BCBABA6}"/>
          </ac:picMkLst>
        </pc:picChg>
        <pc:picChg chg="add mod">
          <ac:chgData name="Duy" userId="00f02d2ea35a0614" providerId="LiveId" clId="{1C002420-BDD0-4CEA-946B-9551AD557D6D}" dt="2020-11-22T17:59:06.332" v="779" actId="14100"/>
          <ac:picMkLst>
            <pc:docMk/>
            <pc:sldMk cId="632819221" sldId="444"/>
            <ac:picMk id="8" creationId="{A009BCBD-2D74-4178-9651-E618B214270A}"/>
          </ac:picMkLst>
        </pc:picChg>
      </pc:sldChg>
      <pc:sldChg chg="modSp add mod">
        <pc:chgData name="Duy" userId="00f02d2ea35a0614" providerId="LiveId" clId="{1C002420-BDD0-4CEA-946B-9551AD557D6D}" dt="2020-11-22T18:03:38.903" v="1165" actId="207"/>
        <pc:sldMkLst>
          <pc:docMk/>
          <pc:sldMk cId="2517031398" sldId="445"/>
        </pc:sldMkLst>
        <pc:spChg chg="mod">
          <ac:chgData name="Duy" userId="00f02d2ea35a0614" providerId="LiveId" clId="{1C002420-BDD0-4CEA-946B-9551AD557D6D}" dt="2020-11-22T18:03:38.903" v="1165" actId="207"/>
          <ac:spMkLst>
            <pc:docMk/>
            <pc:sldMk cId="2517031398" sldId="445"/>
            <ac:spMk id="6" creationId="{8030EF7F-B37B-46B6-8B81-FD1F794723A6}"/>
          </ac:spMkLst>
        </pc:spChg>
      </pc:sldChg>
      <pc:sldChg chg="modSp add mod">
        <pc:chgData name="Duy" userId="00f02d2ea35a0614" providerId="LiveId" clId="{1C002420-BDD0-4CEA-946B-9551AD557D6D}" dt="2020-11-22T18:07:47.431" v="1461" actId="20577"/>
        <pc:sldMkLst>
          <pc:docMk/>
          <pc:sldMk cId="2070864360" sldId="446"/>
        </pc:sldMkLst>
        <pc:spChg chg="mod">
          <ac:chgData name="Duy" userId="00f02d2ea35a0614" providerId="LiveId" clId="{1C002420-BDD0-4CEA-946B-9551AD557D6D}" dt="2020-11-22T18:07:47.431" v="1461" actId="20577"/>
          <ac:spMkLst>
            <pc:docMk/>
            <pc:sldMk cId="2070864360" sldId="446"/>
            <ac:spMk id="5" creationId="{D3CD2BD6-47AE-4789-A046-D13652A3AD80}"/>
          </ac:spMkLst>
        </pc:spChg>
      </pc:sldChg>
      <pc:sldChg chg="delSp modSp add mod delAnim">
        <pc:chgData name="Duy" userId="00f02d2ea35a0614" providerId="LiveId" clId="{1C002420-BDD0-4CEA-946B-9551AD557D6D}" dt="2020-11-22T18:08:58.716" v="1491" actId="20577"/>
        <pc:sldMkLst>
          <pc:docMk/>
          <pc:sldMk cId="1338264721" sldId="447"/>
        </pc:sldMkLst>
        <pc:spChg chg="del">
          <ac:chgData name="Duy" userId="00f02d2ea35a0614" providerId="LiveId" clId="{1C002420-BDD0-4CEA-946B-9551AD557D6D}" dt="2020-11-22T18:08:50.984" v="1470" actId="478"/>
          <ac:spMkLst>
            <pc:docMk/>
            <pc:sldMk cId="1338264721" sldId="447"/>
            <ac:spMk id="4" creationId="{2752E65B-17EA-47C6-B217-37F78E7AC122}"/>
          </ac:spMkLst>
        </pc:spChg>
        <pc:spChg chg="del">
          <ac:chgData name="Duy" userId="00f02d2ea35a0614" providerId="LiveId" clId="{1C002420-BDD0-4CEA-946B-9551AD557D6D}" dt="2020-11-22T18:08:40.855" v="1464" actId="478"/>
          <ac:spMkLst>
            <pc:docMk/>
            <pc:sldMk cId="1338264721" sldId="447"/>
            <ac:spMk id="6" creationId="{179174FB-5B99-4034-91C3-ED59F4F26586}"/>
          </ac:spMkLst>
        </pc:spChg>
        <pc:spChg chg="mod">
          <ac:chgData name="Duy" userId="00f02d2ea35a0614" providerId="LiveId" clId="{1C002420-BDD0-4CEA-946B-9551AD557D6D}" dt="2020-11-22T18:08:58.716" v="1491" actId="20577"/>
          <ac:spMkLst>
            <pc:docMk/>
            <pc:sldMk cId="1338264721" sldId="447"/>
            <ac:spMk id="7" creationId="{8327D28A-3E11-407E-B324-0AD1960B27C0}"/>
          </ac:spMkLst>
        </pc:spChg>
        <pc:spChg chg="del">
          <ac:chgData name="Duy" userId="00f02d2ea35a0614" providerId="LiveId" clId="{1C002420-BDD0-4CEA-946B-9551AD557D6D}" dt="2020-11-22T18:08:48.044" v="1468" actId="478"/>
          <ac:spMkLst>
            <pc:docMk/>
            <pc:sldMk cId="1338264721" sldId="447"/>
            <ac:spMk id="8" creationId="{92577705-50E4-470D-8243-F97973BD8069}"/>
          </ac:spMkLst>
        </pc:spChg>
        <pc:spChg chg="del">
          <ac:chgData name="Duy" userId="00f02d2ea35a0614" providerId="LiveId" clId="{1C002420-BDD0-4CEA-946B-9551AD557D6D}" dt="2020-11-22T18:08:49.591" v="1469" actId="478"/>
          <ac:spMkLst>
            <pc:docMk/>
            <pc:sldMk cId="1338264721" sldId="447"/>
            <ac:spMk id="11" creationId="{9B98C04C-7A72-4E79-BEDF-9A27119BE8A0}"/>
          </ac:spMkLst>
        </pc:spChg>
        <pc:spChg chg="del">
          <ac:chgData name="Duy" userId="00f02d2ea35a0614" providerId="LiveId" clId="{1C002420-BDD0-4CEA-946B-9551AD557D6D}" dt="2020-11-22T18:08:43.035" v="1465" actId="478"/>
          <ac:spMkLst>
            <pc:docMk/>
            <pc:sldMk cId="1338264721" sldId="447"/>
            <ac:spMk id="13" creationId="{CE3BB996-3699-44A9-A1BC-A1A930409B31}"/>
          </ac:spMkLst>
        </pc:spChg>
        <pc:spChg chg="del">
          <ac:chgData name="Duy" userId="00f02d2ea35a0614" providerId="LiveId" clId="{1C002420-BDD0-4CEA-946B-9551AD557D6D}" dt="2020-11-22T18:08:44.453" v="1466" actId="478"/>
          <ac:spMkLst>
            <pc:docMk/>
            <pc:sldMk cId="1338264721" sldId="447"/>
            <ac:spMk id="14" creationId="{4C9C2F21-259B-4AF2-93E2-67CFE923ECB9}"/>
          </ac:spMkLst>
        </pc:spChg>
        <pc:spChg chg="del">
          <ac:chgData name="Duy" userId="00f02d2ea35a0614" providerId="LiveId" clId="{1C002420-BDD0-4CEA-946B-9551AD557D6D}" dt="2020-11-22T18:08:45.833" v="1467" actId="478"/>
          <ac:spMkLst>
            <pc:docMk/>
            <pc:sldMk cId="1338264721" sldId="447"/>
            <ac:spMk id="15" creationId="{1DC89E44-177F-4A48-AE96-60242702453C}"/>
          </ac:spMkLst>
        </pc:spChg>
      </pc:sldChg>
    </pc:docChg>
  </pc:docChgLst>
  <pc:docChgLst>
    <pc:chgData name="Duy" userId="00f02d2ea35a0614" providerId="LiveId" clId="{8D814573-8DB8-43CE-A41D-D151176E2D2C}"/>
    <pc:docChg chg="custSel modSld">
      <pc:chgData name="Duy" userId="00f02d2ea35a0614" providerId="LiveId" clId="{8D814573-8DB8-43CE-A41D-D151176E2D2C}" dt="2021-12-20T04:38:30.712" v="12"/>
      <pc:docMkLst>
        <pc:docMk/>
      </pc:docMkLst>
      <pc:sldChg chg="addSp delSp mod">
        <pc:chgData name="Duy" userId="00f02d2ea35a0614" providerId="LiveId" clId="{8D814573-8DB8-43CE-A41D-D151176E2D2C}" dt="2021-12-13T02:19:23.347" v="7" actId="478"/>
        <pc:sldMkLst>
          <pc:docMk/>
          <pc:sldMk cId="2511740448" sldId="361"/>
        </pc:sldMkLst>
        <pc:inkChg chg="add del">
          <ac:chgData name="Duy" userId="00f02d2ea35a0614" providerId="LiveId" clId="{8D814573-8DB8-43CE-A41D-D151176E2D2C}" dt="2021-12-13T02:19:23.347" v="7" actId="478"/>
          <ac:inkMkLst>
            <pc:docMk/>
            <pc:sldMk cId="2511740448" sldId="361"/>
            <ac:inkMk id="2" creationId="{B0A7495A-9C40-480C-8671-B153108C9E72}"/>
          </ac:inkMkLst>
        </pc:inkChg>
      </pc:sldChg>
      <pc:sldChg chg="addSp delSp mod">
        <pc:chgData name="Duy" userId="00f02d2ea35a0614" providerId="LiveId" clId="{8D814573-8DB8-43CE-A41D-D151176E2D2C}" dt="2021-12-13T02:19:19.136" v="6" actId="478"/>
        <pc:sldMkLst>
          <pc:docMk/>
          <pc:sldMk cId="4271796237" sldId="384"/>
        </pc:sldMkLst>
        <pc:inkChg chg="add del">
          <ac:chgData name="Duy" userId="00f02d2ea35a0614" providerId="LiveId" clId="{8D814573-8DB8-43CE-A41D-D151176E2D2C}" dt="2021-12-13T02:19:19.136" v="6" actId="478"/>
          <ac:inkMkLst>
            <pc:docMk/>
            <pc:sldMk cId="4271796237" sldId="384"/>
            <ac:inkMk id="2" creationId="{79C4C7A9-EEFD-44DA-A8E4-AF468D37073A}"/>
          </ac:inkMkLst>
        </pc:inkChg>
      </pc:sldChg>
      <pc:sldChg chg="addSp delSp mod">
        <pc:chgData name="Duy" userId="00f02d2ea35a0614" providerId="LiveId" clId="{8D814573-8DB8-43CE-A41D-D151176E2D2C}" dt="2021-12-13T02:19:06.901" v="3" actId="478"/>
        <pc:sldMkLst>
          <pc:docMk/>
          <pc:sldMk cId="1171206735" sldId="424"/>
        </pc:sldMkLst>
        <pc:inkChg chg="add del">
          <ac:chgData name="Duy" userId="00f02d2ea35a0614" providerId="LiveId" clId="{8D814573-8DB8-43CE-A41D-D151176E2D2C}" dt="2021-12-13T02:19:06.901" v="3" actId="478"/>
          <ac:inkMkLst>
            <pc:docMk/>
            <pc:sldMk cId="1171206735" sldId="424"/>
            <ac:inkMk id="2" creationId="{934AF9FA-0CEB-499E-BE01-26DF358D2B1E}"/>
          </ac:inkMkLst>
        </pc:inkChg>
      </pc:sldChg>
      <pc:sldChg chg="addSp delSp mod">
        <pc:chgData name="Duy" userId="00f02d2ea35a0614" providerId="LiveId" clId="{8D814573-8DB8-43CE-A41D-D151176E2D2C}" dt="2021-12-13T02:19:10.518" v="4" actId="478"/>
        <pc:sldMkLst>
          <pc:docMk/>
          <pc:sldMk cId="4154185492" sldId="425"/>
        </pc:sldMkLst>
        <pc:inkChg chg="add del">
          <ac:chgData name="Duy" userId="00f02d2ea35a0614" providerId="LiveId" clId="{8D814573-8DB8-43CE-A41D-D151176E2D2C}" dt="2021-12-13T02:19:10.518" v="4" actId="478"/>
          <ac:inkMkLst>
            <pc:docMk/>
            <pc:sldMk cId="4154185492" sldId="425"/>
            <ac:inkMk id="2" creationId="{A799C290-1B7D-4F00-AF02-D87472679CF1}"/>
          </ac:inkMkLst>
        </pc:inkChg>
      </pc:sldChg>
      <pc:sldChg chg="addSp delSp mod">
        <pc:chgData name="Duy" userId="00f02d2ea35a0614" providerId="LiveId" clId="{8D814573-8DB8-43CE-A41D-D151176E2D2C}" dt="2021-12-13T02:19:14.788" v="5" actId="478"/>
        <pc:sldMkLst>
          <pc:docMk/>
          <pc:sldMk cId="2222206623" sldId="427"/>
        </pc:sldMkLst>
        <pc:inkChg chg="add del">
          <ac:chgData name="Duy" userId="00f02d2ea35a0614" providerId="LiveId" clId="{8D814573-8DB8-43CE-A41D-D151176E2D2C}" dt="2021-12-13T02:19:14.788" v="5" actId="478"/>
          <ac:inkMkLst>
            <pc:docMk/>
            <pc:sldMk cId="2222206623" sldId="427"/>
            <ac:inkMk id="2" creationId="{1306CA0E-6CDA-429A-B56B-4DD4AF5DDE92}"/>
          </ac:inkMkLst>
        </pc:inkChg>
      </pc:sldChg>
      <pc:sldChg chg="addSp delSp mod">
        <pc:chgData name="Duy" userId="00f02d2ea35a0614" providerId="LiveId" clId="{8D814573-8DB8-43CE-A41D-D151176E2D2C}" dt="2021-12-13T02:19:31.126" v="9" actId="478"/>
        <pc:sldMkLst>
          <pc:docMk/>
          <pc:sldMk cId="1476273658" sldId="430"/>
        </pc:sldMkLst>
        <pc:inkChg chg="add del">
          <ac:chgData name="Duy" userId="00f02d2ea35a0614" providerId="LiveId" clId="{8D814573-8DB8-43CE-A41D-D151176E2D2C}" dt="2021-12-13T02:19:31.126" v="9" actId="478"/>
          <ac:inkMkLst>
            <pc:docMk/>
            <pc:sldMk cId="1476273658" sldId="430"/>
            <ac:inkMk id="2" creationId="{F47EF1BD-A45A-4AE5-B344-38DAD04D50FF}"/>
          </ac:inkMkLst>
        </pc:inkChg>
      </pc:sldChg>
      <pc:sldChg chg="addSp">
        <pc:chgData name="Duy" userId="00f02d2ea35a0614" providerId="LiveId" clId="{8D814573-8DB8-43CE-A41D-D151176E2D2C}" dt="2021-12-20T04:38:30.712" v="12"/>
        <pc:sldMkLst>
          <pc:docMk/>
          <pc:sldMk cId="1285464145" sldId="431"/>
        </pc:sldMkLst>
        <pc:inkChg chg="add">
          <ac:chgData name="Duy" userId="00f02d2ea35a0614" providerId="LiveId" clId="{8D814573-8DB8-43CE-A41D-D151176E2D2C}" dt="2021-12-20T04:38:30.712" v="12"/>
          <ac:inkMkLst>
            <pc:docMk/>
            <pc:sldMk cId="1285464145" sldId="431"/>
            <ac:inkMk id="2" creationId="{C6D98C13-1B4E-40AC-8B7B-7A2898C51C68}"/>
          </ac:inkMkLst>
        </pc:inkChg>
      </pc:sldChg>
      <pc:sldChg chg="addSp delSp mod">
        <pc:chgData name="Duy" userId="00f02d2ea35a0614" providerId="LiveId" clId="{8D814573-8DB8-43CE-A41D-D151176E2D2C}" dt="2021-12-13T02:19:27.506" v="8" actId="478"/>
        <pc:sldMkLst>
          <pc:docMk/>
          <pc:sldMk cId="1026445239" sldId="435"/>
        </pc:sldMkLst>
        <pc:inkChg chg="add del">
          <ac:chgData name="Duy" userId="00f02d2ea35a0614" providerId="LiveId" clId="{8D814573-8DB8-43CE-A41D-D151176E2D2C}" dt="2021-12-13T02:19:27.506" v="8" actId="478"/>
          <ac:inkMkLst>
            <pc:docMk/>
            <pc:sldMk cId="1026445239" sldId="435"/>
            <ac:inkMk id="2" creationId="{342F9060-2CB1-463C-85A1-C6D1D1F6F437}"/>
          </ac:inkMkLst>
        </pc:inkChg>
      </pc:sldChg>
      <pc:sldChg chg="addSp delSp mod">
        <pc:chgData name="Duy" userId="00f02d2ea35a0614" providerId="LiveId" clId="{8D814573-8DB8-43CE-A41D-D151176E2D2C}" dt="2021-12-13T02:19:43.697" v="11" actId="478"/>
        <pc:sldMkLst>
          <pc:docMk/>
          <pc:sldMk cId="470579619" sldId="440"/>
        </pc:sldMkLst>
        <pc:inkChg chg="add del">
          <ac:chgData name="Duy" userId="00f02d2ea35a0614" providerId="LiveId" clId="{8D814573-8DB8-43CE-A41D-D151176E2D2C}" dt="2021-12-13T02:19:43.697" v="11" actId="478"/>
          <ac:inkMkLst>
            <pc:docMk/>
            <pc:sldMk cId="470579619" sldId="440"/>
            <ac:inkMk id="2" creationId="{6FE99369-EFB4-4B65-8CF1-5350A2C43EAA}"/>
          </ac:inkMkLst>
        </pc:inkChg>
      </pc:sldChg>
      <pc:sldChg chg="addSp delSp mod">
        <pc:chgData name="Duy" userId="00f02d2ea35a0614" providerId="LiveId" clId="{8D814573-8DB8-43CE-A41D-D151176E2D2C}" dt="2021-12-13T02:19:36.726" v="10" actId="478"/>
        <pc:sldMkLst>
          <pc:docMk/>
          <pc:sldMk cId="3671544783" sldId="442"/>
        </pc:sldMkLst>
        <pc:inkChg chg="add del">
          <ac:chgData name="Duy" userId="00f02d2ea35a0614" providerId="LiveId" clId="{8D814573-8DB8-43CE-A41D-D151176E2D2C}" dt="2021-12-13T02:19:36.726" v="10" actId="478"/>
          <ac:inkMkLst>
            <pc:docMk/>
            <pc:sldMk cId="3671544783" sldId="442"/>
            <ac:inkMk id="2" creationId="{9E79AA48-55E1-4D9A-9FD8-2B8727346A84}"/>
          </ac:inkMkLst>
        </pc:inkChg>
      </pc:sldChg>
    </pc:docChg>
  </pc:docChgLst>
  <pc:docChgLst>
    <pc:chgData name="Duy Doan" userId="00f02d2ea35a0614" providerId="LiveId" clId="{04E8328B-B8C7-466C-BBC7-3E2F9DCD3699}"/>
    <pc:docChg chg="modSld">
      <pc:chgData name="Duy Doan" userId="00f02d2ea35a0614" providerId="LiveId" clId="{04E8328B-B8C7-466C-BBC7-3E2F9DCD3699}" dt="2020-11-23T00:21:49.301" v="8" actId="114"/>
      <pc:docMkLst>
        <pc:docMk/>
      </pc:docMkLst>
      <pc:sldChg chg="modSp mod">
        <pc:chgData name="Duy Doan" userId="00f02d2ea35a0614" providerId="LiveId" clId="{04E8328B-B8C7-466C-BBC7-3E2F9DCD3699}" dt="2020-11-23T00:21:49.301" v="8" actId="114"/>
        <pc:sldMkLst>
          <pc:docMk/>
          <pc:sldMk cId="2219405526" sldId="360"/>
        </pc:sldMkLst>
        <pc:spChg chg="mod">
          <ac:chgData name="Duy Doan" userId="00f02d2ea35a0614" providerId="LiveId" clId="{04E8328B-B8C7-466C-BBC7-3E2F9DCD3699}" dt="2020-11-23T00:21:49.301" v="8" actId="114"/>
          <ac:spMkLst>
            <pc:docMk/>
            <pc:sldMk cId="2219405526" sldId="360"/>
            <ac:spMk id="10" creationId="{C3D4F8FA-8C8F-43D5-9028-FD5F516FB9F0}"/>
          </ac:spMkLst>
        </pc:spChg>
      </pc:sldChg>
      <pc:sldChg chg="modSp mod">
        <pc:chgData name="Duy Doan" userId="00f02d2ea35a0614" providerId="LiveId" clId="{04E8328B-B8C7-466C-BBC7-3E2F9DCD3699}" dt="2020-11-23T00:20:41.551" v="4" actId="113"/>
        <pc:sldMkLst>
          <pc:docMk/>
          <pc:sldMk cId="253386849" sldId="423"/>
        </pc:sldMkLst>
        <pc:spChg chg="mod">
          <ac:chgData name="Duy Doan" userId="00f02d2ea35a0614" providerId="LiveId" clId="{04E8328B-B8C7-466C-BBC7-3E2F9DCD3699}" dt="2020-11-23T00:20:41.551" v="4" actId="113"/>
          <ac:spMkLst>
            <pc:docMk/>
            <pc:sldMk cId="253386849" sldId="423"/>
            <ac:spMk id="8" creationId="{81019E53-8E55-44DB-8CE6-E13A04303F6E}"/>
          </ac:spMkLst>
        </pc:spChg>
      </pc:sldChg>
    </pc:docChg>
  </pc:docChgLst>
  <pc:docChgLst>
    <pc:chgData name="Duy Doan" userId="00f02d2ea35a0614" providerId="LiveId" clId="{8D814573-8DB8-43CE-A41D-D151176E2D2C}"/>
    <pc:docChg chg="custSel modSld">
      <pc:chgData name="Duy Doan" userId="00f02d2ea35a0614" providerId="LiveId" clId="{8D814573-8DB8-43CE-A41D-D151176E2D2C}" dt="2022-11-01T06:13:45.837" v="0" actId="478"/>
      <pc:docMkLst>
        <pc:docMk/>
      </pc:docMkLst>
      <pc:sldChg chg="delSp mod">
        <pc:chgData name="Duy Doan" userId="00f02d2ea35a0614" providerId="LiveId" clId="{8D814573-8DB8-43CE-A41D-D151176E2D2C}" dt="2022-11-01T06:13:45.837" v="0" actId="478"/>
        <pc:sldMkLst>
          <pc:docMk/>
          <pc:sldMk cId="1285464145" sldId="431"/>
        </pc:sldMkLst>
        <pc:inkChg chg="del">
          <ac:chgData name="Duy Doan" userId="00f02d2ea35a0614" providerId="LiveId" clId="{8D814573-8DB8-43CE-A41D-D151176E2D2C}" dt="2022-11-01T06:13:45.837" v="0" actId="478"/>
          <ac:inkMkLst>
            <pc:docMk/>
            <pc:sldMk cId="1285464145" sldId="431"/>
            <ac:inkMk id="2" creationId="{C6D98C13-1B4E-40AC-8B7B-7A2898C51C68}"/>
          </ac:inkMkLst>
        </pc:ink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B41815E-765A-40A8-99C6-F127D7A12C4B}" type="datetimeFigureOut">
              <a:rPr kumimoji="1" lang="ja-JP" altLang="en-US" smtClean="0"/>
              <a:t>2022/11/1</a:t>
            </a:fld>
            <a:endParaRPr kumimoji="1" lang="ja-JP" altLang="en-US"/>
          </a:p>
        </p:txBody>
      </p:sp>
      <p:sp>
        <p:nvSpPr>
          <p:cNvPr id="4" name="フッター プレースホル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96E1689-3E24-4715-81AA-F8F7237FC61E}" type="slidenum">
              <a:rPr kumimoji="1" lang="ja-JP" altLang="en-US" smtClean="0"/>
              <a:t>‹#›</a:t>
            </a:fld>
            <a:endParaRPr kumimoji="1" lang="ja-JP" altLang="en-US"/>
          </a:p>
        </p:txBody>
      </p:sp>
    </p:spTree>
    <p:extLst>
      <p:ext uri="{BB962C8B-B14F-4D97-AF65-F5344CB8AC3E}">
        <p14:creationId xmlns:p14="http://schemas.microsoft.com/office/powerpoint/2010/main" val="12542573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2DC1322-60E5-4FB1-AE3F-C5810C4969C1}" type="datetimeFigureOut">
              <a:rPr kumimoji="1" lang="ja-JP" altLang="en-US" smtClean="0"/>
              <a:pPr/>
              <a:t>2022/11/1</a:t>
            </a:fld>
            <a:endParaRPr kumimoji="1" lang="ja-JP" altLang="en-US"/>
          </a:p>
        </p:txBody>
      </p:sp>
      <p:sp>
        <p:nvSpPr>
          <p:cNvPr id="4" name="スライド イメージ プレースホルダー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69D7235-7D46-4FEA-A007-68D1C591E286}" type="slidenum">
              <a:rPr kumimoji="1" lang="ja-JP" altLang="en-US" smtClean="0"/>
              <a:pPr/>
              <a:t>‹#›</a:t>
            </a:fld>
            <a:endParaRPr kumimoji="1" lang="ja-JP" altLang="en-US"/>
          </a:p>
        </p:txBody>
      </p:sp>
    </p:spTree>
    <p:extLst>
      <p:ext uri="{BB962C8B-B14F-4D97-AF65-F5344CB8AC3E}">
        <p14:creationId xmlns:p14="http://schemas.microsoft.com/office/powerpoint/2010/main" val="271875256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269D7235-7D46-4FEA-A007-68D1C591E286}" type="slidenum">
              <a:rPr kumimoji="1" lang="ja-JP" altLang="en-US" smtClean="0"/>
              <a:pPr/>
              <a:t>28</a:t>
            </a:fld>
            <a:endParaRPr kumimoji="1" lang="ja-JP" altLang="en-US"/>
          </a:p>
        </p:txBody>
      </p:sp>
    </p:spTree>
    <p:extLst>
      <p:ext uri="{BB962C8B-B14F-4D97-AF65-F5344CB8AC3E}">
        <p14:creationId xmlns:p14="http://schemas.microsoft.com/office/powerpoint/2010/main" val="56139004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pic>
        <p:nvPicPr>
          <p:cNvPr id="37902" name="Picture 14" descr="OFDM"/>
          <p:cNvPicPr>
            <a:picLocks noChangeAspect="1" noChangeArrowheads="1"/>
          </p:cNvPicPr>
          <p:nvPr/>
        </p:nvPicPr>
        <p:blipFill>
          <a:blip r:embed="rId2" cstate="print"/>
          <a:srcRect/>
          <a:stretch>
            <a:fillRect/>
          </a:stretch>
        </p:blipFill>
        <p:spPr bwMode="auto">
          <a:xfrm>
            <a:off x="0" y="4654550"/>
            <a:ext cx="9144000" cy="1485900"/>
          </a:xfrm>
          <a:prstGeom prst="rect">
            <a:avLst/>
          </a:prstGeom>
          <a:noFill/>
        </p:spPr>
      </p:pic>
      <p:sp>
        <p:nvSpPr>
          <p:cNvPr id="37892" name="Rectangle 4"/>
          <p:cNvSpPr>
            <a:spLocks noGrp="1" noChangeArrowheads="1"/>
          </p:cNvSpPr>
          <p:nvPr>
            <p:ph type="ctrTitle" hasCustomPrompt="1"/>
          </p:nvPr>
        </p:nvSpPr>
        <p:spPr>
          <a:xfrm>
            <a:off x="684213" y="2133600"/>
            <a:ext cx="7772400" cy="1470025"/>
          </a:xfrm>
        </p:spPr>
        <p:txBody>
          <a:bodyPr/>
          <a:lstStyle>
            <a:lvl1pPr algn="ctr">
              <a:defRPr kumimoji="0" baseline="0"/>
            </a:lvl1pPr>
          </a:lstStyle>
          <a:p>
            <a:r>
              <a:rPr lang="en-US" altLang="ja-JP" dirty="0"/>
              <a:t>Master Presentation Title Format</a:t>
            </a:r>
            <a:endParaRPr lang="ja-JP" altLang="ja-JP" dirty="0"/>
          </a:p>
        </p:txBody>
      </p:sp>
      <p:sp>
        <p:nvSpPr>
          <p:cNvPr id="37900" name="Rectangle 12"/>
          <p:cNvSpPr>
            <a:spLocks noChangeArrowheads="1"/>
          </p:cNvSpPr>
          <p:nvPr/>
        </p:nvSpPr>
        <p:spPr bwMode="auto">
          <a:xfrm flipH="1">
            <a:off x="0" y="4652963"/>
            <a:ext cx="9144000" cy="1560512"/>
          </a:xfrm>
          <a:prstGeom prst="rect">
            <a:avLst/>
          </a:prstGeom>
          <a:solidFill>
            <a:schemeClr val="bg1">
              <a:alpha val="30000"/>
            </a:schemeClr>
          </a:solidFill>
          <a:ln w="9525">
            <a:noFill/>
            <a:miter lim="800000"/>
            <a:headEnd/>
            <a:tailEnd/>
          </a:ln>
          <a:effectLst/>
        </p:spPr>
        <p:txBody>
          <a:bodyPr wrap="none" anchor="ctr"/>
          <a:lstStyle/>
          <a:p>
            <a:endParaRPr lang="ja-JP" altLang="en-US"/>
          </a:p>
        </p:txBody>
      </p:sp>
      <p:sp>
        <p:nvSpPr>
          <p:cNvPr id="37893" name="Rectangle 5"/>
          <p:cNvSpPr>
            <a:spLocks noGrp="1" noChangeArrowheads="1"/>
          </p:cNvSpPr>
          <p:nvPr>
            <p:ph type="subTitle" idx="1" hasCustomPrompt="1"/>
          </p:nvPr>
        </p:nvSpPr>
        <p:spPr>
          <a:xfrm>
            <a:off x="1371600" y="3886200"/>
            <a:ext cx="6400800" cy="1752600"/>
          </a:xfrm>
        </p:spPr>
        <p:txBody>
          <a:bodyPr/>
          <a:lstStyle>
            <a:lvl1pPr marL="0" indent="0" algn="ctr">
              <a:buFont typeface="Wingdings" pitchFamily="2" charset="2"/>
              <a:buNone/>
              <a:defRPr baseline="0"/>
            </a:lvl1pPr>
          </a:lstStyle>
          <a:p>
            <a:r>
              <a:rPr lang="en-US" altLang="ja-JP" dirty="0"/>
              <a:t>Master Presentation Sub-Title Format</a:t>
            </a:r>
            <a:endParaRPr lang="ja-JP" altLang="ja-JP" dirty="0"/>
          </a:p>
        </p:txBody>
      </p:sp>
      <p:sp>
        <p:nvSpPr>
          <p:cNvPr id="3" name="Date Placeholder 2"/>
          <p:cNvSpPr>
            <a:spLocks noGrp="1"/>
          </p:cNvSpPr>
          <p:nvPr>
            <p:ph type="dt" sz="half" idx="10"/>
          </p:nvPr>
        </p:nvSpPr>
        <p:spPr/>
        <p:txBody>
          <a:bodyPr/>
          <a:lstStyle/>
          <a:p>
            <a:fld id="{6F52207E-8A09-4FC6-83E9-3D1773E47D00}" type="datetime1">
              <a:rPr kumimoji="1" lang="en-US" altLang="ja-JP" smtClean="0"/>
              <a:t>11/1/2022</a:t>
            </a:fld>
            <a:endParaRPr kumimoji="1" lang="ja-JP" altLang="en-US"/>
          </a:p>
        </p:txBody>
      </p:sp>
      <p:sp>
        <p:nvSpPr>
          <p:cNvPr id="4" name="Footer Placeholder 3"/>
          <p:cNvSpPr>
            <a:spLocks noGrp="1"/>
          </p:cNvSpPr>
          <p:nvPr>
            <p:ph type="ftr" sz="quarter" idx="11"/>
          </p:nvPr>
        </p:nvSpPr>
        <p:spPr/>
        <p:txBody>
          <a:bodyPr/>
          <a:lstStyle/>
          <a:p>
            <a:r>
              <a:rPr kumimoji="1" lang="en-US" altLang="ja-JP"/>
              <a:t>Copyrights 2020 CE-UIT. All Rights Reserved.</a:t>
            </a:r>
            <a:endParaRPr kumimoji="1" lang="ja-JP" altLang="en-US" dirty="0"/>
          </a:p>
        </p:txBody>
      </p:sp>
      <p:sp>
        <p:nvSpPr>
          <p:cNvPr id="5" name="Slide Number Placeholder 4"/>
          <p:cNvSpPr>
            <a:spLocks noGrp="1"/>
          </p:cNvSpPr>
          <p:nvPr>
            <p:ph type="sldNum" sz="quarter" idx="12"/>
          </p:nvPr>
        </p:nvSpPr>
        <p:spPr/>
        <p:txBody>
          <a:bodyPr/>
          <a:lstStyle/>
          <a:p>
            <a:fld id="{800C8475-47C1-49C9-BEE5-594F8CF4D71F}" type="slidenum">
              <a:rPr kumimoji="1" lang="ja-JP" altLang="en-US" smtClean="0"/>
              <a:pPr/>
              <a:t>‹#›</a:t>
            </a:fld>
            <a:endParaRPr kumimoji="1" lang="ja-JP" altLang="en-US"/>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46" y="10715"/>
            <a:ext cx="1762101" cy="1762101"/>
          </a:xfrm>
          <a:prstGeom prst="rect">
            <a:avLst/>
          </a:prstGeom>
        </p:spPr>
      </p:pic>
      <p:pic>
        <p:nvPicPr>
          <p:cNvPr id="10" name="Picture 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668344" y="72008"/>
            <a:ext cx="1362874" cy="16288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a:lvl1pPr>
          </a:lstStyle>
          <a:p>
            <a:r>
              <a:rPr lang="en-US" altLang="ja-JP" dirty="0"/>
              <a:t>Master Slide Title Format</a:t>
            </a:r>
            <a:endParaRPr lang="ja-JP" altLang="en-US" dirty="0"/>
          </a:p>
        </p:txBody>
      </p:sp>
      <p:sp>
        <p:nvSpPr>
          <p:cNvPr id="3" name="コンテンツ プレースホルダ 2"/>
          <p:cNvSpPr>
            <a:spLocks noGrp="1"/>
          </p:cNvSpPr>
          <p:nvPr>
            <p:ph idx="1" hasCustomPrompt="1"/>
          </p:nvPr>
        </p:nvSpPr>
        <p:spPr/>
        <p:txBody>
          <a:bodyPr/>
          <a:lstStyle>
            <a:lvl1pPr algn="just">
              <a:defRPr sz="2600"/>
            </a:lvl1pPr>
            <a:lvl2pPr algn="just">
              <a:defRPr baseline="0"/>
            </a:lvl2pPr>
            <a:lvl3pPr algn="just">
              <a:defRPr sz="2200" baseline="0"/>
            </a:lvl3pPr>
            <a:lvl4pPr algn="just">
              <a:defRPr sz="2000" baseline="0"/>
            </a:lvl4pPr>
            <a:lvl5pPr>
              <a:defRPr baseline="0"/>
            </a:lvl5pPr>
          </a:lstStyle>
          <a:p>
            <a:pPr lvl="0"/>
            <a:r>
              <a:rPr lang="en-US" altLang="ja-JP" dirty="0"/>
              <a:t>Master Slide Content Format</a:t>
            </a:r>
            <a:endParaRPr lang="ja-JP" altLang="en-US" dirty="0"/>
          </a:p>
          <a:p>
            <a:pPr lvl="1"/>
            <a:r>
              <a:rPr lang="en-US" altLang="ja-JP" dirty="0"/>
              <a:t>Level 2</a:t>
            </a:r>
            <a:endParaRPr lang="ja-JP" altLang="en-US" dirty="0"/>
          </a:p>
          <a:p>
            <a:pPr lvl="2"/>
            <a:r>
              <a:rPr lang="en-US" altLang="ja-JP" dirty="0"/>
              <a:t>Level 3</a:t>
            </a:r>
            <a:endParaRPr lang="ja-JP" altLang="en-US" dirty="0"/>
          </a:p>
          <a:p>
            <a:pPr lvl="3"/>
            <a:r>
              <a:rPr lang="en-US" altLang="ja-JP" dirty="0"/>
              <a:t>Level 4</a:t>
            </a:r>
            <a:endParaRPr lang="ja-JP" altLang="en-US" dirty="0"/>
          </a:p>
          <a:p>
            <a:pPr lvl="4"/>
            <a:r>
              <a:rPr lang="en-US" altLang="ja-JP" dirty="0"/>
              <a:t>Level 5</a:t>
            </a:r>
            <a:endParaRPr lang="ja-JP" altLang="en-US" dirty="0"/>
          </a:p>
        </p:txBody>
      </p:sp>
      <p:sp>
        <p:nvSpPr>
          <p:cNvPr id="4" name="日付プレースホルダ 3"/>
          <p:cNvSpPr>
            <a:spLocks noGrp="1"/>
          </p:cNvSpPr>
          <p:nvPr>
            <p:ph type="dt" sz="half" idx="10"/>
          </p:nvPr>
        </p:nvSpPr>
        <p:spPr/>
        <p:txBody>
          <a:bodyPr/>
          <a:lstStyle>
            <a:lvl1pPr>
              <a:defRPr/>
            </a:lvl1pPr>
          </a:lstStyle>
          <a:p>
            <a:fld id="{F7681EE8-9FE2-425D-8FB4-74C399BDEDA0}" type="datetime1">
              <a:rPr kumimoji="1" lang="en-US" altLang="ja-JP" smtClean="0"/>
              <a:t>11/1/2022</a:t>
            </a:fld>
            <a:endParaRPr kumimoji="1" lang="ja-JP" altLang="en-US"/>
          </a:p>
        </p:txBody>
      </p:sp>
      <p:sp>
        <p:nvSpPr>
          <p:cNvPr id="6" name="スライド番号プレースホルダ 5"/>
          <p:cNvSpPr>
            <a:spLocks noGrp="1"/>
          </p:cNvSpPr>
          <p:nvPr>
            <p:ph type="sldNum" sz="quarter" idx="12"/>
          </p:nvPr>
        </p:nvSpPr>
        <p:spPr/>
        <p:txBody>
          <a:bodyPr/>
          <a:lstStyle>
            <a:lvl1pPr>
              <a:defRPr/>
            </a:lvl1pPr>
          </a:lstStyle>
          <a:p>
            <a:fld id="{800C8475-47C1-49C9-BEE5-594F8CF4D71F}" type="slidenum">
              <a:rPr kumimoji="1" lang="ja-JP" altLang="en-US" smtClean="0"/>
              <a:pPr/>
              <a:t>‹#›</a:t>
            </a:fld>
            <a:endParaRPr kumimoji="1" lang="ja-JP" altLang="en-US"/>
          </a:p>
        </p:txBody>
      </p:sp>
      <p:sp>
        <p:nvSpPr>
          <p:cNvPr id="7" name="Footer Placeholder 3"/>
          <p:cNvSpPr>
            <a:spLocks noGrp="1"/>
          </p:cNvSpPr>
          <p:nvPr>
            <p:ph type="ftr" sz="quarter" idx="11"/>
          </p:nvPr>
        </p:nvSpPr>
        <p:spPr>
          <a:xfrm>
            <a:off x="1762101" y="6524625"/>
            <a:ext cx="5618212" cy="288925"/>
          </a:xfrm>
        </p:spPr>
        <p:txBody>
          <a:bodyPr/>
          <a:lstStyle/>
          <a:p>
            <a:r>
              <a:rPr kumimoji="1" lang="en-US" altLang="ja-JP"/>
              <a:t>Copyrights 2020 CE-UIT. All Rights Reserved.</a:t>
            </a:r>
            <a:endParaRPr kumimoji="1" lang="ja-JP"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3BAD0F7-3350-4E06-B588-1E0EA9C9F1FB}" type="datetime1">
              <a:rPr kumimoji="1" lang="en-US" altLang="ja-JP" smtClean="0"/>
              <a:t>11/1/2022</a:t>
            </a:fld>
            <a:endParaRPr kumimoji="1" lang="ja-JP" altLang="en-US"/>
          </a:p>
        </p:txBody>
      </p:sp>
      <p:sp>
        <p:nvSpPr>
          <p:cNvPr id="5" name="Slide Number Placeholder 4"/>
          <p:cNvSpPr>
            <a:spLocks noGrp="1"/>
          </p:cNvSpPr>
          <p:nvPr>
            <p:ph type="sldNum" sz="quarter" idx="12"/>
          </p:nvPr>
        </p:nvSpPr>
        <p:spPr/>
        <p:txBody>
          <a:bodyPr/>
          <a:lstStyle/>
          <a:p>
            <a:fld id="{800C8475-47C1-49C9-BEE5-594F8CF4D71F}" type="slidenum">
              <a:rPr kumimoji="1" lang="ja-JP" altLang="en-US" smtClean="0"/>
              <a:pPr/>
              <a:t>‹#›</a:t>
            </a:fld>
            <a:endParaRPr kumimoji="1" lang="ja-JP" altLang="en-US"/>
          </a:p>
        </p:txBody>
      </p:sp>
      <p:sp>
        <p:nvSpPr>
          <p:cNvPr id="6" name="Footer Placeholder 3"/>
          <p:cNvSpPr>
            <a:spLocks noGrp="1"/>
          </p:cNvSpPr>
          <p:nvPr>
            <p:ph type="ftr" sz="quarter" idx="11"/>
          </p:nvPr>
        </p:nvSpPr>
        <p:spPr>
          <a:xfrm>
            <a:off x="1762101" y="6524625"/>
            <a:ext cx="5618212" cy="288925"/>
          </a:xfrm>
        </p:spPr>
        <p:txBody>
          <a:bodyPr/>
          <a:lstStyle/>
          <a:p>
            <a:r>
              <a:rPr kumimoji="1" lang="en-US" altLang="ja-JP"/>
              <a:t>Copyrights 2020 CE-UIT. All Rights Reserved.</a:t>
            </a:r>
            <a:endParaRPr kumimoji="1" lang="ja-JP" altLang="en-US" dirty="0"/>
          </a:p>
        </p:txBody>
      </p:sp>
    </p:spTree>
    <p:extLst>
      <p:ext uri="{BB962C8B-B14F-4D97-AF65-F5344CB8AC3E}">
        <p14:creationId xmlns:p14="http://schemas.microsoft.com/office/powerpoint/2010/main" val="22777600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722313" y="4406900"/>
            <a:ext cx="7772400" cy="1362075"/>
          </a:xfrm>
        </p:spPr>
        <p:txBody>
          <a:bodyPr anchor="t"/>
          <a:lstStyle>
            <a:lvl1pPr algn="l">
              <a:defRPr sz="4000" b="0" cap="all" baseline="0"/>
            </a:lvl1pPr>
          </a:lstStyle>
          <a:p>
            <a:r>
              <a:rPr lang="en-US" altLang="ja-JP" dirty="0"/>
              <a:t>Master Slide Title Format</a:t>
            </a:r>
            <a:endParaRPr lang="ja-JP" altLang="en-US" dirty="0"/>
          </a:p>
        </p:txBody>
      </p:sp>
      <p:sp>
        <p:nvSpPr>
          <p:cNvPr id="3" name="テキスト プレースホルダ 2"/>
          <p:cNvSpPr>
            <a:spLocks noGrp="1"/>
          </p:cNvSpPr>
          <p:nvPr>
            <p:ph type="body" idx="1" hasCustomPrompt="1"/>
          </p:nvPr>
        </p:nvSpPr>
        <p:spPr>
          <a:xfrm>
            <a:off x="722313" y="2906713"/>
            <a:ext cx="7772400" cy="1500187"/>
          </a:xfrm>
        </p:spPr>
        <p:txBody>
          <a:bodyPr anchor="b"/>
          <a:lstStyle>
            <a:lvl1pPr marL="0" indent="0">
              <a:buNone/>
              <a:defRPr sz="2000" baseline="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ja-JP" dirty="0"/>
              <a:t>Master Slide Content Format</a:t>
            </a:r>
            <a:endParaRPr lang="ja-JP" altLang="en-US" dirty="0"/>
          </a:p>
        </p:txBody>
      </p:sp>
      <p:sp>
        <p:nvSpPr>
          <p:cNvPr id="4" name="日付プレースホルダ 3"/>
          <p:cNvSpPr>
            <a:spLocks noGrp="1"/>
          </p:cNvSpPr>
          <p:nvPr>
            <p:ph type="dt" sz="half" idx="10"/>
          </p:nvPr>
        </p:nvSpPr>
        <p:spPr/>
        <p:txBody>
          <a:bodyPr/>
          <a:lstStyle>
            <a:lvl1pPr>
              <a:defRPr/>
            </a:lvl1pPr>
          </a:lstStyle>
          <a:p>
            <a:fld id="{E47B8097-A83C-4868-B5B8-F5134B7BBCC6}" type="datetime1">
              <a:rPr kumimoji="1" lang="en-US" altLang="ja-JP" smtClean="0"/>
              <a:t>11/1/2022</a:t>
            </a:fld>
            <a:endParaRPr kumimoji="1" lang="ja-JP" altLang="en-US"/>
          </a:p>
        </p:txBody>
      </p:sp>
      <p:sp>
        <p:nvSpPr>
          <p:cNvPr id="6" name="スライド番号プレースホルダ 5"/>
          <p:cNvSpPr>
            <a:spLocks noGrp="1"/>
          </p:cNvSpPr>
          <p:nvPr>
            <p:ph type="sldNum" sz="quarter" idx="12"/>
          </p:nvPr>
        </p:nvSpPr>
        <p:spPr/>
        <p:txBody>
          <a:bodyPr/>
          <a:lstStyle>
            <a:lvl1pPr>
              <a:defRPr/>
            </a:lvl1pPr>
          </a:lstStyle>
          <a:p>
            <a:fld id="{800C8475-47C1-49C9-BEE5-594F8CF4D71F}" type="slidenum">
              <a:rPr kumimoji="1" lang="ja-JP" altLang="en-US" smtClean="0"/>
              <a:pPr/>
              <a:t>‹#›</a:t>
            </a:fld>
            <a:endParaRPr kumimoji="1" lang="ja-JP" altLang="en-US"/>
          </a:p>
        </p:txBody>
      </p:sp>
      <p:sp>
        <p:nvSpPr>
          <p:cNvPr id="8" name="Footer Placeholder 3"/>
          <p:cNvSpPr>
            <a:spLocks noGrp="1"/>
          </p:cNvSpPr>
          <p:nvPr>
            <p:ph type="ftr" sz="quarter" idx="11"/>
          </p:nvPr>
        </p:nvSpPr>
        <p:spPr>
          <a:xfrm>
            <a:off x="1762101" y="6524625"/>
            <a:ext cx="5618212" cy="288925"/>
          </a:xfrm>
        </p:spPr>
        <p:txBody>
          <a:bodyPr/>
          <a:lstStyle/>
          <a:p>
            <a:r>
              <a:rPr kumimoji="1" lang="en-US" altLang="ja-JP"/>
              <a:t>Copyrights 2020 CE-UIT. All Rights Reserved.</a:t>
            </a:r>
            <a:endParaRPr kumimoji="1" lang="ja-JP"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つのコンテンツ">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p:txBody>
          <a:bodyPr/>
          <a:lstStyle>
            <a:lvl1pPr>
              <a:defRPr baseline="0"/>
            </a:lvl1pPr>
          </a:lstStyle>
          <a:p>
            <a:r>
              <a:rPr lang="en-US" altLang="ja-JP" dirty="0"/>
              <a:t>Master Slide Title Format</a:t>
            </a:r>
            <a:endParaRPr lang="ja-JP" altLang="en-US" dirty="0"/>
          </a:p>
        </p:txBody>
      </p:sp>
      <p:sp>
        <p:nvSpPr>
          <p:cNvPr id="3" name="コンテンツ プレースホルダ 2"/>
          <p:cNvSpPr>
            <a:spLocks noGrp="1"/>
          </p:cNvSpPr>
          <p:nvPr>
            <p:ph sz="half" idx="1" hasCustomPrompt="1"/>
          </p:nvPr>
        </p:nvSpPr>
        <p:spPr>
          <a:xfrm>
            <a:off x="468313" y="1628775"/>
            <a:ext cx="4038600" cy="4525963"/>
          </a:xfrm>
        </p:spPr>
        <p:txBody>
          <a:bodyPr/>
          <a:lstStyle>
            <a:lvl1pPr>
              <a:defRPr sz="2800"/>
            </a:lvl1pPr>
            <a:lvl2pPr>
              <a:defRPr sz="2400" baseline="0"/>
            </a:lvl2pPr>
            <a:lvl3pPr>
              <a:defRPr sz="2000" baseline="0"/>
            </a:lvl3pPr>
            <a:lvl4pPr>
              <a:defRPr sz="1800" baseline="0"/>
            </a:lvl4pPr>
            <a:lvl5pPr>
              <a:defRPr sz="1800" baseline="0"/>
            </a:lvl5pPr>
            <a:lvl6pPr>
              <a:defRPr sz="1800"/>
            </a:lvl6pPr>
            <a:lvl7pPr>
              <a:defRPr sz="1800"/>
            </a:lvl7pPr>
            <a:lvl8pPr>
              <a:defRPr sz="1800"/>
            </a:lvl8pPr>
            <a:lvl9pPr>
              <a:defRPr sz="1800"/>
            </a:lvl9pPr>
          </a:lstStyle>
          <a:p>
            <a:pPr lvl="0"/>
            <a:r>
              <a:rPr lang="en-US" altLang="ja-JP" dirty="0"/>
              <a:t>Master Slide Content Format</a:t>
            </a:r>
            <a:endParaRPr lang="ja-JP" altLang="en-US" dirty="0"/>
          </a:p>
          <a:p>
            <a:pPr lvl="1"/>
            <a:r>
              <a:rPr lang="en-US" altLang="ja-JP" dirty="0"/>
              <a:t>Level 2</a:t>
            </a:r>
            <a:endParaRPr lang="ja-JP" altLang="en-US" dirty="0"/>
          </a:p>
          <a:p>
            <a:pPr lvl="2"/>
            <a:r>
              <a:rPr lang="en-US" altLang="ja-JP" dirty="0"/>
              <a:t>Level 3</a:t>
            </a:r>
            <a:endParaRPr lang="ja-JP" altLang="en-US" dirty="0"/>
          </a:p>
          <a:p>
            <a:pPr lvl="3"/>
            <a:r>
              <a:rPr lang="en-US" altLang="ja-JP" dirty="0"/>
              <a:t>Level 4</a:t>
            </a:r>
            <a:endParaRPr lang="ja-JP" altLang="en-US" dirty="0"/>
          </a:p>
          <a:p>
            <a:pPr lvl="4"/>
            <a:r>
              <a:rPr lang="en-US" altLang="ja-JP" dirty="0"/>
              <a:t>Level 5</a:t>
            </a:r>
            <a:endParaRPr lang="ja-JP" altLang="en-US" dirty="0"/>
          </a:p>
        </p:txBody>
      </p:sp>
      <p:sp>
        <p:nvSpPr>
          <p:cNvPr id="5" name="日付プレースホルダ 4"/>
          <p:cNvSpPr>
            <a:spLocks noGrp="1"/>
          </p:cNvSpPr>
          <p:nvPr>
            <p:ph type="dt" sz="half" idx="10"/>
          </p:nvPr>
        </p:nvSpPr>
        <p:spPr/>
        <p:txBody>
          <a:bodyPr/>
          <a:lstStyle>
            <a:lvl1pPr>
              <a:defRPr/>
            </a:lvl1pPr>
          </a:lstStyle>
          <a:p>
            <a:fld id="{BA136E8E-48A6-4CCA-8C49-35959C36CF6D}" type="datetime1">
              <a:rPr kumimoji="1" lang="en-US" altLang="ja-JP" smtClean="0"/>
              <a:t>11/1/2022</a:t>
            </a:fld>
            <a:endParaRPr kumimoji="1" lang="ja-JP" altLang="en-US"/>
          </a:p>
        </p:txBody>
      </p:sp>
      <p:sp>
        <p:nvSpPr>
          <p:cNvPr id="7" name="スライド番号プレースホルダ 6"/>
          <p:cNvSpPr>
            <a:spLocks noGrp="1"/>
          </p:cNvSpPr>
          <p:nvPr>
            <p:ph type="sldNum" sz="quarter" idx="12"/>
          </p:nvPr>
        </p:nvSpPr>
        <p:spPr/>
        <p:txBody>
          <a:bodyPr/>
          <a:lstStyle>
            <a:lvl1pPr>
              <a:defRPr/>
            </a:lvl1pPr>
          </a:lstStyle>
          <a:p>
            <a:fld id="{800C8475-47C1-49C9-BEE5-594F8CF4D71F}" type="slidenum">
              <a:rPr kumimoji="1" lang="ja-JP" altLang="en-US" smtClean="0"/>
              <a:pPr/>
              <a:t>‹#›</a:t>
            </a:fld>
            <a:endParaRPr kumimoji="1" lang="ja-JP" altLang="en-US"/>
          </a:p>
        </p:txBody>
      </p:sp>
      <p:sp>
        <p:nvSpPr>
          <p:cNvPr id="9" name="コンテンツ プレースホルダ 2"/>
          <p:cNvSpPr>
            <a:spLocks noGrp="1"/>
          </p:cNvSpPr>
          <p:nvPr>
            <p:ph sz="half" idx="13" hasCustomPrompt="1"/>
          </p:nvPr>
        </p:nvSpPr>
        <p:spPr>
          <a:xfrm>
            <a:off x="4709864" y="1628800"/>
            <a:ext cx="4038600" cy="4525963"/>
          </a:xfrm>
        </p:spPr>
        <p:txBody>
          <a:bodyPr/>
          <a:lstStyle>
            <a:lvl1pPr>
              <a:defRPr sz="2800"/>
            </a:lvl1pPr>
            <a:lvl2pPr>
              <a:defRPr sz="2400" baseline="0"/>
            </a:lvl2pPr>
            <a:lvl3pPr>
              <a:defRPr sz="2000" baseline="0"/>
            </a:lvl3pPr>
            <a:lvl4pPr>
              <a:defRPr sz="1800" baseline="0"/>
            </a:lvl4pPr>
            <a:lvl5pPr>
              <a:defRPr sz="1800" baseline="0"/>
            </a:lvl5pPr>
            <a:lvl6pPr>
              <a:defRPr sz="1800"/>
            </a:lvl6pPr>
            <a:lvl7pPr>
              <a:defRPr sz="1800"/>
            </a:lvl7pPr>
            <a:lvl8pPr>
              <a:defRPr sz="1800"/>
            </a:lvl8pPr>
            <a:lvl9pPr>
              <a:defRPr sz="1800"/>
            </a:lvl9pPr>
          </a:lstStyle>
          <a:p>
            <a:pPr lvl="0"/>
            <a:r>
              <a:rPr lang="en-US" altLang="ja-JP" dirty="0"/>
              <a:t>Master Slide Content Format</a:t>
            </a:r>
            <a:endParaRPr lang="ja-JP" altLang="en-US" dirty="0"/>
          </a:p>
          <a:p>
            <a:pPr lvl="1"/>
            <a:r>
              <a:rPr lang="en-US" altLang="ja-JP" dirty="0"/>
              <a:t>Level 2</a:t>
            </a:r>
            <a:endParaRPr lang="ja-JP" altLang="en-US" dirty="0"/>
          </a:p>
          <a:p>
            <a:pPr lvl="2"/>
            <a:r>
              <a:rPr lang="en-US" altLang="ja-JP" dirty="0"/>
              <a:t>Level 3</a:t>
            </a:r>
            <a:endParaRPr lang="ja-JP" altLang="en-US" dirty="0"/>
          </a:p>
          <a:p>
            <a:pPr lvl="3"/>
            <a:r>
              <a:rPr lang="en-US" altLang="ja-JP" dirty="0"/>
              <a:t>Level 4</a:t>
            </a:r>
            <a:endParaRPr lang="ja-JP" altLang="en-US" dirty="0"/>
          </a:p>
          <a:p>
            <a:pPr lvl="4"/>
            <a:r>
              <a:rPr lang="en-US" altLang="ja-JP" dirty="0"/>
              <a:t>Level 5</a:t>
            </a:r>
            <a:endParaRPr lang="ja-JP" altLang="en-US" dirty="0"/>
          </a:p>
        </p:txBody>
      </p:sp>
      <p:sp>
        <p:nvSpPr>
          <p:cNvPr id="10" name="Footer Placeholder 3"/>
          <p:cNvSpPr>
            <a:spLocks noGrp="1"/>
          </p:cNvSpPr>
          <p:nvPr>
            <p:ph type="ftr" sz="quarter" idx="11"/>
          </p:nvPr>
        </p:nvSpPr>
        <p:spPr>
          <a:xfrm>
            <a:off x="1762101" y="6524625"/>
            <a:ext cx="5618212" cy="288925"/>
          </a:xfrm>
        </p:spPr>
        <p:txBody>
          <a:bodyPr/>
          <a:lstStyle/>
          <a:p>
            <a:r>
              <a:rPr kumimoji="1" lang="en-US" altLang="ja-JP"/>
              <a:t>Copyrights 2020 CE-UIT . All Rights Reserved.</a:t>
            </a:r>
            <a:endParaRPr kumimoji="1" lang="ja-JP"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65" name="Picture 41" descr="OFDM"/>
          <p:cNvPicPr>
            <a:picLocks noChangeAspect="1" noChangeArrowheads="1"/>
          </p:cNvPicPr>
          <p:nvPr/>
        </p:nvPicPr>
        <p:blipFill>
          <a:blip r:embed="rId7" cstate="print"/>
          <a:srcRect/>
          <a:stretch>
            <a:fillRect/>
          </a:stretch>
        </p:blipFill>
        <p:spPr bwMode="auto">
          <a:xfrm>
            <a:off x="179388" y="84138"/>
            <a:ext cx="7983537" cy="1296987"/>
          </a:xfrm>
          <a:prstGeom prst="rect">
            <a:avLst/>
          </a:prstGeom>
          <a:noFill/>
        </p:spPr>
      </p:pic>
      <p:sp>
        <p:nvSpPr>
          <p:cNvPr id="1066" name="Rectangle 42"/>
          <p:cNvSpPr>
            <a:spLocks noChangeArrowheads="1"/>
          </p:cNvSpPr>
          <p:nvPr/>
        </p:nvSpPr>
        <p:spPr bwMode="auto">
          <a:xfrm>
            <a:off x="0" y="44450"/>
            <a:ext cx="8640763" cy="1296988"/>
          </a:xfrm>
          <a:prstGeom prst="rect">
            <a:avLst/>
          </a:prstGeom>
          <a:solidFill>
            <a:schemeClr val="bg1">
              <a:alpha val="60001"/>
            </a:schemeClr>
          </a:solidFill>
          <a:ln w="9525">
            <a:noFill/>
            <a:miter lim="800000"/>
            <a:headEnd/>
            <a:tailEnd/>
          </a:ln>
          <a:effectLst/>
        </p:spPr>
        <p:txBody>
          <a:bodyPr wrap="none" anchor="ctr"/>
          <a:lstStyle/>
          <a:p>
            <a:endParaRPr lang="ja-JP" altLang="en-US">
              <a:latin typeface="Times New Roman" pitchFamily="18" charset="0"/>
              <a:cs typeface="Times New Roman" pitchFamily="18" charset="0"/>
            </a:endParaRPr>
          </a:p>
        </p:txBody>
      </p:sp>
      <p:sp>
        <p:nvSpPr>
          <p:cNvPr id="1026" name="Rectangle 2"/>
          <p:cNvSpPr>
            <a:spLocks noGrp="1" noChangeArrowheads="1"/>
          </p:cNvSpPr>
          <p:nvPr>
            <p:ph type="title"/>
          </p:nvPr>
        </p:nvSpPr>
        <p:spPr bwMode="auto">
          <a:xfrm>
            <a:off x="1331913" y="287338"/>
            <a:ext cx="7354887" cy="69339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altLang="ja-JP" dirty="0"/>
              <a:t>Master Slide Title Format</a:t>
            </a:r>
            <a:endParaRPr lang="ja-JP" altLang="en-US" dirty="0"/>
          </a:p>
        </p:txBody>
      </p:sp>
      <p:sp>
        <p:nvSpPr>
          <p:cNvPr id="1027" name="Rectangle 3"/>
          <p:cNvSpPr>
            <a:spLocks noGrp="1" noChangeArrowheads="1"/>
          </p:cNvSpPr>
          <p:nvPr>
            <p:ph type="body" idx="1"/>
          </p:nvPr>
        </p:nvSpPr>
        <p:spPr bwMode="auto">
          <a:xfrm>
            <a:off x="251520" y="1412776"/>
            <a:ext cx="8640960" cy="482453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altLang="ja-JP" dirty="0"/>
              <a:t>Master Slide Content Format</a:t>
            </a:r>
            <a:endParaRPr lang="ja-JP" altLang="en-US" dirty="0"/>
          </a:p>
          <a:p>
            <a:pPr lvl="1"/>
            <a:r>
              <a:rPr lang="en-US" altLang="ja-JP" dirty="0"/>
              <a:t>Level 2</a:t>
            </a:r>
            <a:endParaRPr lang="ja-JP" altLang="en-US" dirty="0"/>
          </a:p>
          <a:p>
            <a:pPr lvl="2"/>
            <a:r>
              <a:rPr lang="en-US" altLang="ja-JP" dirty="0"/>
              <a:t>Level 3</a:t>
            </a:r>
            <a:endParaRPr lang="ja-JP" altLang="en-US" dirty="0"/>
          </a:p>
          <a:p>
            <a:pPr lvl="3"/>
            <a:r>
              <a:rPr lang="en-US" altLang="ja-JP" dirty="0"/>
              <a:t>Level 4</a:t>
            </a:r>
            <a:endParaRPr lang="ja-JP" altLang="en-US" dirty="0"/>
          </a:p>
          <a:p>
            <a:pPr lvl="4"/>
            <a:r>
              <a:rPr lang="en-US" altLang="ja-JP" dirty="0"/>
              <a:t>Level 5</a:t>
            </a:r>
            <a:endParaRPr lang="ja-JP" altLang="en-US" dirty="0"/>
          </a:p>
        </p:txBody>
      </p:sp>
      <p:sp>
        <p:nvSpPr>
          <p:cNvPr id="1028" name="Rectangle 4"/>
          <p:cNvSpPr>
            <a:spLocks noGrp="1" noChangeArrowheads="1"/>
          </p:cNvSpPr>
          <p:nvPr>
            <p:ph type="dt" sz="half" idx="2"/>
          </p:nvPr>
        </p:nvSpPr>
        <p:spPr bwMode="auto">
          <a:xfrm>
            <a:off x="251520" y="6525344"/>
            <a:ext cx="2133600" cy="288206"/>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000">
                <a:latin typeface="Times New Roman" pitchFamily="18" charset="0"/>
                <a:cs typeface="Times New Roman" pitchFamily="18" charset="0"/>
              </a:defRPr>
            </a:lvl1pPr>
          </a:lstStyle>
          <a:p>
            <a:fld id="{547C34CA-7153-4941-88F2-C5EB28E4F17F}" type="datetime1">
              <a:rPr kumimoji="1" lang="en-US" altLang="ja-JP" smtClean="0"/>
              <a:t>11/1/2022</a:t>
            </a:fld>
            <a:endParaRPr kumimoji="1" lang="ja-JP" altLang="en-US"/>
          </a:p>
        </p:txBody>
      </p:sp>
      <p:sp>
        <p:nvSpPr>
          <p:cNvPr id="1029" name="Rectangle 5"/>
          <p:cNvSpPr>
            <a:spLocks noGrp="1" noChangeArrowheads="1"/>
          </p:cNvSpPr>
          <p:nvPr>
            <p:ph type="ftr" sz="quarter" idx="3"/>
          </p:nvPr>
        </p:nvSpPr>
        <p:spPr bwMode="auto">
          <a:xfrm>
            <a:off x="1762101" y="6524625"/>
            <a:ext cx="5618212" cy="2889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kumimoji="0" sz="1000">
                <a:latin typeface="Times New Roman" pitchFamily="18" charset="0"/>
                <a:cs typeface="Times New Roman" pitchFamily="18" charset="0"/>
              </a:defRPr>
            </a:lvl1pPr>
          </a:lstStyle>
          <a:p>
            <a:r>
              <a:rPr kumimoji="1" lang="en-US" altLang="ja-JP"/>
              <a:t>Copyrights 2017 CE-UIT. All Rights Reserved.</a:t>
            </a:r>
            <a:endParaRPr kumimoji="1" lang="ja-JP" altLang="en-US" dirty="0"/>
          </a:p>
        </p:txBody>
      </p:sp>
      <p:sp>
        <p:nvSpPr>
          <p:cNvPr id="1030" name="Rectangle 6"/>
          <p:cNvSpPr>
            <a:spLocks noGrp="1" noChangeArrowheads="1"/>
          </p:cNvSpPr>
          <p:nvPr>
            <p:ph type="sldNum" sz="quarter" idx="4"/>
          </p:nvPr>
        </p:nvSpPr>
        <p:spPr bwMode="auto">
          <a:xfrm>
            <a:off x="7139880" y="6524625"/>
            <a:ext cx="1752600" cy="2889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latin typeface="Times New Roman" pitchFamily="18" charset="0"/>
                <a:cs typeface="Times New Roman" pitchFamily="18" charset="0"/>
              </a:defRPr>
            </a:lvl1pPr>
          </a:lstStyle>
          <a:p>
            <a:fld id="{800C8475-47C1-49C9-BEE5-594F8CF4D71F}" type="slidenum">
              <a:rPr kumimoji="1" lang="ja-JP" altLang="en-US" smtClean="0"/>
              <a:pPr/>
              <a:t>‹#›</a:t>
            </a:fld>
            <a:endParaRPr kumimoji="1" lang="ja-JP" altLang="en-US"/>
          </a:p>
        </p:txBody>
      </p:sp>
      <p:sp>
        <p:nvSpPr>
          <p:cNvPr id="1052" name="Line 28"/>
          <p:cNvSpPr>
            <a:spLocks noChangeShapeType="1"/>
          </p:cNvSpPr>
          <p:nvPr/>
        </p:nvSpPr>
        <p:spPr bwMode="auto">
          <a:xfrm>
            <a:off x="144463" y="1123680"/>
            <a:ext cx="8496300" cy="0"/>
          </a:xfrm>
          <a:prstGeom prst="line">
            <a:avLst/>
          </a:prstGeom>
          <a:noFill/>
          <a:ln w="9525">
            <a:solidFill>
              <a:srgbClr val="3366CC"/>
            </a:solidFill>
            <a:round/>
            <a:headEnd/>
            <a:tailEnd/>
          </a:ln>
          <a:effectLst/>
        </p:spPr>
        <p:txBody>
          <a:bodyPr/>
          <a:lstStyle/>
          <a:p>
            <a:endParaRPr lang="ja-JP" altLang="en-US" dirty="0">
              <a:latin typeface="Times New Roman" pitchFamily="18" charset="0"/>
              <a:cs typeface="Times New Roman" pitchFamily="18" charset="0"/>
            </a:endParaRPr>
          </a:p>
        </p:txBody>
      </p:sp>
      <p:pic>
        <p:nvPicPr>
          <p:cNvPr id="3" name="Picture 2"/>
          <p:cNvPicPr>
            <a:picLocks noChangeAspect="1"/>
          </p:cNvPicPr>
          <p:nvPr userDrawn="1"/>
        </p:nvPicPr>
        <p:blipFill>
          <a:blip r:embed="rId8" cstate="print">
            <a:extLst>
              <a:ext uri="{28A0092B-C50C-407E-A947-70E740481C1C}">
                <a14:useLocalDpi xmlns:a14="http://schemas.microsoft.com/office/drawing/2010/main" val="0"/>
              </a:ext>
            </a:extLst>
          </a:blip>
          <a:stretch>
            <a:fillRect/>
          </a:stretch>
        </p:blipFill>
        <p:spPr>
          <a:xfrm>
            <a:off x="107504" y="1592"/>
            <a:ext cx="1116507" cy="1116507"/>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63" r:id="rId4"/>
    <p:sldLayoutId id="2147483664" r:id="rId5"/>
  </p:sldLayoutIdLst>
  <p:hf hdr="0"/>
  <p:txStyles>
    <p:titleStyle>
      <a:lvl1pPr algn="l" rtl="0" eaLnBrk="1" fontAlgn="base" hangingPunct="1">
        <a:spcBef>
          <a:spcPct val="0"/>
        </a:spcBef>
        <a:spcAft>
          <a:spcPct val="0"/>
        </a:spcAft>
        <a:defRPr kumimoji="1" sz="3200" baseline="0">
          <a:solidFill>
            <a:srgbClr val="3366CC"/>
          </a:solidFill>
          <a:latin typeface="Times New Roman" pitchFamily="18" charset="0"/>
          <a:ea typeface="+mj-ea"/>
          <a:cs typeface="Times New Roman" pitchFamily="18" charset="0"/>
        </a:defRPr>
      </a:lvl1pPr>
      <a:lvl2pPr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2pPr>
      <a:lvl3pPr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3pPr>
      <a:lvl4pPr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4pPr>
      <a:lvl5pPr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5pPr>
      <a:lvl6pPr marL="457200"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6pPr>
      <a:lvl7pPr marL="914400"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7pPr>
      <a:lvl8pPr marL="1371600"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8pPr>
      <a:lvl9pPr marL="1828800" algn="l" rtl="0" eaLnBrk="1" fontAlgn="base" hangingPunct="1">
        <a:spcBef>
          <a:spcPct val="0"/>
        </a:spcBef>
        <a:spcAft>
          <a:spcPct val="0"/>
        </a:spcAft>
        <a:defRPr kumimoji="1" sz="4400">
          <a:solidFill>
            <a:srgbClr val="3366CC"/>
          </a:solidFill>
          <a:latin typeface="Times New Roman" pitchFamily="18" charset="0"/>
          <a:ea typeface="ＭＳ Ｐゴシック" charset="-128"/>
        </a:defRPr>
      </a:lvl9pPr>
    </p:titleStyle>
    <p:bodyStyle>
      <a:lvl1pPr marL="342900" indent="-342900" algn="just" rtl="0" eaLnBrk="1" fontAlgn="base" hangingPunct="1">
        <a:spcBef>
          <a:spcPct val="20000"/>
        </a:spcBef>
        <a:spcAft>
          <a:spcPct val="0"/>
        </a:spcAft>
        <a:buClr>
          <a:srgbClr val="003399"/>
        </a:buClr>
        <a:buFont typeface="Wingdings" pitchFamily="2" charset="2"/>
        <a:buChar char="n"/>
        <a:defRPr kumimoji="1" sz="2600" baseline="0">
          <a:solidFill>
            <a:schemeClr val="tx1"/>
          </a:solidFill>
          <a:latin typeface="Times New Roman" pitchFamily="18" charset="0"/>
          <a:ea typeface="+mn-ea"/>
          <a:cs typeface="Times New Roman" pitchFamily="18" charset="0"/>
        </a:defRPr>
      </a:lvl1pPr>
      <a:lvl2pPr marL="742950" indent="-285750" algn="just" rtl="0" eaLnBrk="1" fontAlgn="base" hangingPunct="1">
        <a:spcBef>
          <a:spcPct val="20000"/>
        </a:spcBef>
        <a:spcAft>
          <a:spcPct val="0"/>
        </a:spcAft>
        <a:buClr>
          <a:srgbClr val="003399"/>
        </a:buClr>
        <a:buFont typeface="Wingdings" pitchFamily="2" charset="2"/>
        <a:buChar char="p"/>
        <a:defRPr kumimoji="1" sz="2400" baseline="0">
          <a:solidFill>
            <a:schemeClr val="tx1"/>
          </a:solidFill>
          <a:latin typeface="Times New Roman" pitchFamily="18" charset="0"/>
          <a:ea typeface="+mn-ea"/>
          <a:cs typeface="Times New Roman" pitchFamily="18" charset="0"/>
        </a:defRPr>
      </a:lvl2pPr>
      <a:lvl3pPr marL="1143000" indent="-228600" algn="just" rtl="0" eaLnBrk="1" fontAlgn="base" hangingPunct="1">
        <a:spcBef>
          <a:spcPct val="20000"/>
        </a:spcBef>
        <a:spcAft>
          <a:spcPct val="0"/>
        </a:spcAft>
        <a:buClr>
          <a:srgbClr val="003399"/>
        </a:buClr>
        <a:buFont typeface="Wingdings" pitchFamily="2" charset="2"/>
        <a:buChar char="n"/>
        <a:defRPr kumimoji="1" sz="2200" baseline="0">
          <a:solidFill>
            <a:schemeClr val="tx1"/>
          </a:solidFill>
          <a:latin typeface="Times New Roman" pitchFamily="18" charset="0"/>
          <a:ea typeface="+mn-ea"/>
          <a:cs typeface="Times New Roman" pitchFamily="18" charset="0"/>
        </a:defRPr>
      </a:lvl3pPr>
      <a:lvl4pPr marL="1600200" indent="-228600" algn="just" rtl="0" eaLnBrk="1" fontAlgn="base" hangingPunct="1">
        <a:spcBef>
          <a:spcPct val="20000"/>
        </a:spcBef>
        <a:spcAft>
          <a:spcPct val="0"/>
        </a:spcAft>
        <a:buClr>
          <a:srgbClr val="003399"/>
        </a:buClr>
        <a:buFont typeface="Wingdings" pitchFamily="2" charset="2"/>
        <a:buChar char="p"/>
        <a:defRPr kumimoji="1" sz="2000" baseline="0">
          <a:solidFill>
            <a:schemeClr val="tx1"/>
          </a:solidFill>
          <a:latin typeface="Times New Roman" pitchFamily="18" charset="0"/>
          <a:ea typeface="+mn-ea"/>
          <a:cs typeface="Times New Roman" pitchFamily="18" charset="0"/>
        </a:defRPr>
      </a:lvl4pPr>
      <a:lvl5pPr marL="2057400" indent="-228600" algn="l" rtl="0" eaLnBrk="1" fontAlgn="base" hangingPunct="1">
        <a:spcBef>
          <a:spcPct val="20000"/>
        </a:spcBef>
        <a:spcAft>
          <a:spcPct val="0"/>
        </a:spcAft>
        <a:buClr>
          <a:srgbClr val="003399"/>
        </a:buClr>
        <a:buFont typeface="Wingdings" pitchFamily="2" charset="2"/>
        <a:buChar char="n"/>
        <a:defRPr kumimoji="1" sz="1800" baseline="0">
          <a:solidFill>
            <a:schemeClr val="tx1"/>
          </a:solidFill>
          <a:latin typeface="Times New Roman" pitchFamily="18" charset="0"/>
          <a:ea typeface="+mn-ea"/>
          <a:cs typeface="Times New Roman" pitchFamily="18" charset="0"/>
        </a:defRPr>
      </a:lvl5pPr>
      <a:lvl6pPr marL="25146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6pPr>
      <a:lvl7pPr marL="29718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7pPr>
      <a:lvl8pPr marL="34290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8pPr>
      <a:lvl9pPr marL="3886200" indent="-228600" algn="l" rtl="0" eaLnBrk="1" fontAlgn="base" hangingPunct="1">
        <a:spcBef>
          <a:spcPct val="20000"/>
        </a:spcBef>
        <a:spcAft>
          <a:spcPct val="0"/>
        </a:spcAft>
        <a:buClr>
          <a:srgbClr val="003399"/>
        </a:buClr>
        <a:buFont typeface="Wingdings" pitchFamily="2" charset="2"/>
        <a:buChar char="n"/>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duyd@uit.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tmp"/><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tmp"/><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tmp"/><Relationship Id="rId2" Type="http://schemas.openxmlformats.org/officeDocument/2006/relationships/image" Target="../media/image9.tmp"/><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image" Target="../media/image14.tmp"/><Relationship Id="rId1" Type="http://schemas.openxmlformats.org/officeDocument/2006/relationships/slideLayout" Target="../slideLayouts/slideLayout2.xml"/><Relationship Id="rId4" Type="http://schemas.openxmlformats.org/officeDocument/2006/relationships/image" Target="../media/image16.tmp"/></Relationships>
</file>

<file path=ppt/slides/_rels/slide21.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image" Target="../media/image16.tmp"/><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tmp"/><Relationship Id="rId2" Type="http://schemas.openxmlformats.org/officeDocument/2006/relationships/image" Target="../media/image18.tm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302386" y="2098316"/>
            <a:ext cx="8609013" cy="1470025"/>
          </a:xfrm>
        </p:spPr>
        <p:txBody>
          <a:bodyPr/>
          <a:lstStyle/>
          <a:p>
            <a:r>
              <a:rPr kumimoji="1" lang="en-US" altLang="ja-JP" b="1">
                <a:solidFill>
                  <a:srgbClr val="FF9933"/>
                </a:solidFill>
              </a:rPr>
              <a:t>ĐẠO ĐỨC NGHỀ NGHIỆP</a:t>
            </a:r>
            <a:endParaRPr kumimoji="1" lang="ja-JP" altLang="en-US" b="1" dirty="0">
              <a:solidFill>
                <a:srgbClr val="FF9933"/>
              </a:solidFill>
            </a:endParaRPr>
          </a:p>
        </p:txBody>
      </p:sp>
      <p:sp>
        <p:nvSpPr>
          <p:cNvPr id="3" name="サブタイトル 2"/>
          <p:cNvSpPr>
            <a:spLocks noGrp="1"/>
          </p:cNvSpPr>
          <p:nvPr>
            <p:ph type="subTitle" idx="1"/>
          </p:nvPr>
        </p:nvSpPr>
        <p:spPr>
          <a:xfrm>
            <a:off x="1371600" y="3886200"/>
            <a:ext cx="6400800" cy="533400"/>
          </a:xfrm>
        </p:spPr>
        <p:txBody>
          <a:bodyPr/>
          <a:lstStyle/>
          <a:p>
            <a:r>
              <a:rPr lang="en-US" altLang="ja-JP"/>
              <a:t>TS. Đoàn Duy, Email: </a:t>
            </a:r>
            <a:r>
              <a:rPr lang="en-US" altLang="ja-JP">
                <a:hlinkClick r:id="rId2"/>
              </a:rPr>
              <a:t>duyd@uit.edu.vn</a:t>
            </a:r>
            <a:endParaRPr lang="en-US" altLang="ja-JP"/>
          </a:p>
          <a:p>
            <a:fld id="{3019FD15-5EE1-4E5A-941E-E175ED3BA472}" type="datetime1">
              <a:rPr lang="en-US" altLang="ja-JP" smtClean="0"/>
              <a:t>11/1/2022</a:t>
            </a:fld>
            <a:endParaRPr lang="en-US" altLang="ja-JP" dirty="0"/>
          </a:p>
        </p:txBody>
      </p:sp>
      <p:sp>
        <p:nvSpPr>
          <p:cNvPr id="4" name="日付プレースホルダ 3"/>
          <p:cNvSpPr>
            <a:spLocks noGrp="1"/>
          </p:cNvSpPr>
          <p:nvPr>
            <p:ph type="dt" sz="half" idx="10"/>
          </p:nvPr>
        </p:nvSpPr>
        <p:spPr>
          <a:xfrm>
            <a:off x="251520" y="6525344"/>
            <a:ext cx="2133600" cy="288206"/>
          </a:xfrm>
        </p:spPr>
        <p:txBody>
          <a:bodyPr/>
          <a:lstStyle/>
          <a:p>
            <a:fld id="{0DA31E94-D226-4D30-9A93-5BB7AC33FD00}" type="datetime1">
              <a:rPr kumimoji="1" lang="en-US" altLang="ja-JP" smtClean="0"/>
              <a:t>11/1/2022</a:t>
            </a:fld>
            <a:endParaRPr kumimoji="1" lang="ja-JP" altLang="en-US" dirty="0"/>
          </a:p>
        </p:txBody>
      </p:sp>
      <p:sp>
        <p:nvSpPr>
          <p:cNvPr id="5" name="フッター プレースホルダ 4"/>
          <p:cNvSpPr>
            <a:spLocks noGrp="1"/>
          </p:cNvSpPr>
          <p:nvPr>
            <p:ph type="ftr" sz="quarter" idx="11"/>
          </p:nvPr>
        </p:nvSpPr>
        <p:spPr>
          <a:xfrm>
            <a:off x="1762101" y="6524625"/>
            <a:ext cx="5618212" cy="288925"/>
          </a:xfrm>
        </p:spPr>
        <p:txBody>
          <a:bodyPr/>
          <a:lstStyle/>
          <a:p>
            <a:r>
              <a:rPr kumimoji="1" lang="en-US" altLang="ja-JP"/>
              <a:t>Copyrights 2020 CE-UIT. All Rights Reserved.</a:t>
            </a:r>
            <a:endParaRPr kumimoji="1" lang="ja-JP" altLang="en-US" dirty="0"/>
          </a:p>
        </p:txBody>
      </p:sp>
      <p:sp>
        <p:nvSpPr>
          <p:cNvPr id="6" name="スライド番号プレースホルダ 5"/>
          <p:cNvSpPr>
            <a:spLocks noGrp="1"/>
          </p:cNvSpPr>
          <p:nvPr>
            <p:ph type="sldNum" sz="quarter" idx="12"/>
          </p:nvPr>
        </p:nvSpPr>
        <p:spPr>
          <a:xfrm>
            <a:off x="7139880" y="6524625"/>
            <a:ext cx="1752600" cy="288925"/>
          </a:xfrm>
        </p:spPr>
        <p:txBody>
          <a:bodyPr/>
          <a:lstStyle/>
          <a:p>
            <a:fld id="{800C8475-47C1-49C9-BEE5-594F8CF4D71F}" type="slidenum">
              <a:rPr kumimoji="1" lang="ja-JP" altLang="en-US" smtClean="0"/>
              <a:pPr/>
              <a:t>1</a:t>
            </a:fld>
            <a:endParaRPr kumimoji="1" lang="ja-JP"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Mục tiêu và nội dung</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2</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6" name="TextBox 5">
            <a:extLst>
              <a:ext uri="{FF2B5EF4-FFF2-40B4-BE49-F238E27FC236}">
                <a16:creationId xmlns:a16="http://schemas.microsoft.com/office/drawing/2014/main" id="{8030EF7F-B37B-46B6-8B81-FD1F794723A6}"/>
              </a:ext>
            </a:extLst>
          </p:cNvPr>
          <p:cNvSpPr txBox="1"/>
          <p:nvPr/>
        </p:nvSpPr>
        <p:spPr>
          <a:xfrm>
            <a:off x="738409" y="1752600"/>
            <a:ext cx="6232796" cy="2185214"/>
          </a:xfrm>
          <a:prstGeom prst="rect">
            <a:avLst/>
          </a:prstGeom>
          <a:noFill/>
        </p:spPr>
        <p:txBody>
          <a:bodyPr wrap="none" rtlCol="0">
            <a:spAutoFit/>
          </a:bodyPr>
          <a:lstStyle/>
          <a:p>
            <a:pPr marL="457200" indent="-457200">
              <a:spcBef>
                <a:spcPts val="1200"/>
              </a:spcBef>
              <a:spcAft>
                <a:spcPts val="1200"/>
              </a:spcAft>
              <a:buFont typeface="Wingdings" panose="05000000000000000000" pitchFamily="2" charset="2"/>
              <a:buChar char="q"/>
            </a:pPr>
            <a:r>
              <a:rPr lang="en-US" sz="3200"/>
              <a:t>Sở hữu trí tuệ</a:t>
            </a:r>
          </a:p>
          <a:p>
            <a:pPr marL="457200" indent="-457200">
              <a:spcBef>
                <a:spcPts val="1200"/>
              </a:spcBef>
              <a:spcAft>
                <a:spcPts val="1200"/>
              </a:spcAft>
              <a:buFont typeface="Wingdings" panose="05000000000000000000" pitchFamily="2" charset="2"/>
              <a:buChar char="q"/>
            </a:pPr>
            <a:r>
              <a:rPr lang="en-US" sz="3200"/>
              <a:t>Trích dẫn nghiên cứu khoa học</a:t>
            </a:r>
          </a:p>
          <a:p>
            <a:pPr marL="457200" indent="-457200">
              <a:spcBef>
                <a:spcPts val="1200"/>
              </a:spcBef>
              <a:spcAft>
                <a:spcPts val="1200"/>
              </a:spcAft>
              <a:buFont typeface="Wingdings" panose="05000000000000000000" pitchFamily="2" charset="2"/>
              <a:buChar char="q"/>
            </a:pPr>
            <a:r>
              <a:rPr lang="en-US" sz="3200"/>
              <a:t>Tác phong và thái độ nghề nghiệp</a:t>
            </a:r>
          </a:p>
        </p:txBody>
      </p:sp>
    </p:spTree>
    <p:extLst>
      <p:ext uri="{BB962C8B-B14F-4D97-AF65-F5344CB8AC3E}">
        <p14:creationId xmlns:p14="http://schemas.microsoft.com/office/powerpoint/2010/main" val="326985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Nội dung</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3</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6" name="TextBox 5">
            <a:extLst>
              <a:ext uri="{FF2B5EF4-FFF2-40B4-BE49-F238E27FC236}">
                <a16:creationId xmlns:a16="http://schemas.microsoft.com/office/drawing/2014/main" id="{8030EF7F-B37B-46B6-8B81-FD1F794723A6}"/>
              </a:ext>
            </a:extLst>
          </p:cNvPr>
          <p:cNvSpPr txBox="1"/>
          <p:nvPr/>
        </p:nvSpPr>
        <p:spPr>
          <a:xfrm>
            <a:off x="738409" y="1752600"/>
            <a:ext cx="6232796" cy="2185214"/>
          </a:xfrm>
          <a:prstGeom prst="rect">
            <a:avLst/>
          </a:prstGeom>
          <a:noFill/>
        </p:spPr>
        <p:txBody>
          <a:bodyPr wrap="none" rtlCol="0">
            <a:spAutoFit/>
          </a:bodyPr>
          <a:lstStyle/>
          <a:p>
            <a:pPr marL="457200" indent="-457200">
              <a:spcBef>
                <a:spcPts val="1200"/>
              </a:spcBef>
              <a:spcAft>
                <a:spcPts val="1200"/>
              </a:spcAft>
              <a:buFont typeface="Wingdings" panose="05000000000000000000" pitchFamily="2" charset="2"/>
              <a:buChar char="q"/>
            </a:pPr>
            <a:r>
              <a:rPr lang="en-US" sz="3200" b="1">
                <a:solidFill>
                  <a:srgbClr val="FF9933"/>
                </a:solidFill>
              </a:rPr>
              <a:t>Sở hữu trí tuệ</a:t>
            </a:r>
          </a:p>
          <a:p>
            <a:pPr marL="457200" indent="-457200">
              <a:spcBef>
                <a:spcPts val="1200"/>
              </a:spcBef>
              <a:spcAft>
                <a:spcPts val="1200"/>
              </a:spcAft>
              <a:buFont typeface="Wingdings" panose="05000000000000000000" pitchFamily="2" charset="2"/>
              <a:buChar char="q"/>
            </a:pPr>
            <a:r>
              <a:rPr lang="en-US" sz="3200"/>
              <a:t>Trích dẫn nghiên cứu khoa học</a:t>
            </a:r>
          </a:p>
          <a:p>
            <a:pPr marL="457200" indent="-457200">
              <a:spcBef>
                <a:spcPts val="1200"/>
              </a:spcBef>
              <a:spcAft>
                <a:spcPts val="1200"/>
              </a:spcAft>
              <a:buFont typeface="Wingdings" panose="05000000000000000000" pitchFamily="2" charset="2"/>
              <a:buChar char="q"/>
            </a:pPr>
            <a:r>
              <a:rPr lang="en-US" sz="3200"/>
              <a:t>Tác phong và thái độ nghề nghiệp</a:t>
            </a:r>
          </a:p>
        </p:txBody>
      </p:sp>
    </p:spTree>
    <p:extLst>
      <p:ext uri="{BB962C8B-B14F-4D97-AF65-F5344CB8AC3E}">
        <p14:creationId xmlns:p14="http://schemas.microsoft.com/office/powerpoint/2010/main" val="2765536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4</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9" name="Title 1">
            <a:extLst>
              <a:ext uri="{FF2B5EF4-FFF2-40B4-BE49-F238E27FC236}">
                <a16:creationId xmlns:a16="http://schemas.microsoft.com/office/drawing/2014/main" id="{0EB023FA-8FFE-411F-AD27-36D984880BF2}"/>
              </a:ext>
            </a:extLst>
          </p:cNvPr>
          <p:cNvSpPr>
            <a:spLocks noGrp="1"/>
          </p:cNvSpPr>
          <p:nvPr>
            <p:ph type="title"/>
          </p:nvPr>
        </p:nvSpPr>
        <p:spPr>
          <a:xfrm>
            <a:off x="1331913" y="287338"/>
            <a:ext cx="7354887" cy="693390"/>
          </a:xfrm>
        </p:spPr>
        <p:txBody>
          <a:bodyPr/>
          <a:lstStyle/>
          <a:p>
            <a:pPr marL="0" marR="0" algn="ctr">
              <a:spcBef>
                <a:spcPts val="0"/>
              </a:spcBef>
              <a:spcAft>
                <a:spcPts val="0"/>
              </a:spcAft>
            </a:pPr>
            <a:r>
              <a:rPr lang="en-US" sz="1800" b="1">
                <a:solidFill>
                  <a:srgbClr val="000000"/>
                </a:solidFill>
                <a:effectLst/>
                <a:latin typeface="Times New Roman" panose="02020603050405020304" pitchFamily="18" charset="0"/>
                <a:ea typeface="Times New Roman" panose="02020603050405020304" pitchFamily="18" charset="0"/>
              </a:rPr>
              <a:t>LUẬT SỬA ĐỔI, BỔ SUNG MỘT SỐ ĐIỀU CỦA LUẬT SỞ HỮU TRÍ TUỆ (Luật: 36/2009/QH12)</a:t>
            </a:r>
            <a:endParaRPr lang="en-US" sz="1800" b="1">
              <a:effectLst/>
              <a:latin typeface="Times New Roman" panose="02020603050405020304" pitchFamily="18" charset="0"/>
              <a:ea typeface="Times New Roman" panose="02020603050405020304" pitchFamily="18" charset="0"/>
            </a:endParaRPr>
          </a:p>
        </p:txBody>
      </p:sp>
      <p:sp>
        <p:nvSpPr>
          <p:cNvPr id="10" name="TextBox 9">
            <a:extLst>
              <a:ext uri="{FF2B5EF4-FFF2-40B4-BE49-F238E27FC236}">
                <a16:creationId xmlns:a16="http://schemas.microsoft.com/office/drawing/2014/main" id="{C3D4F8FA-8C8F-43D5-9028-FD5F516FB9F0}"/>
              </a:ext>
            </a:extLst>
          </p:cNvPr>
          <p:cNvSpPr txBox="1"/>
          <p:nvPr/>
        </p:nvSpPr>
        <p:spPr>
          <a:xfrm>
            <a:off x="381000" y="1600200"/>
            <a:ext cx="8587680" cy="4493538"/>
          </a:xfrm>
          <a:prstGeom prst="rect">
            <a:avLst/>
          </a:prstGeom>
          <a:noFill/>
        </p:spPr>
        <p:txBody>
          <a:bodyPr wrap="square">
            <a:spAutoFit/>
          </a:bodyPr>
          <a:lstStyle/>
          <a:p>
            <a:pPr marL="0" marR="0" indent="346075" algn="just">
              <a:spcBef>
                <a:spcPts val="1440"/>
              </a:spcBef>
              <a:spcAft>
                <a:spcPts val="1440"/>
              </a:spcAft>
            </a:pPr>
            <a:r>
              <a:rPr lang="en-US" sz="1800" dirty="0">
                <a:solidFill>
                  <a:srgbClr val="000000"/>
                </a:solidFill>
                <a:effectLst/>
                <a:latin typeface="Times New Roman" panose="02020603050405020304" pitchFamily="18" charset="0"/>
                <a:ea typeface="Times New Roman" panose="02020603050405020304" pitchFamily="18" charset="0"/>
              </a:rPr>
              <a:t>1. </a:t>
            </a:r>
            <a:r>
              <a:rPr lang="en-US" sz="1800" b="1" i="1" dirty="0" err="1">
                <a:solidFill>
                  <a:srgbClr val="000000"/>
                </a:solidFill>
                <a:effectLst/>
                <a:latin typeface="Times New Roman" panose="02020603050405020304" pitchFamily="18" charset="0"/>
                <a:ea typeface="Times New Roman" panose="02020603050405020304" pitchFamily="18" charset="0"/>
              </a:rPr>
              <a:t>Quyền</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sở</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hữu</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trí</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tuệ</a:t>
            </a:r>
            <a:r>
              <a:rPr lang="en-US" sz="1800" b="1"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quyền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của</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tổ</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chức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cá</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nhân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đối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với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tài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sản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trí</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tuệ</a:t>
            </a:r>
            <a:r>
              <a:rPr lang="en-US" sz="1800" dirty="0">
                <a:solidFill>
                  <a:srgbClr val="000000"/>
                </a:solidFill>
                <a:effectLst/>
                <a:latin typeface="Times New Roman" panose="02020603050405020304" pitchFamily="18" charset="0"/>
                <a:ea typeface="Times New Roman" panose="02020603050405020304" pitchFamily="18" charset="0"/>
              </a:rPr>
              <a:t>, bao </a:t>
            </a:r>
            <a:r>
              <a:rPr lang="en-US" sz="1800" dirty="0" err="1">
                <a:solidFill>
                  <a:srgbClr val="000000"/>
                </a:solidFill>
                <a:effectLst/>
                <a:latin typeface="Times New Roman" panose="02020603050405020304" pitchFamily="18" charset="0"/>
                <a:ea typeface="Times New Roman" panose="02020603050405020304" pitchFamily="18" charset="0"/>
              </a:rPr>
              <a:t>gồm</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i="1" dirty="0" err="1">
                <a:solidFill>
                  <a:srgbClr val="000000"/>
                </a:solidFill>
                <a:effectLst/>
                <a:latin typeface="Times New Roman" panose="02020603050405020304" pitchFamily="18" charset="0"/>
                <a:ea typeface="Times New Roman" panose="02020603050405020304" pitchFamily="18" charset="0"/>
              </a:rPr>
              <a:t>quyền</a:t>
            </a:r>
            <a:r>
              <a:rPr lang="en-US" sz="1800" i="1" dirty="0">
                <a:solidFill>
                  <a:srgbClr val="000000"/>
                </a:solidFill>
                <a:effectLst/>
                <a:latin typeface="Times New Roman" panose="02020603050405020304" pitchFamily="18" charset="0"/>
                <a:ea typeface="Times New Roman" panose="02020603050405020304" pitchFamily="18" charset="0"/>
              </a:rPr>
              <a:t> </a:t>
            </a:r>
            <a:r>
              <a:rPr lang="en-US" sz="1800" i="1" dirty="0" err="1">
                <a:solidFill>
                  <a:srgbClr val="000000"/>
                </a:solidFill>
                <a:effectLst/>
                <a:latin typeface="Times New Roman" panose="02020603050405020304" pitchFamily="18" charset="0"/>
                <a:ea typeface="Times New Roman" panose="02020603050405020304" pitchFamily="18" charset="0"/>
              </a:rPr>
              <a:t>tác</a:t>
            </a:r>
            <a:r>
              <a:rPr lang="en-US" sz="1800" i="1" dirty="0">
                <a:solidFill>
                  <a:srgbClr val="000000"/>
                </a:solidFill>
                <a:effectLst/>
                <a:latin typeface="Times New Roman" panose="02020603050405020304" pitchFamily="18" charset="0"/>
                <a:ea typeface="Times New Roman" panose="02020603050405020304" pitchFamily="18" charset="0"/>
              </a:rPr>
              <a:t> </a:t>
            </a:r>
            <a:r>
              <a:rPr lang="en-US" sz="1800" i="1" dirty="0" err="1">
                <a:solidFill>
                  <a:srgbClr val="000000"/>
                </a:solidFill>
                <a:effectLst/>
                <a:latin typeface="Times New Roman" panose="02020603050405020304" pitchFamily="18" charset="0"/>
                <a:ea typeface="Times New Roman" panose="02020603050405020304" pitchFamily="18" charset="0"/>
              </a:rPr>
              <a:t>giả</a:t>
            </a:r>
            <a:r>
              <a:rPr lang="en-US" sz="1800" i="1"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i="1" dirty="0" err="1">
                <a:solidFill>
                  <a:srgbClr val="000000"/>
                </a:solidFill>
                <a:effectLst/>
                <a:latin typeface="Times New Roman" panose="02020603050405020304" pitchFamily="18" charset="0"/>
                <a:ea typeface="Times New Roman" panose="02020603050405020304" pitchFamily="18" charset="0"/>
              </a:rPr>
              <a:t>quyền</a:t>
            </a:r>
            <a:r>
              <a:rPr lang="en-US" sz="1800" i="1" dirty="0">
                <a:solidFill>
                  <a:srgbClr val="000000"/>
                </a:solidFill>
                <a:effectLst/>
                <a:latin typeface="Times New Roman" panose="02020603050405020304" pitchFamily="18" charset="0"/>
                <a:ea typeface="Times New Roman" panose="02020603050405020304" pitchFamily="18" charset="0"/>
              </a:rPr>
              <a:t> </a:t>
            </a:r>
            <a:r>
              <a:rPr lang="en-US" sz="1800" i="1" dirty="0" err="1">
                <a:solidFill>
                  <a:srgbClr val="000000"/>
                </a:solidFill>
                <a:effectLst/>
                <a:latin typeface="Times New Roman" panose="02020603050405020304" pitchFamily="18" charset="0"/>
                <a:ea typeface="Times New Roman" panose="02020603050405020304" pitchFamily="18" charset="0"/>
              </a:rPr>
              <a:t>liên</a:t>
            </a:r>
            <a:r>
              <a:rPr lang="en-US" sz="1800" i="1" dirty="0">
                <a:solidFill>
                  <a:srgbClr val="000000"/>
                </a:solidFill>
                <a:effectLst/>
                <a:latin typeface="Times New Roman" panose="02020603050405020304" pitchFamily="18" charset="0"/>
                <a:ea typeface="Times New Roman" panose="02020603050405020304" pitchFamily="18" charset="0"/>
              </a:rPr>
              <a:t> </a:t>
            </a:r>
            <a:r>
              <a:rPr lang="en-US" sz="1800" i="1" dirty="0" err="1">
                <a:solidFill>
                  <a:srgbClr val="000000"/>
                </a:solidFill>
                <a:effectLst/>
                <a:latin typeface="Times New Roman" panose="02020603050405020304" pitchFamily="18" charset="0"/>
                <a:ea typeface="Times New Roman" panose="02020603050405020304" pitchFamily="18" charset="0"/>
              </a:rPr>
              <a:t>quan</a:t>
            </a:r>
            <a:r>
              <a:rPr lang="en-US" sz="1800" i="1" dirty="0">
                <a:solidFill>
                  <a:srgbClr val="000000"/>
                </a:solidFill>
                <a:effectLst/>
                <a:latin typeface="Times New Roman" panose="02020603050405020304" pitchFamily="18" charset="0"/>
                <a:ea typeface="Times New Roman" panose="02020603050405020304" pitchFamily="18" charset="0"/>
              </a:rPr>
              <a:t> </a:t>
            </a:r>
            <a:r>
              <a:rPr lang="en-US" sz="1800" i="1" dirty="0" err="1">
                <a:solidFill>
                  <a:srgbClr val="000000"/>
                </a:solidFill>
                <a:effectLst/>
                <a:latin typeface="Times New Roman" panose="02020603050405020304" pitchFamily="18" charset="0"/>
                <a:ea typeface="Times New Roman" panose="02020603050405020304" pitchFamily="18" charset="0"/>
              </a:rPr>
              <a:t>đến</a:t>
            </a:r>
            <a:r>
              <a:rPr lang="en-US" sz="1800" i="1" dirty="0">
                <a:solidFill>
                  <a:srgbClr val="000000"/>
                </a:solidFill>
                <a:effectLst/>
                <a:latin typeface="Times New Roman" panose="02020603050405020304" pitchFamily="18" charset="0"/>
                <a:ea typeface="Times New Roman" panose="02020603050405020304" pitchFamily="18" charset="0"/>
              </a:rPr>
              <a:t> </a:t>
            </a:r>
            <a:r>
              <a:rPr lang="en-US" sz="1800" i="1" dirty="0" err="1">
                <a:solidFill>
                  <a:srgbClr val="000000"/>
                </a:solidFill>
                <a:effectLst/>
                <a:latin typeface="Times New Roman" panose="02020603050405020304" pitchFamily="18" charset="0"/>
                <a:ea typeface="Times New Roman" panose="02020603050405020304" pitchFamily="18" charset="0"/>
              </a:rPr>
              <a:t>quyền</a:t>
            </a:r>
            <a:r>
              <a:rPr lang="en-US" sz="1800" i="1" dirty="0">
                <a:solidFill>
                  <a:srgbClr val="000000"/>
                </a:solidFill>
                <a:effectLst/>
                <a:latin typeface="Times New Roman" panose="02020603050405020304" pitchFamily="18" charset="0"/>
                <a:ea typeface="Times New Roman" panose="02020603050405020304" pitchFamily="18" charset="0"/>
              </a:rPr>
              <a:t> </a:t>
            </a:r>
            <a:r>
              <a:rPr lang="en-US" sz="1800" i="1" dirty="0" err="1">
                <a:solidFill>
                  <a:srgbClr val="000000"/>
                </a:solidFill>
                <a:effectLst/>
                <a:latin typeface="Times New Roman" panose="02020603050405020304" pitchFamily="18" charset="0"/>
                <a:ea typeface="Times New Roman" panose="02020603050405020304" pitchFamily="18" charset="0"/>
              </a:rPr>
              <a:t>tác</a:t>
            </a:r>
            <a:r>
              <a:rPr lang="en-US" sz="1800" i="1" dirty="0">
                <a:solidFill>
                  <a:srgbClr val="000000"/>
                </a:solidFill>
                <a:effectLst/>
                <a:latin typeface="Times New Roman" panose="02020603050405020304" pitchFamily="18" charset="0"/>
                <a:ea typeface="Times New Roman" panose="02020603050405020304" pitchFamily="18" charset="0"/>
              </a:rPr>
              <a:t> </a:t>
            </a:r>
            <a:r>
              <a:rPr lang="en-US" sz="1800" i="1" dirty="0" err="1">
                <a:solidFill>
                  <a:srgbClr val="000000"/>
                </a:solidFill>
                <a:effectLst/>
                <a:latin typeface="Times New Roman" panose="02020603050405020304" pitchFamily="18" charset="0"/>
                <a:ea typeface="Times New Roman" panose="02020603050405020304" pitchFamily="18" charset="0"/>
              </a:rPr>
              <a:t>giả</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i="1" dirty="0" err="1">
                <a:solidFill>
                  <a:srgbClr val="000000"/>
                </a:solidFill>
                <a:effectLst/>
                <a:latin typeface="Times New Roman" panose="02020603050405020304" pitchFamily="18" charset="0"/>
                <a:ea typeface="Times New Roman" panose="02020603050405020304" pitchFamily="18" charset="0"/>
              </a:rPr>
              <a:t>quyền</a:t>
            </a:r>
            <a:r>
              <a:rPr lang="en-US" sz="1800" i="1" dirty="0">
                <a:solidFill>
                  <a:srgbClr val="000000"/>
                </a:solidFill>
                <a:effectLst/>
                <a:latin typeface="Times New Roman" panose="02020603050405020304" pitchFamily="18" charset="0"/>
                <a:ea typeface="Times New Roman" panose="02020603050405020304" pitchFamily="18" charset="0"/>
              </a:rPr>
              <a:t> </a:t>
            </a:r>
            <a:r>
              <a:rPr lang="en-US" sz="1800" i="1" dirty="0" err="1">
                <a:solidFill>
                  <a:srgbClr val="000000"/>
                </a:solidFill>
                <a:effectLst/>
                <a:latin typeface="Times New Roman" panose="02020603050405020304" pitchFamily="18" charset="0"/>
                <a:ea typeface="Times New Roman" panose="02020603050405020304" pitchFamily="18" charset="0"/>
              </a:rPr>
              <a:t>sở</a:t>
            </a:r>
            <a:r>
              <a:rPr lang="en-US" sz="1800" i="1" dirty="0">
                <a:solidFill>
                  <a:srgbClr val="000000"/>
                </a:solidFill>
                <a:effectLst/>
                <a:latin typeface="Times New Roman" panose="02020603050405020304" pitchFamily="18" charset="0"/>
                <a:ea typeface="Times New Roman" panose="02020603050405020304" pitchFamily="18" charset="0"/>
              </a:rPr>
              <a:t> </a:t>
            </a:r>
            <a:r>
              <a:rPr lang="en-US" sz="1800" i="1" dirty="0" err="1">
                <a:solidFill>
                  <a:srgbClr val="000000"/>
                </a:solidFill>
                <a:effectLst/>
                <a:latin typeface="Times New Roman" panose="02020603050405020304" pitchFamily="18" charset="0"/>
                <a:ea typeface="Times New Roman" panose="02020603050405020304" pitchFamily="18" charset="0"/>
              </a:rPr>
              <a:t>hữu</a:t>
            </a:r>
            <a:r>
              <a:rPr lang="en-US" sz="1800" i="1" dirty="0">
                <a:solidFill>
                  <a:srgbClr val="000000"/>
                </a:solidFill>
                <a:effectLst/>
                <a:latin typeface="Times New Roman" panose="02020603050405020304" pitchFamily="18" charset="0"/>
                <a:ea typeface="Times New Roman" panose="02020603050405020304" pitchFamily="18" charset="0"/>
              </a:rPr>
              <a:t> </a:t>
            </a:r>
            <a:r>
              <a:rPr lang="en-US" sz="1800" i="1" dirty="0" err="1">
                <a:solidFill>
                  <a:srgbClr val="000000"/>
                </a:solidFill>
                <a:effectLst/>
                <a:latin typeface="Times New Roman" panose="02020603050405020304" pitchFamily="18" charset="0"/>
                <a:ea typeface="Times New Roman" panose="02020603050405020304" pitchFamily="18" charset="0"/>
              </a:rPr>
              <a:t>công</a:t>
            </a:r>
            <a:r>
              <a:rPr lang="en-US" sz="1800" i="1" dirty="0">
                <a:solidFill>
                  <a:srgbClr val="000000"/>
                </a:solidFill>
                <a:effectLst/>
                <a:latin typeface="Times New Roman" panose="02020603050405020304" pitchFamily="18" charset="0"/>
                <a:ea typeface="Times New Roman" panose="02020603050405020304" pitchFamily="18" charset="0"/>
              </a:rPr>
              <a:t> </a:t>
            </a:r>
            <a:r>
              <a:rPr lang="en-US" sz="1800" i="1" dirty="0" err="1">
                <a:solidFill>
                  <a:srgbClr val="000000"/>
                </a:solidFill>
                <a:effectLst/>
                <a:latin typeface="Times New Roman" panose="02020603050405020304" pitchFamily="18" charset="0"/>
                <a:ea typeface="Times New Roman" panose="02020603050405020304" pitchFamily="18" charset="0"/>
              </a:rPr>
              <a:t>nghiệp</a:t>
            </a:r>
            <a:r>
              <a:rPr lang="en-US" sz="1800" i="1" dirty="0">
                <a:solidFill>
                  <a:srgbClr val="000000"/>
                </a:solidFill>
                <a:effectLst/>
                <a:latin typeface="Times New Roman" panose="02020603050405020304" pitchFamily="18" charset="0"/>
                <a:ea typeface="Times New Roman" panose="02020603050405020304" pitchFamily="18" charset="0"/>
              </a:rPr>
              <a:t> </a:t>
            </a:r>
            <a:r>
              <a:rPr lang="en-US" sz="1800" i="1" dirty="0" err="1">
                <a:solidFill>
                  <a:srgbClr val="000000"/>
                </a:solidFill>
                <a:effectLst/>
                <a:latin typeface="Times New Roman" panose="02020603050405020304" pitchFamily="18" charset="0"/>
                <a:ea typeface="Times New Roman" panose="02020603050405020304" pitchFamily="18" charset="0"/>
              </a:rPr>
              <a:t>và</a:t>
            </a:r>
            <a:r>
              <a:rPr lang="en-US" sz="1800" i="1" dirty="0">
                <a:solidFill>
                  <a:srgbClr val="000000"/>
                </a:solidFill>
                <a:effectLst/>
                <a:latin typeface="Times New Roman" panose="02020603050405020304" pitchFamily="18" charset="0"/>
                <a:ea typeface="Times New Roman" panose="02020603050405020304" pitchFamily="18" charset="0"/>
              </a:rPr>
              <a:t> </a:t>
            </a:r>
            <a:r>
              <a:rPr lang="en-US" sz="1800" i="1" dirty="0" err="1">
                <a:solidFill>
                  <a:srgbClr val="000000"/>
                </a:solidFill>
                <a:effectLst/>
                <a:latin typeface="Times New Roman" panose="02020603050405020304" pitchFamily="18" charset="0"/>
                <a:ea typeface="Times New Roman" panose="02020603050405020304" pitchFamily="18" charset="0"/>
              </a:rPr>
              <a:t>quyền</a:t>
            </a:r>
            <a:r>
              <a:rPr lang="en-US" sz="1800" i="1" dirty="0">
                <a:solidFill>
                  <a:srgbClr val="000000"/>
                </a:solidFill>
                <a:effectLst/>
                <a:latin typeface="Times New Roman" panose="02020603050405020304" pitchFamily="18" charset="0"/>
                <a:ea typeface="Times New Roman" panose="02020603050405020304" pitchFamily="18" charset="0"/>
              </a:rPr>
              <a:t> </a:t>
            </a:r>
            <a:r>
              <a:rPr lang="en-US" sz="1800" i="1" dirty="0" err="1">
                <a:solidFill>
                  <a:srgbClr val="000000"/>
                </a:solidFill>
                <a:effectLst/>
                <a:latin typeface="Times New Roman" panose="02020603050405020304" pitchFamily="18" charset="0"/>
                <a:ea typeface="Times New Roman" panose="02020603050405020304" pitchFamily="18" charset="0"/>
              </a:rPr>
              <a:t>đối</a:t>
            </a:r>
            <a:r>
              <a:rPr lang="en-US" sz="1800" i="1" dirty="0">
                <a:solidFill>
                  <a:srgbClr val="000000"/>
                </a:solidFill>
                <a:effectLst/>
                <a:latin typeface="Times New Roman" panose="02020603050405020304" pitchFamily="18" charset="0"/>
                <a:ea typeface="Times New Roman" panose="02020603050405020304" pitchFamily="18" charset="0"/>
              </a:rPr>
              <a:t> </a:t>
            </a:r>
            <a:r>
              <a:rPr lang="en-US" sz="1800" i="1" dirty="0" err="1">
                <a:solidFill>
                  <a:srgbClr val="000000"/>
                </a:solidFill>
                <a:effectLst/>
                <a:latin typeface="Times New Roman" panose="02020603050405020304" pitchFamily="18" charset="0"/>
                <a:ea typeface="Times New Roman" panose="02020603050405020304" pitchFamily="18" charset="0"/>
              </a:rPr>
              <a:t>với</a:t>
            </a:r>
            <a:r>
              <a:rPr lang="en-US" sz="1800" i="1" dirty="0">
                <a:solidFill>
                  <a:srgbClr val="000000"/>
                </a:solidFill>
                <a:effectLst/>
                <a:latin typeface="Times New Roman" panose="02020603050405020304" pitchFamily="18" charset="0"/>
                <a:ea typeface="Times New Roman" panose="02020603050405020304" pitchFamily="18" charset="0"/>
              </a:rPr>
              <a:t> </a:t>
            </a:r>
            <a:r>
              <a:rPr lang="en-US" sz="1800" i="1" dirty="0" err="1">
                <a:solidFill>
                  <a:srgbClr val="000000"/>
                </a:solidFill>
                <a:effectLst/>
                <a:latin typeface="Times New Roman" panose="02020603050405020304" pitchFamily="18" charset="0"/>
                <a:ea typeface="Times New Roman" panose="02020603050405020304" pitchFamily="18" charset="0"/>
              </a:rPr>
              <a:t>giống</a:t>
            </a:r>
            <a:r>
              <a:rPr lang="en-US" sz="1800" i="1" dirty="0">
                <a:solidFill>
                  <a:srgbClr val="000000"/>
                </a:solidFill>
                <a:effectLst/>
                <a:latin typeface="Times New Roman" panose="02020603050405020304" pitchFamily="18" charset="0"/>
                <a:ea typeface="Times New Roman" panose="02020603050405020304" pitchFamily="18" charset="0"/>
              </a:rPr>
              <a:t> </a:t>
            </a:r>
            <a:r>
              <a:rPr lang="en-US" sz="1800" i="1" dirty="0" err="1">
                <a:solidFill>
                  <a:srgbClr val="000000"/>
                </a:solidFill>
                <a:effectLst/>
                <a:latin typeface="Times New Roman" panose="02020603050405020304" pitchFamily="18" charset="0"/>
                <a:ea typeface="Times New Roman" panose="02020603050405020304" pitchFamily="18" charset="0"/>
              </a:rPr>
              <a:t>cây</a:t>
            </a:r>
            <a:r>
              <a:rPr lang="en-US" sz="1800" i="1" dirty="0">
                <a:solidFill>
                  <a:srgbClr val="000000"/>
                </a:solidFill>
                <a:effectLst/>
                <a:latin typeface="Times New Roman" panose="02020603050405020304" pitchFamily="18" charset="0"/>
                <a:ea typeface="Times New Roman" panose="02020603050405020304" pitchFamily="18" charset="0"/>
              </a:rPr>
              <a:t> </a:t>
            </a:r>
            <a:r>
              <a:rPr lang="en-US" sz="1800" i="1" dirty="0" err="1">
                <a:solidFill>
                  <a:srgbClr val="000000"/>
                </a:solidFill>
                <a:effectLst/>
                <a:latin typeface="Times New Roman" panose="02020603050405020304" pitchFamily="18" charset="0"/>
                <a:ea typeface="Times New Roman" panose="02020603050405020304" pitchFamily="18" charset="0"/>
              </a:rPr>
              <a:t>trồng</a:t>
            </a:r>
            <a:r>
              <a:rPr lang="en-US" sz="1800" dirty="0">
                <a:solidFill>
                  <a:srgbClr val="000000"/>
                </a:solidFill>
                <a:effectLst/>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a:p>
            <a:pPr marL="0" marR="0" indent="346075" algn="just">
              <a:spcBef>
                <a:spcPts val="1440"/>
              </a:spcBef>
              <a:spcAft>
                <a:spcPts val="1440"/>
              </a:spcAft>
            </a:pPr>
            <a:r>
              <a:rPr lang="en-US" sz="1800" dirty="0">
                <a:solidFill>
                  <a:srgbClr val="000000"/>
                </a:solidFill>
                <a:effectLst/>
                <a:latin typeface="Times New Roman" panose="02020603050405020304" pitchFamily="18" charset="0"/>
                <a:ea typeface="Times New Roman" panose="02020603050405020304" pitchFamily="18" charset="0"/>
              </a:rPr>
              <a:t>2. </a:t>
            </a:r>
            <a:r>
              <a:rPr lang="en-US" sz="1800" b="1" i="1" dirty="0" err="1">
                <a:solidFill>
                  <a:srgbClr val="000000"/>
                </a:solidFill>
                <a:effectLst/>
                <a:latin typeface="Times New Roman" panose="02020603050405020304" pitchFamily="18" charset="0"/>
                <a:ea typeface="Times New Roman" panose="02020603050405020304" pitchFamily="18" charset="0"/>
              </a:rPr>
              <a:t>Quyền</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tác</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giả</a:t>
            </a:r>
            <a:r>
              <a:rPr lang="en-US" sz="1800" b="1"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quyền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của</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tổ</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chức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cá</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nhân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đối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với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tác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phẩm</a:t>
            </a:r>
            <a:r>
              <a:rPr lang="en-US" sz="1800" dirty="0">
                <a:solidFill>
                  <a:srgbClr val="000000"/>
                </a:solidFill>
                <a:effectLst/>
                <a:latin typeface="Times New Roman" panose="02020603050405020304" pitchFamily="18" charset="0"/>
                <a:ea typeface="Times New Roman" panose="02020603050405020304" pitchFamily="18" charset="0"/>
              </a:rPr>
              <a:t> do </a:t>
            </a:r>
            <a:r>
              <a:rPr lang="en-US" sz="1800" dirty="0" err="1">
                <a:solidFill>
                  <a:srgbClr val="000000"/>
                </a:solidFill>
                <a:effectLst/>
                <a:latin typeface="Times New Roman" panose="02020603050405020304" pitchFamily="18" charset="0"/>
                <a:ea typeface="Times New Roman" panose="02020603050405020304" pitchFamily="18" charset="0"/>
              </a:rPr>
              <a:t>mình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sáng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tạo</a:t>
            </a:r>
            <a:r>
              <a:rPr lang="en-US" sz="1800" dirty="0">
                <a:solidFill>
                  <a:srgbClr val="000000"/>
                </a:solidFill>
                <a:effectLst/>
                <a:latin typeface="Times New Roman" panose="02020603050405020304" pitchFamily="18" charset="0"/>
                <a:ea typeface="Times New Roman" panose="02020603050405020304" pitchFamily="18" charset="0"/>
              </a:rPr>
              <a:t> ra </a:t>
            </a:r>
            <a:r>
              <a:rPr lang="en-US" sz="1800" dirty="0" err="1">
                <a:solidFill>
                  <a:srgbClr val="000000"/>
                </a:solidFill>
                <a:effectLst/>
                <a:latin typeface="Times New Roman" panose="02020603050405020304" pitchFamily="18" charset="0"/>
                <a:ea typeface="Times New Roman" panose="02020603050405020304" pitchFamily="18" charset="0"/>
              </a:rPr>
              <a:t>hoặc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sở</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hữu</a:t>
            </a:r>
            <a:r>
              <a:rPr lang="en-US" sz="1800" dirty="0">
                <a:solidFill>
                  <a:srgbClr val="000000"/>
                </a:solidFill>
                <a:effectLst/>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a:p>
            <a:pPr marL="0" marR="0" indent="346075" algn="just">
              <a:spcBef>
                <a:spcPts val="1440"/>
              </a:spcBef>
              <a:spcAft>
                <a:spcPts val="1440"/>
              </a:spcAft>
            </a:pPr>
            <a:r>
              <a:rPr lang="en-US" sz="1800" dirty="0">
                <a:solidFill>
                  <a:srgbClr val="000000"/>
                </a:solidFill>
                <a:effectLst/>
                <a:latin typeface="Times New Roman" panose="02020603050405020304" pitchFamily="18" charset="0"/>
                <a:ea typeface="Times New Roman" panose="02020603050405020304" pitchFamily="18" charset="0"/>
              </a:rPr>
              <a:t>3. </a:t>
            </a:r>
            <a:r>
              <a:rPr lang="en-US" sz="1800" b="1" i="1" dirty="0" err="1">
                <a:solidFill>
                  <a:srgbClr val="000000"/>
                </a:solidFill>
                <a:effectLst/>
                <a:latin typeface="Times New Roman" panose="02020603050405020304" pitchFamily="18" charset="0"/>
                <a:ea typeface="Times New Roman" panose="02020603050405020304" pitchFamily="18" charset="0"/>
              </a:rPr>
              <a:t>Quyền</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liên</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quan</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đến</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quyền</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tác</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giả</a:t>
            </a:r>
            <a:r>
              <a:rPr lang="en-US" sz="1800" b="1" dirty="0">
                <a:solidFill>
                  <a:srgbClr val="000000"/>
                </a:solidFill>
                <a:effectLst/>
                <a:latin typeface="Times New Roman" panose="02020603050405020304" pitchFamily="18" charset="0"/>
                <a:ea typeface="Times New Roman" panose="02020603050405020304" pitchFamily="18" charset="0"/>
              </a:rPr>
              <a:t> </a:t>
            </a:r>
            <a:r>
              <a:rPr lang="en-US" sz="1800" dirty="0">
                <a:solidFill>
                  <a:srgbClr val="000000"/>
                </a:solidFill>
                <a:effectLst/>
                <a:latin typeface="Times New Roman" panose="02020603050405020304" pitchFamily="18" charset="0"/>
                <a:ea typeface="Times New Roman" panose="02020603050405020304" pitchFamily="18" charset="0"/>
              </a:rPr>
              <a:t>(</a:t>
            </a:r>
            <a:r>
              <a:rPr lang="en-US" sz="1800" dirty="0" err="1">
                <a:solidFill>
                  <a:srgbClr val="000000"/>
                </a:solidFill>
                <a:effectLst/>
                <a:latin typeface="Times New Roman" panose="02020603050405020304" pitchFamily="18" charset="0"/>
                <a:ea typeface="Times New Roman" panose="02020603050405020304" pitchFamily="18" charset="0"/>
              </a:rPr>
              <a:t>sau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đây</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gọi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quyền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liên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quan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quyền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của</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tổ</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chức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cá</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nhân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đối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với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cuộc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biểu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diễn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bản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ghi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âm</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ghi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hình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chương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trình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phát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sóng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tín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hiệu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vệ</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tinh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mang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chương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trình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được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mã</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hóa</a:t>
            </a:r>
            <a:r>
              <a:rPr lang="en-US" sz="1800" dirty="0">
                <a:solidFill>
                  <a:srgbClr val="000000"/>
                </a:solidFill>
                <a:effectLst/>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a:p>
            <a:pPr marL="0" marR="0" indent="346075" algn="just">
              <a:spcBef>
                <a:spcPts val="1440"/>
              </a:spcBef>
              <a:spcAft>
                <a:spcPts val="1440"/>
              </a:spcAft>
            </a:pPr>
            <a:r>
              <a:rPr lang="en-US" sz="1800" dirty="0">
                <a:solidFill>
                  <a:srgbClr val="000000"/>
                </a:solidFill>
                <a:effectLst/>
                <a:latin typeface="Times New Roman" panose="02020603050405020304" pitchFamily="18" charset="0"/>
                <a:ea typeface="Times New Roman" panose="02020603050405020304" pitchFamily="18" charset="0"/>
              </a:rPr>
              <a:t>4. </a:t>
            </a:r>
            <a:r>
              <a:rPr lang="en-US" sz="1800" b="1" i="1" dirty="0" err="1">
                <a:solidFill>
                  <a:srgbClr val="000000"/>
                </a:solidFill>
                <a:effectLst/>
                <a:latin typeface="Times New Roman" panose="02020603050405020304" pitchFamily="18" charset="0"/>
                <a:ea typeface="Times New Roman" panose="02020603050405020304" pitchFamily="18" charset="0"/>
              </a:rPr>
              <a:t>Quyền</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sở</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hữu</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công</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nghiệp</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quyền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của</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tổ</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chức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cá</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nhân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đối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với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sáng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chế</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kiểu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dáng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công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nghiệp</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thiết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kế</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bố</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trí</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mạch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tích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hợp</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bán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dẫn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nhãn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hiệu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tên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thương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mại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chỉ</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dẫn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địa</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lý</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bí</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mật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kinh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doanh</a:t>
            </a:r>
            <a:r>
              <a:rPr lang="en-US" sz="1800" dirty="0">
                <a:solidFill>
                  <a:srgbClr val="000000"/>
                </a:solidFill>
                <a:effectLst/>
                <a:latin typeface="Times New Roman" panose="02020603050405020304" pitchFamily="18" charset="0"/>
                <a:ea typeface="Times New Roman" panose="02020603050405020304" pitchFamily="18" charset="0"/>
              </a:rPr>
              <a:t> do </a:t>
            </a:r>
            <a:r>
              <a:rPr lang="en-US" sz="1800" dirty="0" err="1">
                <a:solidFill>
                  <a:srgbClr val="000000"/>
                </a:solidFill>
                <a:effectLst/>
                <a:latin typeface="Times New Roman" panose="02020603050405020304" pitchFamily="18" charset="0"/>
                <a:ea typeface="Times New Roman" panose="02020603050405020304" pitchFamily="18" charset="0"/>
              </a:rPr>
              <a:t>mình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sáng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tạo</a:t>
            </a:r>
            <a:r>
              <a:rPr lang="en-US" sz="1800" dirty="0">
                <a:solidFill>
                  <a:srgbClr val="000000"/>
                </a:solidFill>
                <a:effectLst/>
                <a:latin typeface="Times New Roman" panose="02020603050405020304" pitchFamily="18" charset="0"/>
                <a:ea typeface="Times New Roman" panose="02020603050405020304" pitchFamily="18" charset="0"/>
              </a:rPr>
              <a:t> ra </a:t>
            </a:r>
            <a:r>
              <a:rPr lang="en-US" sz="1800" dirty="0" err="1">
                <a:solidFill>
                  <a:srgbClr val="000000"/>
                </a:solidFill>
                <a:effectLst/>
                <a:latin typeface="Times New Roman" panose="02020603050405020304" pitchFamily="18" charset="0"/>
                <a:ea typeface="Times New Roman" panose="02020603050405020304" pitchFamily="18" charset="0"/>
              </a:rPr>
              <a:t>hoặc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sở</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hữu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quyền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chống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cạnh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tranh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không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lành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mạnh</a:t>
            </a:r>
            <a:r>
              <a:rPr lang="en-US" sz="1800" dirty="0">
                <a:solidFill>
                  <a:srgbClr val="000000"/>
                </a:solidFill>
                <a:effectLst/>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219405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5</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9" name="Title 1">
            <a:extLst>
              <a:ext uri="{FF2B5EF4-FFF2-40B4-BE49-F238E27FC236}">
                <a16:creationId xmlns:a16="http://schemas.microsoft.com/office/drawing/2014/main" id="{0EB023FA-8FFE-411F-AD27-36D984880BF2}"/>
              </a:ext>
            </a:extLst>
          </p:cNvPr>
          <p:cNvSpPr>
            <a:spLocks noGrp="1"/>
          </p:cNvSpPr>
          <p:nvPr>
            <p:ph type="title"/>
          </p:nvPr>
        </p:nvSpPr>
        <p:spPr>
          <a:xfrm>
            <a:off x="1331913" y="287338"/>
            <a:ext cx="7354887" cy="693390"/>
          </a:xfrm>
        </p:spPr>
        <p:txBody>
          <a:bodyPr/>
          <a:lstStyle/>
          <a:p>
            <a:pPr marL="0" marR="0" algn="ctr">
              <a:spcBef>
                <a:spcPts val="0"/>
              </a:spcBef>
              <a:spcAft>
                <a:spcPts val="0"/>
              </a:spcAft>
            </a:pPr>
            <a:r>
              <a:rPr lang="en-US" sz="1800" b="1">
                <a:solidFill>
                  <a:srgbClr val="000000"/>
                </a:solidFill>
                <a:effectLst/>
                <a:latin typeface="Times New Roman" panose="02020603050405020304" pitchFamily="18" charset="0"/>
                <a:ea typeface="Times New Roman" panose="02020603050405020304" pitchFamily="18" charset="0"/>
              </a:rPr>
              <a:t>LUẬT SỬA ĐỔI, BỔ SUNG MỘT SỐ ĐIỀU CỦA LUẬT SỞ HỮU TRÍ TUỆ (Luật: 36/2009/QH12)</a:t>
            </a:r>
            <a:endParaRPr lang="en-US" sz="1800" b="1">
              <a:effectLst/>
              <a:latin typeface="Times New Roman" panose="02020603050405020304" pitchFamily="18" charset="0"/>
              <a:ea typeface="Times New Roman" panose="02020603050405020304" pitchFamily="18" charset="0"/>
            </a:endParaRPr>
          </a:p>
        </p:txBody>
      </p:sp>
      <p:sp>
        <p:nvSpPr>
          <p:cNvPr id="8" name="TextBox 7">
            <a:extLst>
              <a:ext uri="{FF2B5EF4-FFF2-40B4-BE49-F238E27FC236}">
                <a16:creationId xmlns:a16="http://schemas.microsoft.com/office/drawing/2014/main" id="{81019E53-8E55-44DB-8CE6-E13A04303F6E}"/>
              </a:ext>
            </a:extLst>
          </p:cNvPr>
          <p:cNvSpPr txBox="1"/>
          <p:nvPr/>
        </p:nvSpPr>
        <p:spPr>
          <a:xfrm>
            <a:off x="457200" y="1676400"/>
            <a:ext cx="8229600" cy="3662541"/>
          </a:xfrm>
          <a:prstGeom prst="rect">
            <a:avLst/>
          </a:prstGeom>
          <a:noFill/>
        </p:spPr>
        <p:txBody>
          <a:bodyPr wrap="square">
            <a:spAutoFit/>
          </a:bodyPr>
          <a:lstStyle/>
          <a:p>
            <a:pPr marL="0" marR="0" indent="346075" algn="just">
              <a:spcBef>
                <a:spcPts val="1440"/>
              </a:spcBef>
              <a:spcAft>
                <a:spcPts val="1440"/>
              </a:spcAft>
            </a:pPr>
            <a:r>
              <a:rPr lang="en-US" sz="1800" dirty="0">
                <a:solidFill>
                  <a:srgbClr val="000000"/>
                </a:solidFill>
                <a:effectLst/>
                <a:latin typeface="Times New Roman" panose="02020603050405020304" pitchFamily="18" charset="0"/>
                <a:ea typeface="Times New Roman" panose="02020603050405020304" pitchFamily="18" charset="0"/>
              </a:rPr>
              <a:t>5. </a:t>
            </a:r>
            <a:r>
              <a:rPr lang="en-US" sz="1800" b="1" i="1" dirty="0" err="1">
                <a:solidFill>
                  <a:srgbClr val="000000"/>
                </a:solidFill>
                <a:effectLst/>
                <a:latin typeface="Times New Roman" panose="02020603050405020304" pitchFamily="18" charset="0"/>
                <a:ea typeface="Times New Roman" panose="02020603050405020304" pitchFamily="18" charset="0"/>
              </a:rPr>
              <a:t>Quyền</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đối</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với</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giống</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cây</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trồng</a:t>
            </a:r>
            <a:r>
              <a:rPr lang="en-US" sz="1800" b="1"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quyền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của</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tổ</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chức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cá</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nhân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đối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với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giống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cây</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trồng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mới</a:t>
            </a:r>
            <a:r>
              <a:rPr lang="en-US" sz="1800" dirty="0">
                <a:solidFill>
                  <a:srgbClr val="000000"/>
                </a:solidFill>
                <a:effectLst/>
                <a:latin typeface="Times New Roman" panose="02020603050405020304" pitchFamily="18" charset="0"/>
                <a:ea typeface="Times New Roman" panose="02020603050405020304" pitchFamily="18" charset="0"/>
              </a:rPr>
              <a:t> do </a:t>
            </a:r>
            <a:r>
              <a:rPr lang="en-US" sz="1800" dirty="0" err="1">
                <a:solidFill>
                  <a:srgbClr val="000000"/>
                </a:solidFill>
                <a:effectLst/>
                <a:latin typeface="Times New Roman" panose="02020603050405020304" pitchFamily="18" charset="0"/>
                <a:ea typeface="Times New Roman" panose="02020603050405020304" pitchFamily="18" charset="0"/>
              </a:rPr>
              <a:t>mình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chọn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tạo</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hoặc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phát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hiện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phát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triển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hoặc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được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hưởng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quyền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sở</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hữu</a:t>
            </a:r>
            <a:r>
              <a:rPr lang="en-US" sz="1800" dirty="0">
                <a:solidFill>
                  <a:srgbClr val="000000"/>
                </a:solidFill>
                <a:effectLst/>
                <a:latin typeface="Times New Roman" panose="02020603050405020304" pitchFamily="18" charset="0"/>
                <a:ea typeface="Times New Roman" panose="02020603050405020304" pitchFamily="18" charset="0"/>
              </a:rPr>
              <a:t>. </a:t>
            </a:r>
            <a:endParaRPr lang="en-US" sz="1600" dirty="0">
              <a:effectLst/>
              <a:latin typeface="Times New Roman" panose="02020603050405020304" pitchFamily="18" charset="0"/>
              <a:ea typeface="Times New Roman" panose="02020603050405020304" pitchFamily="18" charset="0"/>
            </a:endParaRPr>
          </a:p>
          <a:p>
            <a:pPr marL="0" marR="0" indent="346075" algn="just">
              <a:spcBef>
                <a:spcPts val="1440"/>
              </a:spcBef>
              <a:spcAft>
                <a:spcPts val="1440"/>
              </a:spcAft>
            </a:pPr>
            <a:r>
              <a:rPr lang="en-US" sz="1800" dirty="0">
                <a:solidFill>
                  <a:srgbClr val="000000"/>
                </a:solidFill>
                <a:effectLst/>
                <a:latin typeface="Times New Roman" panose="02020603050405020304" pitchFamily="18" charset="0"/>
                <a:ea typeface="Times New Roman" panose="02020603050405020304" pitchFamily="18" charset="0"/>
              </a:rPr>
              <a:t>6. </a:t>
            </a:r>
            <a:r>
              <a:rPr lang="en-US" sz="1800" b="1" i="1" dirty="0" err="1">
                <a:solidFill>
                  <a:srgbClr val="000000"/>
                </a:solidFill>
                <a:effectLst/>
                <a:latin typeface="Times New Roman" panose="02020603050405020304" pitchFamily="18" charset="0"/>
                <a:ea typeface="Times New Roman" panose="02020603050405020304" pitchFamily="18" charset="0"/>
              </a:rPr>
              <a:t>Chủ</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thể</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quyền</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sở</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hữu</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trí</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tuệ</a:t>
            </a:r>
            <a:r>
              <a:rPr lang="en-US" sz="1800" b="1"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chủ</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sở</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hữu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quyền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sở</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hữu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trí</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tuệ</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hoặc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tổ</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chức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cá</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nhân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được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chủ</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sở</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hữu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chuyển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giao</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quyền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sở</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hữu</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trí</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tuệ</a:t>
            </a:r>
            <a:r>
              <a:rPr lang="en-US" sz="1800" dirty="0">
                <a:solidFill>
                  <a:srgbClr val="000000"/>
                </a:solidFill>
                <a:effectLst/>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a:p>
            <a:pPr marL="0" marR="0" indent="346075" algn="just">
              <a:spcBef>
                <a:spcPts val="1440"/>
              </a:spcBef>
              <a:spcAft>
                <a:spcPts val="1440"/>
              </a:spcAft>
            </a:pPr>
            <a:r>
              <a:rPr lang="en-US" sz="1800" dirty="0">
                <a:solidFill>
                  <a:srgbClr val="000000"/>
                </a:solidFill>
                <a:effectLst/>
                <a:latin typeface="Times New Roman" panose="02020603050405020304" pitchFamily="18" charset="0"/>
                <a:ea typeface="Times New Roman" panose="02020603050405020304" pitchFamily="18" charset="0"/>
              </a:rPr>
              <a:t>7. </a:t>
            </a:r>
            <a:r>
              <a:rPr lang="en-US" sz="1800" b="1" i="1" dirty="0" err="1">
                <a:solidFill>
                  <a:srgbClr val="000000"/>
                </a:solidFill>
                <a:effectLst/>
                <a:latin typeface="Times New Roman" panose="02020603050405020304" pitchFamily="18" charset="0"/>
                <a:ea typeface="Times New Roman" panose="02020603050405020304" pitchFamily="18" charset="0"/>
              </a:rPr>
              <a:t>Tác</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phẩm</a:t>
            </a:r>
            <a:r>
              <a:rPr lang="en-US" sz="1800" b="1"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sản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phẩm</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sáng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tạo</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trong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lĩnh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vực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văn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học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nghệ</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thuật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và</a:t>
            </a:r>
            <a:r>
              <a:rPr lang="en-US" sz="1800" dirty="0">
                <a:solidFill>
                  <a:srgbClr val="000000"/>
                </a:solidFill>
                <a:effectLst/>
                <a:latin typeface="Times New Roman" panose="02020603050405020304" pitchFamily="18" charset="0"/>
                <a:ea typeface="Times New Roman" panose="02020603050405020304" pitchFamily="18" charset="0"/>
              </a:rPr>
              <a:t> khoa </a:t>
            </a:r>
            <a:r>
              <a:rPr lang="en-US" sz="1800" dirty="0" err="1">
                <a:solidFill>
                  <a:srgbClr val="000000"/>
                </a:solidFill>
                <a:effectLst/>
                <a:latin typeface="Times New Roman" panose="02020603050405020304" pitchFamily="18" charset="0"/>
                <a:ea typeface="Times New Roman" panose="02020603050405020304" pitchFamily="18" charset="0"/>
              </a:rPr>
              <a:t>học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thể</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hiện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bằng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bất</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kỳ</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phư­ơng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tiện</a:t>
            </a:r>
            <a:r>
              <a:rPr lang="en-US" sz="1800" dirty="0">
                <a:solidFill>
                  <a:srgbClr val="000000"/>
                </a:solidFill>
                <a:effectLst/>
                <a:latin typeface="Times New Roman" panose="02020603050405020304" pitchFamily="18" charset="0"/>
                <a:ea typeface="Times New Roman" panose="02020603050405020304" pitchFamily="18" charset="0"/>
              </a:rPr>
              <a:t> hay </a:t>
            </a:r>
            <a:r>
              <a:rPr lang="en-US" sz="1800" dirty="0" err="1">
                <a:solidFill>
                  <a:srgbClr val="000000"/>
                </a:solidFill>
                <a:effectLst/>
                <a:latin typeface="Times New Roman" panose="02020603050405020304" pitchFamily="18" charset="0"/>
                <a:ea typeface="Times New Roman" panose="02020603050405020304" pitchFamily="18" charset="0"/>
              </a:rPr>
              <a:t>hình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thức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nào</a:t>
            </a:r>
            <a:r>
              <a:rPr lang="en-US" sz="1800" dirty="0">
                <a:solidFill>
                  <a:srgbClr val="000000"/>
                </a:solidFill>
                <a:effectLst/>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a:p>
            <a:pPr marL="0" marR="0" indent="346075" algn="just">
              <a:spcBef>
                <a:spcPts val="1440"/>
              </a:spcBef>
              <a:spcAft>
                <a:spcPts val="1440"/>
              </a:spcAft>
            </a:pPr>
            <a:r>
              <a:rPr lang="en-US" sz="1800" dirty="0">
                <a:solidFill>
                  <a:srgbClr val="000000"/>
                </a:solidFill>
                <a:effectLst/>
                <a:latin typeface="Times New Roman" panose="02020603050405020304" pitchFamily="18" charset="0"/>
                <a:ea typeface="Times New Roman" panose="02020603050405020304" pitchFamily="18" charset="0"/>
              </a:rPr>
              <a:t>8</a:t>
            </a:r>
            <a:r>
              <a:rPr lang="en-US" sz="1800" b="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Tác</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phẩm</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phái</a:t>
            </a:r>
            <a:r>
              <a:rPr lang="en-US" sz="1800" b="1" i="1" dirty="0">
                <a:solidFill>
                  <a:srgbClr val="000000"/>
                </a:solidFill>
                <a:effectLst/>
                <a:latin typeface="Times New Roman" panose="02020603050405020304" pitchFamily="18" charset="0"/>
                <a:ea typeface="Times New Roman" panose="02020603050405020304" pitchFamily="18" charset="0"/>
              </a:rPr>
              <a:t> </a:t>
            </a:r>
            <a:r>
              <a:rPr lang="en-US" sz="1800" b="1" i="1" dirty="0" err="1">
                <a:solidFill>
                  <a:srgbClr val="000000"/>
                </a:solidFill>
                <a:effectLst/>
                <a:latin typeface="Times New Roman" panose="02020603050405020304" pitchFamily="18" charset="0"/>
                <a:ea typeface="Times New Roman" panose="02020603050405020304" pitchFamily="18" charset="0"/>
              </a:rPr>
              <a:t>sinh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là</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tác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phẩm</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dịch</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từ</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ngôn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ngữ</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này</a:t>
            </a:r>
            <a:r>
              <a:rPr lang="en-US" sz="1800" dirty="0">
                <a:solidFill>
                  <a:srgbClr val="000000"/>
                </a:solidFill>
                <a:effectLst/>
                <a:latin typeface="Times New Roman" panose="02020603050405020304" pitchFamily="18" charset="0"/>
                <a:ea typeface="Times New Roman" panose="02020603050405020304" pitchFamily="18" charset="0"/>
              </a:rPr>
              <a:t> sang </a:t>
            </a:r>
            <a:r>
              <a:rPr lang="en-US" sz="1800" dirty="0" err="1">
                <a:solidFill>
                  <a:srgbClr val="000000"/>
                </a:solidFill>
                <a:effectLst/>
                <a:latin typeface="Times New Roman" panose="02020603050405020304" pitchFamily="18" charset="0"/>
                <a:ea typeface="Times New Roman" panose="02020603050405020304" pitchFamily="18" charset="0"/>
              </a:rPr>
              <a:t>ngôn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ngữ</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khác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tác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phẩm</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phóng</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tác</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cải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biên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chuyển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thể</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biên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soạn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chú</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giải</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tuyển</a:t>
            </a:r>
            <a:r>
              <a:rPr lang="en-US" sz="1800" dirty="0">
                <a:solidFill>
                  <a:srgbClr val="000000"/>
                </a:solidFill>
                <a:effectLst/>
                <a:latin typeface="Times New Roman" panose="02020603050405020304" pitchFamily="18" charset="0"/>
                <a:ea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rPr>
              <a:t>chọn</a:t>
            </a:r>
            <a:r>
              <a:rPr lang="en-US" sz="1800" dirty="0">
                <a:solidFill>
                  <a:srgbClr val="000000"/>
                </a:solidFill>
                <a:effectLst/>
                <a:latin typeface="Times New Roman" panose="02020603050405020304" pitchFamily="18" charset="0"/>
                <a:ea typeface="Times New Roman" panose="02020603050405020304" pitchFamily="18" charset="0"/>
              </a:rPr>
              <a:t>.</a:t>
            </a:r>
            <a:endParaRPr lang="en-US"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53386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6</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9" name="Title 1">
            <a:extLst>
              <a:ext uri="{FF2B5EF4-FFF2-40B4-BE49-F238E27FC236}">
                <a16:creationId xmlns:a16="http://schemas.microsoft.com/office/drawing/2014/main" id="{0EB023FA-8FFE-411F-AD27-36D984880BF2}"/>
              </a:ext>
            </a:extLst>
          </p:cNvPr>
          <p:cNvSpPr>
            <a:spLocks noGrp="1"/>
          </p:cNvSpPr>
          <p:nvPr>
            <p:ph type="title"/>
          </p:nvPr>
        </p:nvSpPr>
        <p:spPr>
          <a:xfrm>
            <a:off x="1331913" y="287338"/>
            <a:ext cx="7354887" cy="693390"/>
          </a:xfrm>
        </p:spPr>
        <p:txBody>
          <a:bodyPr/>
          <a:lstStyle/>
          <a:p>
            <a:pPr marL="0" marR="0" algn="ctr">
              <a:spcBef>
                <a:spcPts val="0"/>
              </a:spcBef>
              <a:spcAft>
                <a:spcPts val="0"/>
              </a:spcAft>
            </a:pPr>
            <a:r>
              <a:rPr lang="en-US" sz="1800" b="1">
                <a:solidFill>
                  <a:srgbClr val="000000"/>
                </a:solidFill>
                <a:effectLst/>
                <a:latin typeface="Times New Roman" panose="02020603050405020304" pitchFamily="18" charset="0"/>
                <a:ea typeface="Times New Roman" panose="02020603050405020304" pitchFamily="18" charset="0"/>
              </a:rPr>
              <a:t>LUẬT SỬA ĐỔI, BỔ SUNG MỘT SỐ ĐIỀU CỦA LUẬT SỞ HỮU TRÍ TUỆ (Luật: 36/2009/QH12)</a:t>
            </a:r>
            <a:endParaRPr lang="en-US" sz="1800" b="1">
              <a:effectLst/>
              <a:latin typeface="Times New Roman" panose="02020603050405020304" pitchFamily="18" charset="0"/>
              <a:ea typeface="Times New Roman" panose="02020603050405020304" pitchFamily="18" charset="0"/>
            </a:endParaRPr>
          </a:p>
        </p:txBody>
      </p:sp>
      <p:sp>
        <p:nvSpPr>
          <p:cNvPr id="8" name="TextBox 7">
            <a:extLst>
              <a:ext uri="{FF2B5EF4-FFF2-40B4-BE49-F238E27FC236}">
                <a16:creationId xmlns:a16="http://schemas.microsoft.com/office/drawing/2014/main" id="{C37ECEC2-2A73-4FD4-95C6-971F0A266A1D}"/>
              </a:ext>
            </a:extLst>
          </p:cNvPr>
          <p:cNvSpPr txBox="1"/>
          <p:nvPr/>
        </p:nvSpPr>
        <p:spPr>
          <a:xfrm>
            <a:off x="570707" y="1447800"/>
            <a:ext cx="8001000" cy="4770537"/>
          </a:xfrm>
          <a:prstGeom prst="rect">
            <a:avLst/>
          </a:prstGeom>
          <a:noFill/>
        </p:spPr>
        <p:txBody>
          <a:bodyPr wrap="square">
            <a:spAutoFit/>
          </a:bodyPr>
          <a:lstStyle/>
          <a:p>
            <a:pPr marL="0" marR="0" indent="346075" algn="just">
              <a:spcBef>
                <a:spcPts val="1440"/>
              </a:spcBef>
              <a:spcAft>
                <a:spcPts val="1440"/>
              </a:spcAft>
            </a:pPr>
            <a:r>
              <a:rPr lang="en-US" sz="1800">
                <a:solidFill>
                  <a:srgbClr val="000000"/>
                </a:solidFill>
                <a:effectLst/>
                <a:latin typeface="Times New Roman" panose="02020603050405020304" pitchFamily="18" charset="0"/>
                <a:ea typeface="Times New Roman" panose="02020603050405020304" pitchFamily="18" charset="0"/>
              </a:rPr>
              <a:t>9. </a:t>
            </a:r>
            <a:r>
              <a:rPr lang="en-US" sz="1800" b="1" i="1">
                <a:solidFill>
                  <a:srgbClr val="000000"/>
                </a:solidFill>
                <a:effectLst/>
                <a:latin typeface="Times New Roman" panose="02020603050405020304" pitchFamily="18" charset="0"/>
                <a:ea typeface="Times New Roman" panose="02020603050405020304" pitchFamily="18" charset="0"/>
              </a:rPr>
              <a:t>Tác phẩm, bản ghi âm, ghi hình đã công bố</a:t>
            </a:r>
            <a:r>
              <a:rPr lang="en-US" sz="1800" b="1">
                <a:solidFill>
                  <a:srgbClr val="000000"/>
                </a:solidFill>
                <a:effectLst/>
                <a:latin typeface="Times New Roman" panose="02020603050405020304" pitchFamily="18" charset="0"/>
                <a:ea typeface="Times New Roman" panose="02020603050405020304" pitchFamily="18" charset="0"/>
              </a:rPr>
              <a:t> </a:t>
            </a:r>
            <a:r>
              <a:rPr lang="en-US" sz="1800">
                <a:solidFill>
                  <a:srgbClr val="000000"/>
                </a:solidFill>
                <a:effectLst/>
                <a:latin typeface="Times New Roman" panose="02020603050405020304" pitchFamily="18" charset="0"/>
                <a:ea typeface="Times New Roman" panose="02020603050405020304" pitchFamily="18" charset="0"/>
              </a:rPr>
              <a:t>là tác phẩm, bản ghi âm, ghi hình đã được phát hành với sự đồng ý của chủ sở hữu quyền tác giả, chủ sở hữu quyền liên quan để phổ biến đến công chúng với một số lượng bản sao hợp lý. </a:t>
            </a:r>
            <a:endParaRPr lang="en-US" sz="1600">
              <a:effectLst/>
              <a:latin typeface="Times New Roman" panose="02020603050405020304" pitchFamily="18" charset="0"/>
              <a:ea typeface="Times New Roman" panose="02020603050405020304" pitchFamily="18" charset="0"/>
            </a:endParaRPr>
          </a:p>
          <a:p>
            <a:pPr marL="0" marR="0" indent="345440" algn="just">
              <a:spcBef>
                <a:spcPts val="1440"/>
              </a:spcBef>
              <a:spcAft>
                <a:spcPts val="1440"/>
              </a:spcAft>
            </a:pPr>
            <a:r>
              <a:rPr lang="en-US" sz="1800">
                <a:solidFill>
                  <a:srgbClr val="000000"/>
                </a:solidFill>
                <a:effectLst/>
                <a:latin typeface="Times New Roman" panose="02020603050405020304" pitchFamily="18" charset="0"/>
                <a:ea typeface="Times New Roman" panose="02020603050405020304" pitchFamily="18" charset="0"/>
              </a:rPr>
              <a:t>10. </a:t>
            </a:r>
            <a:r>
              <a:rPr lang="en-US" sz="1800" b="1" i="1">
                <a:solidFill>
                  <a:srgbClr val="000000"/>
                </a:solidFill>
                <a:effectLst/>
                <a:latin typeface="Times New Roman" panose="02020603050405020304" pitchFamily="18" charset="0"/>
                <a:ea typeface="Times New Roman" panose="02020603050405020304" pitchFamily="18" charset="0"/>
              </a:rPr>
              <a:t>Sao chép</a:t>
            </a:r>
            <a:r>
              <a:rPr lang="en-US" sz="1800" b="1">
                <a:solidFill>
                  <a:srgbClr val="000000"/>
                </a:solidFill>
                <a:effectLst/>
                <a:latin typeface="Times New Roman" panose="02020603050405020304" pitchFamily="18" charset="0"/>
                <a:ea typeface="Times New Roman" panose="02020603050405020304" pitchFamily="18" charset="0"/>
              </a:rPr>
              <a:t> </a:t>
            </a:r>
            <a:r>
              <a:rPr lang="en-US" sz="1800">
                <a:solidFill>
                  <a:srgbClr val="000000"/>
                </a:solidFill>
                <a:effectLst/>
                <a:latin typeface="Times New Roman" panose="02020603050405020304" pitchFamily="18" charset="0"/>
                <a:ea typeface="Times New Roman" panose="02020603050405020304" pitchFamily="18" charset="0"/>
              </a:rPr>
              <a:t>là việc tạo ra một hoặc nhiều bản sao của tác phẩm hoặc bản ghi âm, ghi hình bằng bất kỳ phương tiện hay hình thức nào, bao gồm cả việc tạo bản sao dưới hình thức điện tử.</a:t>
            </a:r>
            <a:endParaRPr lang="en-US" sz="1600">
              <a:effectLst/>
              <a:latin typeface="Times New Roman" panose="02020603050405020304" pitchFamily="18" charset="0"/>
              <a:ea typeface="Times New Roman" panose="02020603050405020304" pitchFamily="18" charset="0"/>
            </a:endParaRPr>
          </a:p>
          <a:p>
            <a:pPr marL="0" marR="0" indent="346075" algn="just">
              <a:spcBef>
                <a:spcPts val="1440"/>
              </a:spcBef>
              <a:spcAft>
                <a:spcPts val="1440"/>
              </a:spcAft>
            </a:pPr>
            <a:r>
              <a:rPr lang="en-US" sz="1800">
                <a:solidFill>
                  <a:srgbClr val="000000"/>
                </a:solidFill>
                <a:effectLst/>
                <a:latin typeface="Times New Roman" panose="02020603050405020304" pitchFamily="18" charset="0"/>
                <a:ea typeface="Times New Roman" panose="02020603050405020304" pitchFamily="18" charset="0"/>
              </a:rPr>
              <a:t>11. </a:t>
            </a:r>
            <a:r>
              <a:rPr lang="en-US" sz="1800" b="1" i="1">
                <a:solidFill>
                  <a:srgbClr val="000000"/>
                </a:solidFill>
                <a:effectLst/>
                <a:latin typeface="Times New Roman" panose="02020603050405020304" pitchFamily="18" charset="0"/>
                <a:ea typeface="Times New Roman" panose="02020603050405020304" pitchFamily="18" charset="0"/>
              </a:rPr>
              <a:t>Phát sóng</a:t>
            </a:r>
            <a:r>
              <a:rPr lang="en-US" sz="1800" b="1">
                <a:solidFill>
                  <a:srgbClr val="000000"/>
                </a:solidFill>
                <a:effectLst/>
                <a:latin typeface="Times New Roman" panose="02020603050405020304" pitchFamily="18" charset="0"/>
                <a:ea typeface="Times New Roman" panose="02020603050405020304" pitchFamily="18" charset="0"/>
              </a:rPr>
              <a:t> </a:t>
            </a:r>
            <a:r>
              <a:rPr lang="en-US" sz="1800">
                <a:solidFill>
                  <a:srgbClr val="000000"/>
                </a:solidFill>
                <a:effectLst/>
                <a:latin typeface="Times New Roman" panose="02020603050405020304" pitchFamily="18" charset="0"/>
                <a:ea typeface="Times New Roman" panose="02020603050405020304" pitchFamily="18" charset="0"/>
              </a:rPr>
              <a:t>là việc truyền âm thanh hoặc hình ảnh hoặc cả âm thanh và hình ảnh của tác phẩm, cuộc biểu diễn, bản ghi âm, ghi hình, chương trình phát sóng đến công chúng bằng phương tiện vô tuyến hoặc hữu tuyến, bao gồm cả việc truyền qua vệ tinh để công chúng có thể tiếp nhận được tại địa điểm và thời gian do chính họ lựa chọn. </a:t>
            </a:r>
            <a:endParaRPr lang="en-US" sz="1600">
              <a:effectLst/>
              <a:latin typeface="Times New Roman" panose="02020603050405020304" pitchFamily="18" charset="0"/>
              <a:ea typeface="Times New Roman" panose="02020603050405020304" pitchFamily="18" charset="0"/>
            </a:endParaRPr>
          </a:p>
          <a:p>
            <a:pPr marL="0" marR="0" indent="346075" algn="just">
              <a:spcBef>
                <a:spcPts val="1440"/>
              </a:spcBef>
              <a:spcAft>
                <a:spcPts val="1440"/>
              </a:spcAft>
            </a:pPr>
            <a:r>
              <a:rPr lang="en-US" sz="1800">
                <a:solidFill>
                  <a:srgbClr val="000000"/>
                </a:solidFill>
                <a:effectLst/>
                <a:latin typeface="Times New Roman" panose="02020603050405020304" pitchFamily="18" charset="0"/>
                <a:ea typeface="Times New Roman" panose="02020603050405020304" pitchFamily="18" charset="0"/>
              </a:rPr>
              <a:t>12. </a:t>
            </a:r>
            <a:r>
              <a:rPr lang="en-US" sz="1800" b="1" i="1">
                <a:solidFill>
                  <a:srgbClr val="000000"/>
                </a:solidFill>
                <a:effectLst/>
                <a:latin typeface="Times New Roman" panose="02020603050405020304" pitchFamily="18" charset="0"/>
                <a:ea typeface="Times New Roman" panose="02020603050405020304" pitchFamily="18" charset="0"/>
              </a:rPr>
              <a:t>Sáng chế</a:t>
            </a:r>
            <a:r>
              <a:rPr lang="en-US" sz="1800" b="1">
                <a:solidFill>
                  <a:srgbClr val="000000"/>
                </a:solidFill>
                <a:effectLst/>
                <a:latin typeface="Times New Roman" panose="02020603050405020304" pitchFamily="18" charset="0"/>
                <a:ea typeface="Times New Roman" panose="02020603050405020304" pitchFamily="18" charset="0"/>
              </a:rPr>
              <a:t> </a:t>
            </a:r>
            <a:r>
              <a:rPr lang="en-US" sz="1800">
                <a:solidFill>
                  <a:srgbClr val="000000"/>
                </a:solidFill>
                <a:effectLst/>
                <a:latin typeface="Times New Roman" panose="02020603050405020304" pitchFamily="18" charset="0"/>
                <a:ea typeface="Times New Roman" panose="02020603050405020304" pitchFamily="18" charset="0"/>
              </a:rPr>
              <a:t>là giải pháp kỹ thuật dưới dạng sản phẩm hoặc quy trình nhằm giải quyết một vấn đề xác định bằng việc ứng dụng các quy luật tự nhiên.</a:t>
            </a:r>
            <a:endParaRPr lang="en-US" sz="160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1712067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7</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9" name="Title 1">
            <a:extLst>
              <a:ext uri="{FF2B5EF4-FFF2-40B4-BE49-F238E27FC236}">
                <a16:creationId xmlns:a16="http://schemas.microsoft.com/office/drawing/2014/main" id="{0EB023FA-8FFE-411F-AD27-36D984880BF2}"/>
              </a:ext>
            </a:extLst>
          </p:cNvPr>
          <p:cNvSpPr>
            <a:spLocks noGrp="1"/>
          </p:cNvSpPr>
          <p:nvPr>
            <p:ph type="title"/>
          </p:nvPr>
        </p:nvSpPr>
        <p:spPr>
          <a:xfrm>
            <a:off x="1331913" y="287338"/>
            <a:ext cx="7354887" cy="693390"/>
          </a:xfrm>
        </p:spPr>
        <p:txBody>
          <a:bodyPr/>
          <a:lstStyle/>
          <a:p>
            <a:pPr marL="0" marR="0" algn="ctr">
              <a:spcBef>
                <a:spcPts val="0"/>
              </a:spcBef>
              <a:spcAft>
                <a:spcPts val="0"/>
              </a:spcAft>
            </a:pPr>
            <a:r>
              <a:rPr lang="en-US" sz="1800" b="1">
                <a:solidFill>
                  <a:srgbClr val="000000"/>
                </a:solidFill>
                <a:effectLst/>
                <a:latin typeface="Times New Roman" panose="02020603050405020304" pitchFamily="18" charset="0"/>
                <a:ea typeface="Times New Roman" panose="02020603050405020304" pitchFamily="18" charset="0"/>
              </a:rPr>
              <a:t>LUẬT SỬA ĐỔI, BỔ SUNG MỘT SỐ ĐIỀU CỦA LUẬT SỞ HỮU TRÍ TUỆ (Luật: 36/2009/QH12)</a:t>
            </a:r>
            <a:endParaRPr lang="en-US" sz="1800" b="1">
              <a:effectLst/>
              <a:latin typeface="Times New Roman" panose="02020603050405020304" pitchFamily="18" charset="0"/>
              <a:ea typeface="Times New Roman" panose="02020603050405020304" pitchFamily="18" charset="0"/>
            </a:endParaRPr>
          </a:p>
        </p:txBody>
      </p:sp>
      <p:sp>
        <p:nvSpPr>
          <p:cNvPr id="8" name="TextBox 7">
            <a:extLst>
              <a:ext uri="{FF2B5EF4-FFF2-40B4-BE49-F238E27FC236}">
                <a16:creationId xmlns:a16="http://schemas.microsoft.com/office/drawing/2014/main" id="{8B03D0ED-D72C-4822-9C20-B049B4824B0C}"/>
              </a:ext>
            </a:extLst>
          </p:cNvPr>
          <p:cNvSpPr txBox="1"/>
          <p:nvPr/>
        </p:nvSpPr>
        <p:spPr>
          <a:xfrm>
            <a:off x="570707" y="1524000"/>
            <a:ext cx="8001000" cy="4037003"/>
          </a:xfrm>
          <a:prstGeom prst="rect">
            <a:avLst/>
          </a:prstGeom>
          <a:noFill/>
        </p:spPr>
        <p:txBody>
          <a:bodyPr wrap="square">
            <a:spAutoFit/>
          </a:bodyPr>
          <a:lstStyle/>
          <a:p>
            <a:pPr marL="0" marR="0" indent="346075" algn="just">
              <a:spcBef>
                <a:spcPts val="1440"/>
              </a:spcBef>
              <a:spcAft>
                <a:spcPts val="1440"/>
              </a:spcAft>
            </a:pPr>
            <a:r>
              <a:rPr lang="en-US" sz="1800">
                <a:solidFill>
                  <a:srgbClr val="000000"/>
                </a:solidFill>
                <a:effectLst/>
                <a:latin typeface="Times New Roman" panose="02020603050405020304" pitchFamily="18" charset="0"/>
                <a:ea typeface="Times New Roman" panose="02020603050405020304" pitchFamily="18" charset="0"/>
              </a:rPr>
              <a:t>13. </a:t>
            </a:r>
            <a:r>
              <a:rPr lang="en-US" sz="1800" b="1" i="1">
                <a:solidFill>
                  <a:srgbClr val="000000"/>
                </a:solidFill>
                <a:effectLst/>
                <a:latin typeface="Times New Roman" panose="02020603050405020304" pitchFamily="18" charset="0"/>
                <a:ea typeface="Times New Roman" panose="02020603050405020304" pitchFamily="18" charset="0"/>
              </a:rPr>
              <a:t>Kiểu dáng công nghiệp</a:t>
            </a:r>
            <a:r>
              <a:rPr lang="en-US" sz="1800" b="1">
                <a:solidFill>
                  <a:srgbClr val="000000"/>
                </a:solidFill>
                <a:effectLst/>
                <a:latin typeface="Times New Roman" panose="02020603050405020304" pitchFamily="18" charset="0"/>
                <a:ea typeface="Times New Roman" panose="02020603050405020304" pitchFamily="18" charset="0"/>
              </a:rPr>
              <a:t> </a:t>
            </a:r>
            <a:r>
              <a:rPr lang="en-US" sz="1800">
                <a:solidFill>
                  <a:srgbClr val="000000"/>
                </a:solidFill>
                <a:effectLst/>
                <a:latin typeface="Times New Roman" panose="02020603050405020304" pitchFamily="18" charset="0"/>
                <a:ea typeface="Times New Roman" panose="02020603050405020304" pitchFamily="18" charset="0"/>
              </a:rPr>
              <a:t>là hình dáng bên ngoài của sản phẩm được thể hiện bằng hình khối, đường nét, màu sắc hoặc sự kết hợp những yếu tố này.</a:t>
            </a:r>
            <a:endParaRPr lang="en-US" sz="1600">
              <a:effectLst/>
              <a:latin typeface="Times New Roman" panose="02020603050405020304" pitchFamily="18" charset="0"/>
              <a:ea typeface="Times New Roman" panose="02020603050405020304" pitchFamily="18" charset="0"/>
            </a:endParaRPr>
          </a:p>
          <a:p>
            <a:pPr marL="0" marR="0" indent="346075" algn="just">
              <a:spcBef>
                <a:spcPts val="1440"/>
              </a:spcBef>
              <a:spcAft>
                <a:spcPts val="1440"/>
              </a:spcAft>
            </a:pPr>
            <a:r>
              <a:rPr lang="en-US" sz="1800">
                <a:solidFill>
                  <a:srgbClr val="000000"/>
                </a:solidFill>
                <a:effectLst/>
                <a:latin typeface="Times New Roman" panose="02020603050405020304" pitchFamily="18" charset="0"/>
                <a:ea typeface="Times New Roman" panose="02020603050405020304" pitchFamily="18" charset="0"/>
              </a:rPr>
              <a:t>14. </a:t>
            </a:r>
            <a:r>
              <a:rPr lang="en-US" sz="1800" b="1" i="1">
                <a:solidFill>
                  <a:srgbClr val="000000"/>
                </a:solidFill>
                <a:effectLst/>
                <a:latin typeface="Times New Roman" panose="02020603050405020304" pitchFamily="18" charset="0"/>
                <a:ea typeface="Times New Roman" panose="02020603050405020304" pitchFamily="18" charset="0"/>
              </a:rPr>
              <a:t>Mạch tích hợp bán dẫn</a:t>
            </a:r>
            <a:r>
              <a:rPr lang="en-US" sz="1800" b="1">
                <a:solidFill>
                  <a:srgbClr val="000000"/>
                </a:solidFill>
                <a:effectLst/>
                <a:latin typeface="Times New Roman" panose="02020603050405020304" pitchFamily="18" charset="0"/>
                <a:ea typeface="Times New Roman" panose="02020603050405020304" pitchFamily="18" charset="0"/>
              </a:rPr>
              <a:t> </a:t>
            </a:r>
            <a:r>
              <a:rPr lang="en-US" sz="1800">
                <a:solidFill>
                  <a:srgbClr val="000000"/>
                </a:solidFill>
                <a:effectLst/>
                <a:latin typeface="Times New Roman" panose="02020603050405020304" pitchFamily="18" charset="0"/>
                <a:ea typeface="Times New Roman" panose="02020603050405020304" pitchFamily="18" charset="0"/>
              </a:rPr>
              <a:t>là sản phẩm dưới dạng thành phẩm hoặc bán thành phẩm, trong đó các phần tử với ít nhất một phần tử tích cực và một số hoặc tất cả các mối liên kết được gắn liền bên trong hoặc bên trên tấm vật liệu bán dẫn nhằm thực hiện chức năng điện tử. Mạch tích hợp đồng nghĩa với IC, chip và mạch vi điện tử.</a:t>
            </a:r>
            <a:endParaRPr lang="en-US" sz="1600">
              <a:effectLst/>
              <a:latin typeface="Times New Roman" panose="02020603050405020304" pitchFamily="18" charset="0"/>
              <a:ea typeface="Times New Roman" panose="02020603050405020304" pitchFamily="18" charset="0"/>
            </a:endParaRPr>
          </a:p>
          <a:p>
            <a:pPr marL="0" marR="0" indent="346075" algn="just">
              <a:spcBef>
                <a:spcPts val="1440"/>
              </a:spcBef>
              <a:spcAft>
                <a:spcPts val="1440"/>
              </a:spcAft>
            </a:pPr>
            <a:r>
              <a:rPr lang="en-US" sz="1800">
                <a:solidFill>
                  <a:srgbClr val="000000"/>
                </a:solidFill>
                <a:effectLst/>
                <a:latin typeface="Times New Roman" panose="02020603050405020304" pitchFamily="18" charset="0"/>
                <a:ea typeface="Times New Roman" panose="02020603050405020304" pitchFamily="18" charset="0"/>
              </a:rPr>
              <a:t>15. </a:t>
            </a:r>
            <a:r>
              <a:rPr lang="en-US" sz="1800" b="1" i="1">
                <a:solidFill>
                  <a:srgbClr val="000000"/>
                </a:solidFill>
                <a:effectLst/>
                <a:latin typeface="Times New Roman" panose="02020603050405020304" pitchFamily="18" charset="0"/>
                <a:ea typeface="Times New Roman" panose="02020603050405020304" pitchFamily="18" charset="0"/>
              </a:rPr>
              <a:t>Thiết kế bố trí mạch tích hợp bán dẫn</a:t>
            </a:r>
            <a:r>
              <a:rPr lang="en-US" sz="1800" b="1">
                <a:solidFill>
                  <a:srgbClr val="000000"/>
                </a:solidFill>
                <a:effectLst/>
                <a:latin typeface="Times New Roman" panose="02020603050405020304" pitchFamily="18" charset="0"/>
                <a:ea typeface="Times New Roman" panose="02020603050405020304" pitchFamily="18" charset="0"/>
              </a:rPr>
              <a:t> </a:t>
            </a:r>
            <a:r>
              <a:rPr lang="en-US" sz="1800">
                <a:solidFill>
                  <a:srgbClr val="000000"/>
                </a:solidFill>
                <a:effectLst/>
                <a:latin typeface="Times New Roman" panose="02020603050405020304" pitchFamily="18" charset="0"/>
                <a:ea typeface="Times New Roman" panose="02020603050405020304" pitchFamily="18" charset="0"/>
              </a:rPr>
              <a:t>(sau đây gọi là thiết kế bố trí) là cấu trúc không gian của các phần tử mạch và mối liên kết các phần tử đó trong mạch tích hợp bán dẫn.</a:t>
            </a:r>
            <a:endParaRPr lang="en-US" sz="1600">
              <a:effectLst/>
              <a:latin typeface="Times New Roman" panose="02020603050405020304" pitchFamily="18" charset="0"/>
              <a:ea typeface="Times New Roman" panose="02020603050405020304" pitchFamily="18" charset="0"/>
            </a:endParaRPr>
          </a:p>
          <a:p>
            <a:r>
              <a:rPr lang="en-US" sz="1800">
                <a:solidFill>
                  <a:srgbClr val="000000"/>
                </a:solidFill>
                <a:effectLst/>
                <a:latin typeface="Times New Roman" panose="02020603050405020304" pitchFamily="18" charset="0"/>
                <a:ea typeface="Times New Roman" panose="02020603050405020304" pitchFamily="18" charset="0"/>
              </a:rPr>
              <a:t>16. </a:t>
            </a:r>
            <a:r>
              <a:rPr lang="en-US" sz="1800" b="1" i="1">
                <a:solidFill>
                  <a:srgbClr val="000000"/>
                </a:solidFill>
                <a:effectLst/>
                <a:latin typeface="Times New Roman" panose="02020603050405020304" pitchFamily="18" charset="0"/>
                <a:ea typeface="Times New Roman" panose="02020603050405020304" pitchFamily="18" charset="0"/>
              </a:rPr>
              <a:t>Nhãn hiệu</a:t>
            </a:r>
            <a:r>
              <a:rPr lang="en-US" sz="1800" b="1">
                <a:solidFill>
                  <a:srgbClr val="000000"/>
                </a:solidFill>
                <a:effectLst/>
                <a:latin typeface="Times New Roman" panose="02020603050405020304" pitchFamily="18" charset="0"/>
                <a:ea typeface="Times New Roman" panose="02020603050405020304" pitchFamily="18" charset="0"/>
              </a:rPr>
              <a:t> </a:t>
            </a:r>
            <a:r>
              <a:rPr lang="en-US" sz="1800">
                <a:solidFill>
                  <a:srgbClr val="000000"/>
                </a:solidFill>
                <a:effectLst/>
                <a:latin typeface="Times New Roman" panose="02020603050405020304" pitchFamily="18" charset="0"/>
                <a:ea typeface="Times New Roman" panose="02020603050405020304" pitchFamily="18" charset="0"/>
              </a:rPr>
              <a:t>là dấu hiệu dùng để phân biệt hàng hoá, dịch vụ của các tổ chức, cá nhân khác nhau.</a:t>
            </a:r>
            <a:endParaRPr lang="en-US"/>
          </a:p>
        </p:txBody>
      </p:sp>
    </p:spTree>
    <p:extLst>
      <p:ext uri="{BB962C8B-B14F-4D97-AF65-F5344CB8AC3E}">
        <p14:creationId xmlns:p14="http://schemas.microsoft.com/office/powerpoint/2010/main" val="4154185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8</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9" name="Title 1">
            <a:extLst>
              <a:ext uri="{FF2B5EF4-FFF2-40B4-BE49-F238E27FC236}">
                <a16:creationId xmlns:a16="http://schemas.microsoft.com/office/drawing/2014/main" id="{0EB023FA-8FFE-411F-AD27-36D984880BF2}"/>
              </a:ext>
            </a:extLst>
          </p:cNvPr>
          <p:cNvSpPr>
            <a:spLocks noGrp="1"/>
          </p:cNvSpPr>
          <p:nvPr>
            <p:ph type="title"/>
          </p:nvPr>
        </p:nvSpPr>
        <p:spPr>
          <a:xfrm>
            <a:off x="1331913" y="287338"/>
            <a:ext cx="7354887" cy="693390"/>
          </a:xfrm>
        </p:spPr>
        <p:txBody>
          <a:bodyPr/>
          <a:lstStyle/>
          <a:p>
            <a:pPr marL="0" marR="0" algn="ctr">
              <a:spcBef>
                <a:spcPts val="0"/>
              </a:spcBef>
              <a:spcAft>
                <a:spcPts val="0"/>
              </a:spcAft>
            </a:pPr>
            <a:r>
              <a:rPr lang="en-US" sz="1800" b="1">
                <a:solidFill>
                  <a:srgbClr val="000000"/>
                </a:solidFill>
                <a:effectLst/>
                <a:latin typeface="Times New Roman" panose="02020603050405020304" pitchFamily="18" charset="0"/>
                <a:ea typeface="Times New Roman" panose="02020603050405020304" pitchFamily="18" charset="0"/>
              </a:rPr>
              <a:t>LUẬT SỬA ĐỔI, BỔ SUNG MỘT SỐ ĐIỀU CỦA LUẬT SỞ HỮU TRÍ TUỆ (Luật: 36/2009/QH12)</a:t>
            </a:r>
            <a:endParaRPr lang="en-US" sz="1800" b="1">
              <a:effectLst/>
              <a:latin typeface="Times New Roman" panose="02020603050405020304" pitchFamily="18" charset="0"/>
              <a:ea typeface="Times New Roman" panose="02020603050405020304" pitchFamily="18" charset="0"/>
            </a:endParaRPr>
          </a:p>
        </p:txBody>
      </p:sp>
      <p:sp>
        <p:nvSpPr>
          <p:cNvPr id="6" name="Rectangle 3">
            <a:extLst>
              <a:ext uri="{FF2B5EF4-FFF2-40B4-BE49-F238E27FC236}">
                <a16:creationId xmlns:a16="http://schemas.microsoft.com/office/drawing/2014/main" id="{C408D30B-6ECD-4386-923A-FFCAB4208915}"/>
              </a:ext>
            </a:extLst>
          </p:cNvPr>
          <p:cNvSpPr>
            <a:spLocks noChangeArrowheads="1"/>
          </p:cNvSpPr>
          <p:nvPr/>
        </p:nvSpPr>
        <p:spPr bwMode="auto">
          <a:xfrm>
            <a:off x="251009" y="1510105"/>
            <a:ext cx="843579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346075"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346075" algn="just" defTabSz="914400" rtl="0" eaLnBrk="0" fontAlgn="base" latinLnBrk="0" hangingPunct="0">
              <a:lnSpc>
                <a:spcPct val="100000"/>
              </a:lnSpc>
              <a:spcBef>
                <a:spcPct val="0"/>
              </a:spcBef>
              <a:spcAft>
                <a:spcPct val="0"/>
              </a:spcAft>
              <a:buClrTx/>
              <a:buSzTx/>
              <a:buFontTx/>
              <a:buNone/>
              <a:tabLst/>
            </a:pPr>
            <a:r>
              <a:rPr lang="en-US" altLang="en-US">
                <a:solidFill>
                  <a:srgbClr val="000000"/>
                </a:solidFill>
                <a:latin typeface="Times New Roman" panose="02020603050405020304" pitchFamily="18" charset="0"/>
              </a:rPr>
              <a:t>17. </a:t>
            </a:r>
            <a:r>
              <a:rPr lang="en-US" altLang="en-US" b="1">
                <a:solidFill>
                  <a:srgbClr val="000000"/>
                </a:solidFill>
                <a:latin typeface="Times New Roman" panose="02020603050405020304" pitchFamily="18" charset="0"/>
              </a:rPr>
              <a:t>Nhãn hiệu tập thể </a:t>
            </a:r>
            <a:r>
              <a:rPr lang="en-US" altLang="en-US">
                <a:solidFill>
                  <a:srgbClr val="000000"/>
                </a:solidFill>
                <a:latin typeface="Times New Roman" panose="02020603050405020304" pitchFamily="18" charset="0"/>
              </a:rPr>
              <a:t>là nhãn hiệu dùng để phân biệt hàng hoá, dịch vụ của các thành viên của tổ chức là chủ sở hữu nhãn hiệu đó với hàng hoá, dịch vụ của tổ chức, cá nhân không phải là thành viên của tổ chức đó.</a:t>
            </a:r>
          </a:p>
          <a:p>
            <a:pPr marL="0" marR="0" lvl="0" indent="346075" algn="just" defTabSz="914400" rtl="0" eaLnBrk="0" fontAlgn="base" latinLnBrk="0" hangingPunct="0">
              <a:lnSpc>
                <a:spcPct val="100000"/>
              </a:lnSpc>
              <a:spcBef>
                <a:spcPct val="0"/>
              </a:spcBef>
              <a:spcAft>
                <a:spcPct val="0"/>
              </a:spcAft>
              <a:buClrTx/>
              <a:buSzTx/>
              <a:buFontTx/>
              <a:buNone/>
              <a:tabLst/>
            </a:pPr>
            <a:endParaRPr lang="en-US" altLang="en-US">
              <a:solidFill>
                <a:srgbClr val="000000"/>
              </a:solidFill>
              <a:latin typeface="Times New Roman" panose="02020603050405020304" pitchFamily="18" charset="0"/>
            </a:endParaRPr>
          </a:p>
          <a:p>
            <a:pPr marL="0" marR="0" lvl="0" indent="346075" algn="just" defTabSz="914400" rtl="0" eaLnBrk="0" fontAlgn="base" latinLnBrk="0" hangingPunct="0">
              <a:lnSpc>
                <a:spcPct val="100000"/>
              </a:lnSpc>
              <a:spcBef>
                <a:spcPct val="0"/>
              </a:spcBef>
              <a:spcAft>
                <a:spcPct val="0"/>
              </a:spcAft>
              <a:buClrTx/>
              <a:buSzTx/>
              <a:buFontTx/>
              <a:buNone/>
              <a:tabLst/>
            </a:pPr>
            <a:r>
              <a:rPr lang="en-US" altLang="en-US">
                <a:solidFill>
                  <a:srgbClr val="000000"/>
                </a:solidFill>
                <a:latin typeface="Times New Roman" panose="02020603050405020304" pitchFamily="18" charset="0"/>
              </a:rPr>
              <a:t>18. </a:t>
            </a:r>
            <a:r>
              <a:rPr lang="en-US" altLang="en-US" b="1">
                <a:solidFill>
                  <a:srgbClr val="000000"/>
                </a:solidFill>
                <a:latin typeface="Times New Roman" panose="02020603050405020304" pitchFamily="18" charset="0"/>
              </a:rPr>
              <a:t>Nhãn hiệu chứng nhận </a:t>
            </a:r>
            <a:r>
              <a:rPr lang="en-US" altLang="en-US">
                <a:solidFill>
                  <a:srgbClr val="000000"/>
                </a:solidFill>
                <a:latin typeface="Times New Roman" panose="02020603050405020304" pitchFamily="18" charset="0"/>
              </a:rPr>
              <a:t>là nhãn hiệu mà chủ sở hữu nhãn hiệu cho phép tổ chức, cá nhân khác sử dụng trên hàng hóa, dịch vụ của tổ chức, cá nhân đó để chứng nhận các đặc tính về xuất xứ, nguyên liệu, vật liệu, cách thức sản xuất hàng hoá, cách thức cung cấp dịch vụ, chất lượng, độ chính xác, độ an toàn hoặc các đặc tính khác của hàng hoá, dịch vụ mang nhãn hiệu.</a:t>
            </a:r>
          </a:p>
          <a:p>
            <a:pPr marL="0" marR="0" lvl="0" indent="346075" algn="just" defTabSz="914400" rtl="0" eaLnBrk="0" fontAlgn="base" latinLnBrk="0" hangingPunct="0">
              <a:lnSpc>
                <a:spcPct val="100000"/>
              </a:lnSpc>
              <a:spcBef>
                <a:spcPct val="0"/>
              </a:spcBef>
              <a:spcAft>
                <a:spcPct val="0"/>
              </a:spcAft>
              <a:buClrTx/>
              <a:buSzTx/>
              <a:buFontTx/>
              <a:buNone/>
              <a:tabLst/>
            </a:pPr>
            <a:endParaRPr lang="en-US" altLang="en-US">
              <a:solidFill>
                <a:srgbClr val="000000"/>
              </a:solidFill>
              <a:latin typeface="Times New Roman" panose="02020603050405020304" pitchFamily="18" charset="0"/>
            </a:endParaRPr>
          </a:p>
          <a:p>
            <a:pPr marL="0" marR="0" lvl="0" indent="346075" algn="just" defTabSz="914400" rtl="0" eaLnBrk="0" fontAlgn="base" latinLnBrk="0" hangingPunct="0">
              <a:lnSpc>
                <a:spcPct val="100000"/>
              </a:lnSpc>
              <a:spcBef>
                <a:spcPct val="0"/>
              </a:spcBef>
              <a:spcAft>
                <a:spcPct val="0"/>
              </a:spcAft>
              <a:buClrTx/>
              <a:buSzTx/>
              <a:buFontTx/>
              <a:buNone/>
              <a:tabLst/>
            </a:pPr>
            <a:r>
              <a:rPr lang="en-US" altLang="en-US">
                <a:solidFill>
                  <a:srgbClr val="000000"/>
                </a:solidFill>
                <a:latin typeface="Times New Roman" panose="02020603050405020304" pitchFamily="18" charset="0"/>
              </a:rPr>
              <a:t>19. </a:t>
            </a:r>
            <a:r>
              <a:rPr lang="en-US" altLang="en-US" b="1">
                <a:solidFill>
                  <a:srgbClr val="000000"/>
                </a:solidFill>
                <a:latin typeface="Times New Roman" panose="02020603050405020304" pitchFamily="18" charset="0"/>
              </a:rPr>
              <a:t>Nhãn hiệu liên kết </a:t>
            </a:r>
            <a:r>
              <a:rPr lang="en-US" altLang="en-US">
                <a:solidFill>
                  <a:srgbClr val="000000"/>
                </a:solidFill>
                <a:latin typeface="Times New Roman" panose="02020603050405020304" pitchFamily="18" charset="0"/>
              </a:rPr>
              <a:t>là các nhãn hiệu do cùng một chủ thể đăng ký, trùng hoặc tương tự nhau dùng cho sản phẩm, dịch vụ cùng loại hoặc tương tự nhau hoặc có liên quan với nhau.</a:t>
            </a:r>
          </a:p>
          <a:p>
            <a:pPr marL="0" marR="0" lvl="0" indent="346075" algn="just" defTabSz="914400" rtl="0" eaLnBrk="0" fontAlgn="base" latinLnBrk="0" hangingPunct="0">
              <a:lnSpc>
                <a:spcPct val="100000"/>
              </a:lnSpc>
              <a:spcBef>
                <a:spcPct val="0"/>
              </a:spcBef>
              <a:spcAft>
                <a:spcPct val="0"/>
              </a:spcAft>
              <a:buClrTx/>
              <a:buSzTx/>
              <a:buFontTx/>
              <a:buNone/>
              <a:tabLst/>
            </a:pPr>
            <a:endParaRPr lang="en-US" altLang="en-US">
              <a:solidFill>
                <a:srgbClr val="000000"/>
              </a:solidFill>
              <a:latin typeface="Times New Roman" panose="02020603050405020304" pitchFamily="18" charset="0"/>
            </a:endParaRPr>
          </a:p>
          <a:p>
            <a:pPr marL="0" marR="0" lvl="0" indent="346075" algn="just" defTabSz="914400" rtl="0" eaLnBrk="0" fontAlgn="base" latinLnBrk="0" hangingPunct="0">
              <a:lnSpc>
                <a:spcPct val="100000"/>
              </a:lnSpc>
              <a:spcBef>
                <a:spcPct val="0"/>
              </a:spcBef>
              <a:spcAft>
                <a:spcPct val="0"/>
              </a:spcAft>
              <a:buClrTx/>
              <a:buSzTx/>
              <a:buFontTx/>
              <a:buNone/>
              <a:tabLst/>
            </a:pPr>
            <a:r>
              <a:rPr lang="en-US" altLang="en-US">
                <a:solidFill>
                  <a:srgbClr val="000000"/>
                </a:solidFill>
                <a:latin typeface="Times New Roman" panose="02020603050405020304" pitchFamily="18" charset="0"/>
              </a:rPr>
              <a:t>20. </a:t>
            </a:r>
            <a:r>
              <a:rPr lang="en-US" altLang="en-US" b="1">
                <a:solidFill>
                  <a:srgbClr val="000000"/>
                </a:solidFill>
                <a:latin typeface="Times New Roman" panose="02020603050405020304" pitchFamily="18" charset="0"/>
              </a:rPr>
              <a:t>Nhãn hiệu nổi tiếng </a:t>
            </a:r>
            <a:r>
              <a:rPr lang="en-US" altLang="en-US">
                <a:solidFill>
                  <a:srgbClr val="000000"/>
                </a:solidFill>
                <a:latin typeface="Times New Roman" panose="02020603050405020304" pitchFamily="18" charset="0"/>
              </a:rPr>
              <a:t>là nhãn hiệu được người tiêu dùng biết đến rộng rãi trên toàn lãnh thổ Việt Nam.</a:t>
            </a:r>
          </a:p>
        </p:txBody>
      </p:sp>
    </p:spTree>
    <p:extLst>
      <p:ext uri="{BB962C8B-B14F-4D97-AF65-F5344CB8AC3E}">
        <p14:creationId xmlns:p14="http://schemas.microsoft.com/office/powerpoint/2010/main" val="2455105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9</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9" name="Title 1">
            <a:extLst>
              <a:ext uri="{FF2B5EF4-FFF2-40B4-BE49-F238E27FC236}">
                <a16:creationId xmlns:a16="http://schemas.microsoft.com/office/drawing/2014/main" id="{0EB023FA-8FFE-411F-AD27-36D984880BF2}"/>
              </a:ext>
            </a:extLst>
          </p:cNvPr>
          <p:cNvSpPr>
            <a:spLocks noGrp="1"/>
          </p:cNvSpPr>
          <p:nvPr>
            <p:ph type="title"/>
          </p:nvPr>
        </p:nvSpPr>
        <p:spPr>
          <a:xfrm>
            <a:off x="1331913" y="287338"/>
            <a:ext cx="7354887" cy="693390"/>
          </a:xfrm>
        </p:spPr>
        <p:txBody>
          <a:bodyPr/>
          <a:lstStyle/>
          <a:p>
            <a:pPr marL="0" marR="0" algn="ctr">
              <a:spcBef>
                <a:spcPts val="0"/>
              </a:spcBef>
              <a:spcAft>
                <a:spcPts val="0"/>
              </a:spcAft>
            </a:pPr>
            <a:r>
              <a:rPr lang="en-US" sz="1800" b="1">
                <a:solidFill>
                  <a:srgbClr val="000000"/>
                </a:solidFill>
                <a:effectLst/>
                <a:latin typeface="Times New Roman" panose="02020603050405020304" pitchFamily="18" charset="0"/>
                <a:ea typeface="Times New Roman" panose="02020603050405020304" pitchFamily="18" charset="0"/>
              </a:rPr>
              <a:t>LUẬT SỬA ĐỔI, BỔ SUNG MỘT SỐ ĐIỀU CỦA LUẬT SỞ HỮU TRÍ TUỆ (Luật: 36/2009/QH12)</a:t>
            </a:r>
            <a:endParaRPr lang="en-US" sz="1800" b="1">
              <a:effectLst/>
              <a:latin typeface="Times New Roman" panose="02020603050405020304" pitchFamily="18" charset="0"/>
              <a:ea typeface="Times New Roman" panose="02020603050405020304" pitchFamily="18" charset="0"/>
            </a:endParaRPr>
          </a:p>
        </p:txBody>
      </p:sp>
      <p:sp>
        <p:nvSpPr>
          <p:cNvPr id="8" name="TextBox 7">
            <a:extLst>
              <a:ext uri="{FF2B5EF4-FFF2-40B4-BE49-F238E27FC236}">
                <a16:creationId xmlns:a16="http://schemas.microsoft.com/office/drawing/2014/main" id="{E81A10EA-8518-4C25-B3DF-9F4B41D54029}"/>
              </a:ext>
            </a:extLst>
          </p:cNvPr>
          <p:cNvSpPr txBox="1"/>
          <p:nvPr/>
        </p:nvSpPr>
        <p:spPr>
          <a:xfrm>
            <a:off x="685800" y="1828800"/>
            <a:ext cx="7924800" cy="3483005"/>
          </a:xfrm>
          <a:prstGeom prst="rect">
            <a:avLst/>
          </a:prstGeom>
          <a:noFill/>
        </p:spPr>
        <p:txBody>
          <a:bodyPr wrap="square">
            <a:spAutoFit/>
          </a:bodyPr>
          <a:lstStyle/>
          <a:p>
            <a:pPr marL="0" marR="0" indent="345440" algn="just">
              <a:spcBef>
                <a:spcPts val="1440"/>
              </a:spcBef>
              <a:spcAft>
                <a:spcPts val="1440"/>
              </a:spcAft>
            </a:pPr>
            <a:r>
              <a:rPr lang="en-US" sz="1800">
                <a:solidFill>
                  <a:srgbClr val="000000"/>
                </a:solidFill>
                <a:effectLst/>
                <a:latin typeface="Times New Roman" panose="02020603050405020304" pitchFamily="18" charset="0"/>
                <a:ea typeface="Times New Roman" panose="02020603050405020304" pitchFamily="18" charset="0"/>
              </a:rPr>
              <a:t>21. </a:t>
            </a:r>
            <a:r>
              <a:rPr lang="en-US" sz="1800" b="1" i="1">
                <a:solidFill>
                  <a:srgbClr val="000000"/>
                </a:solidFill>
                <a:effectLst/>
                <a:latin typeface="Times New Roman" panose="02020603050405020304" pitchFamily="18" charset="0"/>
                <a:ea typeface="Times New Roman" panose="02020603050405020304" pitchFamily="18" charset="0"/>
              </a:rPr>
              <a:t>Tên thương mại</a:t>
            </a:r>
            <a:r>
              <a:rPr lang="en-US" sz="1800" b="1">
                <a:solidFill>
                  <a:srgbClr val="000000"/>
                </a:solidFill>
                <a:effectLst/>
                <a:latin typeface="Times New Roman" panose="02020603050405020304" pitchFamily="18" charset="0"/>
                <a:ea typeface="Times New Roman" panose="02020603050405020304" pitchFamily="18" charset="0"/>
              </a:rPr>
              <a:t> </a:t>
            </a:r>
            <a:r>
              <a:rPr lang="en-US" sz="1800">
                <a:solidFill>
                  <a:srgbClr val="000000"/>
                </a:solidFill>
                <a:effectLst/>
                <a:latin typeface="Times New Roman" panose="02020603050405020304" pitchFamily="18" charset="0"/>
                <a:ea typeface="Times New Roman" panose="02020603050405020304" pitchFamily="18" charset="0"/>
              </a:rPr>
              <a:t>là tên gọi của tổ chức, cá nhân dùng trong hoạt động kinh doanh để phân biệt chủ thể kinh doanh mang tên gọi đó với chủ thể kinh doanh khác trong cùng lĩnh vực và khu vực kinh doanh.</a:t>
            </a:r>
            <a:endParaRPr lang="en-US" sz="1600">
              <a:effectLst/>
              <a:latin typeface="Times New Roman" panose="02020603050405020304" pitchFamily="18" charset="0"/>
              <a:ea typeface="Times New Roman" panose="02020603050405020304" pitchFamily="18" charset="0"/>
            </a:endParaRPr>
          </a:p>
          <a:p>
            <a:pPr marL="0" marR="0" indent="345440" algn="just">
              <a:spcBef>
                <a:spcPts val="1440"/>
              </a:spcBef>
              <a:spcAft>
                <a:spcPts val="1440"/>
              </a:spcAft>
            </a:pPr>
            <a:r>
              <a:rPr lang="en-US" sz="1800">
                <a:solidFill>
                  <a:srgbClr val="000000"/>
                </a:solidFill>
                <a:effectLst/>
                <a:latin typeface="Times New Roman" panose="02020603050405020304" pitchFamily="18" charset="0"/>
                <a:ea typeface="Times New Roman" panose="02020603050405020304" pitchFamily="18" charset="0"/>
              </a:rPr>
              <a:t>Khu vực kinh doanh quy định tại khoản này là khu vực địa lý nơi chủ thể kinh doanh có bạn hàng, khách hàng hoặc có danh tiếng.</a:t>
            </a:r>
            <a:endParaRPr lang="en-US" sz="1600">
              <a:effectLst/>
              <a:latin typeface="Times New Roman" panose="02020603050405020304" pitchFamily="18" charset="0"/>
              <a:ea typeface="Times New Roman" panose="02020603050405020304" pitchFamily="18" charset="0"/>
            </a:endParaRPr>
          </a:p>
          <a:p>
            <a:pPr marL="0" marR="0" indent="345440" algn="just">
              <a:spcBef>
                <a:spcPts val="1440"/>
              </a:spcBef>
              <a:spcAft>
                <a:spcPts val="1440"/>
              </a:spcAft>
            </a:pPr>
            <a:r>
              <a:rPr lang="en-US" sz="1800">
                <a:solidFill>
                  <a:srgbClr val="000000"/>
                </a:solidFill>
                <a:effectLst/>
                <a:latin typeface="Times New Roman" panose="02020603050405020304" pitchFamily="18" charset="0"/>
                <a:ea typeface="Times New Roman" panose="02020603050405020304" pitchFamily="18" charset="0"/>
              </a:rPr>
              <a:t>22. </a:t>
            </a:r>
            <a:r>
              <a:rPr lang="en-US" sz="1800" b="1" i="1">
                <a:solidFill>
                  <a:srgbClr val="000000"/>
                </a:solidFill>
                <a:effectLst/>
                <a:latin typeface="Times New Roman" panose="02020603050405020304" pitchFamily="18" charset="0"/>
                <a:ea typeface="Times New Roman" panose="02020603050405020304" pitchFamily="18" charset="0"/>
              </a:rPr>
              <a:t>Chỉ dẫn địa lý</a:t>
            </a:r>
            <a:r>
              <a:rPr lang="en-US" sz="1800" b="1">
                <a:solidFill>
                  <a:srgbClr val="000000"/>
                </a:solidFill>
                <a:effectLst/>
                <a:latin typeface="Times New Roman" panose="02020603050405020304" pitchFamily="18" charset="0"/>
                <a:ea typeface="Times New Roman" panose="02020603050405020304" pitchFamily="18" charset="0"/>
              </a:rPr>
              <a:t> </a:t>
            </a:r>
            <a:r>
              <a:rPr lang="en-US" sz="1800">
                <a:solidFill>
                  <a:srgbClr val="000000"/>
                </a:solidFill>
                <a:effectLst/>
                <a:latin typeface="Times New Roman" panose="02020603050405020304" pitchFamily="18" charset="0"/>
                <a:ea typeface="Times New Roman" panose="02020603050405020304" pitchFamily="18" charset="0"/>
              </a:rPr>
              <a:t>là dấu hiệu dùng để chỉ sản phẩm có nguồn gốc từ khu vực, địa phương, vùng lãnh thổ hay quốc gia cụ thể.</a:t>
            </a:r>
            <a:endParaRPr lang="en-US" sz="1600">
              <a:effectLst/>
              <a:latin typeface="Times New Roman" panose="02020603050405020304" pitchFamily="18" charset="0"/>
              <a:ea typeface="Times New Roman" panose="02020603050405020304" pitchFamily="18" charset="0"/>
            </a:endParaRPr>
          </a:p>
          <a:p>
            <a:pPr indent="342900"/>
            <a:r>
              <a:rPr lang="en-US" sz="1800">
                <a:solidFill>
                  <a:srgbClr val="000000"/>
                </a:solidFill>
                <a:effectLst/>
                <a:latin typeface="Times New Roman" panose="02020603050405020304" pitchFamily="18" charset="0"/>
                <a:ea typeface="Times New Roman" panose="02020603050405020304" pitchFamily="18" charset="0"/>
              </a:rPr>
              <a:t>23. </a:t>
            </a:r>
            <a:r>
              <a:rPr lang="en-US" sz="1800" b="1" i="1">
                <a:solidFill>
                  <a:srgbClr val="000000"/>
                </a:solidFill>
                <a:effectLst/>
                <a:latin typeface="Times New Roman" panose="02020603050405020304" pitchFamily="18" charset="0"/>
                <a:ea typeface="Times New Roman" panose="02020603050405020304" pitchFamily="18" charset="0"/>
              </a:rPr>
              <a:t>Bí mật kinh doanh</a:t>
            </a:r>
            <a:r>
              <a:rPr lang="en-US" sz="1800" b="1">
                <a:solidFill>
                  <a:srgbClr val="000000"/>
                </a:solidFill>
                <a:effectLst/>
                <a:latin typeface="Times New Roman" panose="02020603050405020304" pitchFamily="18" charset="0"/>
                <a:ea typeface="Times New Roman" panose="02020603050405020304" pitchFamily="18" charset="0"/>
              </a:rPr>
              <a:t> </a:t>
            </a:r>
            <a:r>
              <a:rPr lang="en-US" sz="1800">
                <a:solidFill>
                  <a:srgbClr val="000000"/>
                </a:solidFill>
                <a:effectLst/>
                <a:latin typeface="Times New Roman" panose="02020603050405020304" pitchFamily="18" charset="0"/>
                <a:ea typeface="Times New Roman" panose="02020603050405020304" pitchFamily="18" charset="0"/>
              </a:rPr>
              <a:t>là thông tin thu được từ hoạt động đầu tư tài chính, trí tuệ, chưa được bộc lộ và có khả năng sử dụng trong kinh doanh.</a:t>
            </a:r>
            <a:endParaRPr lang="en-US"/>
          </a:p>
        </p:txBody>
      </p:sp>
    </p:spTree>
    <p:extLst>
      <p:ext uri="{BB962C8B-B14F-4D97-AF65-F5344CB8AC3E}">
        <p14:creationId xmlns:p14="http://schemas.microsoft.com/office/powerpoint/2010/main" val="22222066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10</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9" name="Title 1">
            <a:extLst>
              <a:ext uri="{FF2B5EF4-FFF2-40B4-BE49-F238E27FC236}">
                <a16:creationId xmlns:a16="http://schemas.microsoft.com/office/drawing/2014/main" id="{0EB023FA-8FFE-411F-AD27-36D984880BF2}"/>
              </a:ext>
            </a:extLst>
          </p:cNvPr>
          <p:cNvSpPr>
            <a:spLocks noGrp="1"/>
          </p:cNvSpPr>
          <p:nvPr>
            <p:ph type="title"/>
          </p:nvPr>
        </p:nvSpPr>
        <p:spPr>
          <a:xfrm>
            <a:off x="1331913" y="287338"/>
            <a:ext cx="7354887" cy="693390"/>
          </a:xfrm>
        </p:spPr>
        <p:txBody>
          <a:bodyPr/>
          <a:lstStyle/>
          <a:p>
            <a:pPr marL="0" marR="0" algn="ctr">
              <a:spcBef>
                <a:spcPts val="0"/>
              </a:spcBef>
              <a:spcAft>
                <a:spcPts val="0"/>
              </a:spcAft>
            </a:pPr>
            <a:r>
              <a:rPr lang="en-US" sz="1800" b="1">
                <a:solidFill>
                  <a:srgbClr val="000000"/>
                </a:solidFill>
                <a:effectLst/>
                <a:latin typeface="Times New Roman" panose="02020603050405020304" pitchFamily="18" charset="0"/>
                <a:ea typeface="Times New Roman" panose="02020603050405020304" pitchFamily="18" charset="0"/>
              </a:rPr>
              <a:t>LUẬT SỬA ĐỔI, BỔ SUNG MỘT SỐ ĐIỀU CỦA LUẬT SỞ HỮU TRÍ TUỆ (Luật: 36/2009/QH12)</a:t>
            </a:r>
            <a:endParaRPr lang="en-US" sz="1800" b="1">
              <a:effectLst/>
              <a:latin typeface="Times New Roman" panose="02020603050405020304" pitchFamily="18" charset="0"/>
              <a:ea typeface="Times New Roman" panose="02020603050405020304" pitchFamily="18" charset="0"/>
            </a:endParaRPr>
          </a:p>
        </p:txBody>
      </p:sp>
      <p:sp>
        <p:nvSpPr>
          <p:cNvPr id="8" name="TextBox 7">
            <a:extLst>
              <a:ext uri="{FF2B5EF4-FFF2-40B4-BE49-F238E27FC236}">
                <a16:creationId xmlns:a16="http://schemas.microsoft.com/office/drawing/2014/main" id="{8ADB9592-1043-4976-8D7B-21110F7BE3F3}"/>
              </a:ext>
            </a:extLst>
          </p:cNvPr>
          <p:cNvSpPr txBox="1"/>
          <p:nvPr/>
        </p:nvSpPr>
        <p:spPr>
          <a:xfrm>
            <a:off x="685800" y="1524000"/>
            <a:ext cx="8001000" cy="4314001"/>
          </a:xfrm>
          <a:prstGeom prst="rect">
            <a:avLst/>
          </a:prstGeom>
          <a:noFill/>
        </p:spPr>
        <p:txBody>
          <a:bodyPr wrap="square">
            <a:spAutoFit/>
          </a:bodyPr>
          <a:lstStyle/>
          <a:p>
            <a:pPr marL="0" marR="0" indent="345440" algn="just">
              <a:spcBef>
                <a:spcPts val="1440"/>
              </a:spcBef>
              <a:spcAft>
                <a:spcPts val="1440"/>
              </a:spcAft>
            </a:pPr>
            <a:r>
              <a:rPr lang="en-US" sz="1800">
                <a:solidFill>
                  <a:srgbClr val="000000"/>
                </a:solidFill>
                <a:effectLst/>
                <a:latin typeface="Times New Roman" panose="02020603050405020304" pitchFamily="18" charset="0"/>
                <a:ea typeface="Times New Roman" panose="02020603050405020304" pitchFamily="18" charset="0"/>
              </a:rPr>
              <a:t>24. </a:t>
            </a:r>
            <a:r>
              <a:rPr lang="en-US" sz="1800" b="1" i="1">
                <a:solidFill>
                  <a:srgbClr val="000000"/>
                </a:solidFill>
                <a:effectLst/>
                <a:latin typeface="Times New Roman" panose="02020603050405020304" pitchFamily="18" charset="0"/>
                <a:ea typeface="Times New Roman" panose="02020603050405020304" pitchFamily="18" charset="0"/>
              </a:rPr>
              <a:t>Giống cây trồng</a:t>
            </a:r>
            <a:r>
              <a:rPr lang="en-US" sz="1800" b="1">
                <a:solidFill>
                  <a:srgbClr val="000000"/>
                </a:solidFill>
                <a:effectLst/>
                <a:latin typeface="Times New Roman" panose="02020603050405020304" pitchFamily="18" charset="0"/>
                <a:ea typeface="Times New Roman" panose="02020603050405020304" pitchFamily="18" charset="0"/>
              </a:rPr>
              <a:t> </a:t>
            </a:r>
            <a:r>
              <a:rPr lang="en-US" sz="1800">
                <a:solidFill>
                  <a:srgbClr val="000000"/>
                </a:solidFill>
                <a:effectLst/>
                <a:latin typeface="Times New Roman" panose="02020603050405020304" pitchFamily="18" charset="0"/>
                <a:ea typeface="Times New Roman" panose="02020603050405020304" pitchFamily="18" charset="0"/>
              </a:rPr>
              <a:t>là quần thể cây trồng thuộc cùng một cấp phân loại thực vật thấp nhất, đồng nhất về hình thái, ổn định qua các chu kỳ nhân giống, có thể nhận biết được bằng sự biểu hiện các tính trạng do kiểu gen hoặc sự phối hợp của các kiểu gen quy định và phân biệt được với bất kỳ quần thể cây trồng nào khác bằng sự biểu hiện của ít nhất một tính trạng có khả năng di truyền được.</a:t>
            </a:r>
            <a:endParaRPr lang="en-US" sz="1600">
              <a:effectLst/>
              <a:latin typeface="Times New Roman" panose="02020603050405020304" pitchFamily="18" charset="0"/>
              <a:ea typeface="Times New Roman" panose="02020603050405020304" pitchFamily="18" charset="0"/>
            </a:endParaRPr>
          </a:p>
          <a:p>
            <a:pPr marL="0" marR="0" indent="345440" algn="just">
              <a:spcBef>
                <a:spcPts val="1440"/>
              </a:spcBef>
              <a:spcAft>
                <a:spcPts val="1440"/>
              </a:spcAft>
            </a:pPr>
            <a:r>
              <a:rPr lang="en-US" sz="1800">
                <a:solidFill>
                  <a:srgbClr val="000000"/>
                </a:solidFill>
                <a:effectLst/>
                <a:latin typeface="Times New Roman" panose="02020603050405020304" pitchFamily="18" charset="0"/>
                <a:ea typeface="Times New Roman" panose="02020603050405020304" pitchFamily="18" charset="0"/>
              </a:rPr>
              <a:t>25. </a:t>
            </a:r>
            <a:r>
              <a:rPr lang="en-US" sz="1800" b="1" i="1">
                <a:solidFill>
                  <a:srgbClr val="000000"/>
                </a:solidFill>
                <a:effectLst/>
                <a:latin typeface="Times New Roman" panose="02020603050405020304" pitchFamily="18" charset="0"/>
                <a:ea typeface="Times New Roman" panose="02020603050405020304" pitchFamily="18" charset="0"/>
              </a:rPr>
              <a:t>Văn bằng bảo hộ</a:t>
            </a:r>
            <a:r>
              <a:rPr lang="en-US" sz="1800" b="1">
                <a:solidFill>
                  <a:srgbClr val="000000"/>
                </a:solidFill>
                <a:effectLst/>
                <a:latin typeface="Times New Roman" panose="02020603050405020304" pitchFamily="18" charset="0"/>
                <a:ea typeface="Times New Roman" panose="02020603050405020304" pitchFamily="18" charset="0"/>
              </a:rPr>
              <a:t> </a:t>
            </a:r>
            <a:r>
              <a:rPr lang="en-US" sz="1800">
                <a:solidFill>
                  <a:srgbClr val="000000"/>
                </a:solidFill>
                <a:effectLst/>
                <a:latin typeface="Times New Roman" panose="02020603050405020304" pitchFamily="18" charset="0"/>
                <a:ea typeface="Times New Roman" panose="02020603050405020304" pitchFamily="18" charset="0"/>
              </a:rPr>
              <a:t>là văn bản do cơ quan nhà nước có thẩm quyền cấp cho tổ chức, cá nhân nhằm xác lập quyền sở hữu công nghiệp đối với sáng chế, kiểu dáng công nghiệp, thiết kế bố trí, nhãn hiệu, chỉ dẫn địa lý; quyền đối với giống cây trồng.</a:t>
            </a:r>
            <a:endParaRPr lang="en-US" sz="1600">
              <a:effectLst/>
              <a:latin typeface="Times New Roman" panose="02020603050405020304" pitchFamily="18" charset="0"/>
              <a:ea typeface="Times New Roman" panose="02020603050405020304" pitchFamily="18" charset="0"/>
            </a:endParaRPr>
          </a:p>
          <a:p>
            <a:pPr marL="0" marR="0" indent="345440" algn="just">
              <a:spcBef>
                <a:spcPts val="1440"/>
              </a:spcBef>
              <a:spcAft>
                <a:spcPts val="1440"/>
              </a:spcAft>
            </a:pPr>
            <a:r>
              <a:rPr lang="en-US" sz="1800">
                <a:solidFill>
                  <a:srgbClr val="000000"/>
                </a:solidFill>
                <a:effectLst/>
                <a:latin typeface="Times New Roman" panose="02020603050405020304" pitchFamily="18" charset="0"/>
                <a:ea typeface="Times New Roman" panose="02020603050405020304" pitchFamily="18" charset="0"/>
              </a:rPr>
              <a:t>26. </a:t>
            </a:r>
            <a:r>
              <a:rPr lang="en-US" sz="1800" b="1" i="1">
                <a:solidFill>
                  <a:srgbClr val="000000"/>
                </a:solidFill>
                <a:effectLst/>
                <a:latin typeface="Times New Roman" panose="02020603050405020304" pitchFamily="18" charset="0"/>
                <a:ea typeface="Times New Roman" panose="02020603050405020304" pitchFamily="18" charset="0"/>
              </a:rPr>
              <a:t>Vật liệu nhân giống</a:t>
            </a:r>
            <a:r>
              <a:rPr lang="en-US" sz="1800" b="1">
                <a:solidFill>
                  <a:srgbClr val="000000"/>
                </a:solidFill>
                <a:effectLst/>
                <a:latin typeface="Times New Roman" panose="02020603050405020304" pitchFamily="18" charset="0"/>
                <a:ea typeface="Times New Roman" panose="02020603050405020304" pitchFamily="18" charset="0"/>
              </a:rPr>
              <a:t> </a:t>
            </a:r>
            <a:r>
              <a:rPr lang="en-US" sz="1800">
                <a:solidFill>
                  <a:srgbClr val="000000"/>
                </a:solidFill>
                <a:effectLst/>
                <a:latin typeface="Times New Roman" panose="02020603050405020304" pitchFamily="18" charset="0"/>
                <a:ea typeface="Times New Roman" panose="02020603050405020304" pitchFamily="18" charset="0"/>
              </a:rPr>
              <a:t>là cây hoặc bộ phận của cây có khả năng phát triển thành một cây mới dùng để nhân giống hoặc để gieo trồng.</a:t>
            </a:r>
            <a:endParaRPr lang="en-US" sz="1600">
              <a:effectLst/>
              <a:latin typeface="Times New Roman" panose="02020603050405020304" pitchFamily="18" charset="0"/>
              <a:ea typeface="Times New Roman" panose="02020603050405020304" pitchFamily="18" charset="0"/>
            </a:endParaRPr>
          </a:p>
          <a:p>
            <a:r>
              <a:rPr lang="en-US" sz="1800">
                <a:solidFill>
                  <a:srgbClr val="000000"/>
                </a:solidFill>
                <a:effectLst/>
                <a:latin typeface="Times New Roman" panose="02020603050405020304" pitchFamily="18" charset="0"/>
                <a:ea typeface="Times New Roman" panose="02020603050405020304" pitchFamily="18" charset="0"/>
              </a:rPr>
              <a:t>27. </a:t>
            </a:r>
            <a:r>
              <a:rPr lang="en-US" sz="1800" b="1" i="1">
                <a:solidFill>
                  <a:srgbClr val="000000"/>
                </a:solidFill>
                <a:effectLst/>
                <a:latin typeface="Times New Roman" panose="02020603050405020304" pitchFamily="18" charset="0"/>
                <a:ea typeface="Times New Roman" panose="02020603050405020304" pitchFamily="18" charset="0"/>
              </a:rPr>
              <a:t>Vật liệu thu hoạch</a:t>
            </a:r>
            <a:r>
              <a:rPr lang="en-US" sz="1800" b="1">
                <a:solidFill>
                  <a:srgbClr val="000000"/>
                </a:solidFill>
                <a:effectLst/>
                <a:latin typeface="Times New Roman" panose="02020603050405020304" pitchFamily="18" charset="0"/>
                <a:ea typeface="Times New Roman" panose="02020603050405020304" pitchFamily="18" charset="0"/>
              </a:rPr>
              <a:t> </a:t>
            </a:r>
            <a:r>
              <a:rPr lang="en-US" sz="1800">
                <a:solidFill>
                  <a:srgbClr val="000000"/>
                </a:solidFill>
                <a:effectLst/>
                <a:latin typeface="Times New Roman" panose="02020603050405020304" pitchFamily="18" charset="0"/>
                <a:ea typeface="Times New Roman" panose="02020603050405020304" pitchFamily="18" charset="0"/>
              </a:rPr>
              <a:t>là cây hoặc bộ phận của cây thu được từ việc gieo trồng vật liệu nhân giống.”</a:t>
            </a:r>
            <a:endParaRPr lang="en-US"/>
          </a:p>
        </p:txBody>
      </p:sp>
    </p:spTree>
    <p:extLst>
      <p:ext uri="{BB962C8B-B14F-4D97-AF65-F5344CB8AC3E}">
        <p14:creationId xmlns:p14="http://schemas.microsoft.com/office/powerpoint/2010/main" val="6368052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11</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9" name="Title 1">
            <a:extLst>
              <a:ext uri="{FF2B5EF4-FFF2-40B4-BE49-F238E27FC236}">
                <a16:creationId xmlns:a16="http://schemas.microsoft.com/office/drawing/2014/main" id="{0EB023FA-8FFE-411F-AD27-36D984880BF2}"/>
              </a:ext>
            </a:extLst>
          </p:cNvPr>
          <p:cNvSpPr>
            <a:spLocks noGrp="1"/>
          </p:cNvSpPr>
          <p:nvPr>
            <p:ph type="title"/>
          </p:nvPr>
        </p:nvSpPr>
        <p:spPr>
          <a:xfrm>
            <a:off x="1331913" y="261581"/>
            <a:ext cx="7354887" cy="693390"/>
          </a:xfrm>
        </p:spPr>
        <p:txBody>
          <a:bodyPr/>
          <a:lstStyle/>
          <a:p>
            <a:pPr marL="0" indent="0">
              <a:buNone/>
            </a:pPr>
            <a:r>
              <a:rPr lang="en-US" b="1">
                <a:solidFill>
                  <a:srgbClr val="0070C0"/>
                </a:solidFill>
              </a:rPr>
              <a:t>Lưu ý</a:t>
            </a:r>
          </a:p>
        </p:txBody>
      </p:sp>
      <p:sp>
        <p:nvSpPr>
          <p:cNvPr id="10" name="TextBox 9">
            <a:extLst>
              <a:ext uri="{FF2B5EF4-FFF2-40B4-BE49-F238E27FC236}">
                <a16:creationId xmlns:a16="http://schemas.microsoft.com/office/drawing/2014/main" id="{1FDCC21B-D6CC-43C9-AE11-018B1A30CDF2}"/>
              </a:ext>
            </a:extLst>
          </p:cNvPr>
          <p:cNvSpPr txBox="1"/>
          <p:nvPr/>
        </p:nvSpPr>
        <p:spPr>
          <a:xfrm>
            <a:off x="1447800" y="1861836"/>
            <a:ext cx="4876800" cy="461665"/>
          </a:xfrm>
          <a:prstGeom prst="rect">
            <a:avLst/>
          </a:prstGeom>
          <a:noFill/>
        </p:spPr>
        <p:txBody>
          <a:bodyPr wrap="square">
            <a:spAutoFit/>
          </a:bodyPr>
          <a:lstStyle/>
          <a:p>
            <a:pPr marL="0" marR="0" indent="345440" algn="just">
              <a:spcBef>
                <a:spcPts val="1440"/>
              </a:spcBef>
              <a:spcAft>
                <a:spcPts val="1440"/>
              </a:spcAft>
            </a:pPr>
            <a:r>
              <a:rPr lang="en-US" sz="2400" b="1">
                <a:solidFill>
                  <a:schemeClr val="accent2">
                    <a:lumMod val="75000"/>
                    <a:lumOff val="25000"/>
                  </a:schemeClr>
                </a:solidFill>
                <a:effectLst/>
                <a:latin typeface="Times New Roman" panose="02020603050405020304" pitchFamily="18" charset="0"/>
                <a:ea typeface="Times New Roman" panose="02020603050405020304" pitchFamily="18" charset="0"/>
              </a:rPr>
              <a:t>Quyền sở hữu VS. Quyền tác giả</a:t>
            </a:r>
            <a:endParaRPr lang="en-US" sz="2400" b="1">
              <a:solidFill>
                <a:schemeClr val="accent2">
                  <a:lumMod val="75000"/>
                  <a:lumOff val="25000"/>
                </a:schemeClr>
              </a:solidFill>
            </a:endParaRPr>
          </a:p>
        </p:txBody>
      </p:sp>
      <p:sp>
        <p:nvSpPr>
          <p:cNvPr id="11" name="TextBox 10">
            <a:extLst>
              <a:ext uri="{FF2B5EF4-FFF2-40B4-BE49-F238E27FC236}">
                <a16:creationId xmlns:a16="http://schemas.microsoft.com/office/drawing/2014/main" id="{C377E539-86DA-4B2A-B8E5-13F42C3C596E}"/>
              </a:ext>
            </a:extLst>
          </p:cNvPr>
          <p:cNvSpPr txBox="1"/>
          <p:nvPr/>
        </p:nvSpPr>
        <p:spPr>
          <a:xfrm>
            <a:off x="1981200" y="3352800"/>
            <a:ext cx="4876800" cy="461665"/>
          </a:xfrm>
          <a:prstGeom prst="rect">
            <a:avLst/>
          </a:prstGeom>
          <a:noFill/>
        </p:spPr>
        <p:txBody>
          <a:bodyPr wrap="square">
            <a:spAutoFit/>
          </a:bodyPr>
          <a:lstStyle/>
          <a:p>
            <a:pPr marL="0" marR="0" indent="345440" algn="just">
              <a:spcBef>
                <a:spcPts val="1440"/>
              </a:spcBef>
              <a:spcAft>
                <a:spcPts val="1440"/>
              </a:spcAft>
            </a:pPr>
            <a:r>
              <a:rPr lang="en-US" sz="2400" b="1">
                <a:solidFill>
                  <a:srgbClr val="FF9933"/>
                </a:solidFill>
                <a:latin typeface="Times New Roman" panose="02020603050405020304" pitchFamily="18" charset="0"/>
                <a:ea typeface="Times New Roman" panose="02020603050405020304" pitchFamily="18" charset="0"/>
              </a:rPr>
              <a:t>Đạo văn </a:t>
            </a:r>
            <a:r>
              <a:rPr lang="en-US" sz="2400" b="1">
                <a:solidFill>
                  <a:srgbClr val="FF9933"/>
                </a:solidFill>
                <a:effectLst/>
                <a:latin typeface="Times New Roman" panose="02020603050405020304" pitchFamily="18" charset="0"/>
                <a:ea typeface="Times New Roman" panose="02020603050405020304" pitchFamily="18" charset="0"/>
              </a:rPr>
              <a:t>VS. Tự đạo văn</a:t>
            </a:r>
            <a:endParaRPr lang="en-US" sz="2400" b="1">
              <a:solidFill>
                <a:srgbClr val="FF9933"/>
              </a:solidFill>
            </a:endParaRPr>
          </a:p>
        </p:txBody>
      </p:sp>
    </p:spTree>
    <p:extLst>
      <p:ext uri="{BB962C8B-B14F-4D97-AF65-F5344CB8AC3E}">
        <p14:creationId xmlns:p14="http://schemas.microsoft.com/office/powerpoint/2010/main" val="4271796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1000"/>
                                        <p:tgtEl>
                                          <p:spTgt spid="11"/>
                                        </p:tgtEl>
                                      </p:cBhvr>
                                    </p:animEffect>
                                    <p:anim calcmode="lin" valueType="num">
                                      <p:cBhvr>
                                        <p:cTn id="15" dur="1000" fill="hold"/>
                                        <p:tgtEl>
                                          <p:spTgt spid="11"/>
                                        </p:tgtEl>
                                        <p:attrNameLst>
                                          <p:attrName>ppt_x</p:attrName>
                                        </p:attrNameLst>
                                      </p:cBhvr>
                                      <p:tavLst>
                                        <p:tav tm="0">
                                          <p:val>
                                            <p:strVal val="#ppt_x"/>
                                          </p:val>
                                        </p:tav>
                                        <p:tav tm="100000">
                                          <p:val>
                                            <p:strVal val="#ppt_x"/>
                                          </p:val>
                                        </p:tav>
                                      </p:tavLst>
                                    </p:anim>
                                    <p:anim calcmode="lin" valueType="num">
                                      <p:cBhvr>
                                        <p:cTn id="1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Nội dung</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12</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6" name="TextBox 5">
            <a:extLst>
              <a:ext uri="{FF2B5EF4-FFF2-40B4-BE49-F238E27FC236}">
                <a16:creationId xmlns:a16="http://schemas.microsoft.com/office/drawing/2014/main" id="{8030EF7F-B37B-46B6-8B81-FD1F794723A6}"/>
              </a:ext>
            </a:extLst>
          </p:cNvPr>
          <p:cNvSpPr txBox="1"/>
          <p:nvPr/>
        </p:nvSpPr>
        <p:spPr>
          <a:xfrm>
            <a:off x="738409" y="1752600"/>
            <a:ext cx="6232796" cy="2185214"/>
          </a:xfrm>
          <a:prstGeom prst="rect">
            <a:avLst/>
          </a:prstGeom>
          <a:noFill/>
        </p:spPr>
        <p:txBody>
          <a:bodyPr wrap="none" rtlCol="0">
            <a:spAutoFit/>
          </a:bodyPr>
          <a:lstStyle/>
          <a:p>
            <a:pPr marL="457200" indent="-457200">
              <a:spcBef>
                <a:spcPts val="1200"/>
              </a:spcBef>
              <a:spcAft>
                <a:spcPts val="1200"/>
              </a:spcAft>
              <a:buFont typeface="Wingdings" panose="05000000000000000000" pitchFamily="2" charset="2"/>
              <a:buChar char="q"/>
            </a:pPr>
            <a:r>
              <a:rPr lang="en-US" sz="3200"/>
              <a:t>Sở hữu trí tuệ</a:t>
            </a:r>
          </a:p>
          <a:p>
            <a:pPr marL="457200" indent="-457200">
              <a:spcBef>
                <a:spcPts val="1200"/>
              </a:spcBef>
              <a:spcAft>
                <a:spcPts val="1200"/>
              </a:spcAft>
              <a:buFont typeface="Wingdings" panose="05000000000000000000" pitchFamily="2" charset="2"/>
              <a:buChar char="q"/>
            </a:pPr>
            <a:r>
              <a:rPr lang="en-US" sz="3200" b="1">
                <a:solidFill>
                  <a:srgbClr val="FF9933"/>
                </a:solidFill>
              </a:rPr>
              <a:t>Trích dẫn nghiên cứu khoa học</a:t>
            </a:r>
          </a:p>
          <a:p>
            <a:pPr marL="457200" indent="-457200">
              <a:spcBef>
                <a:spcPts val="1200"/>
              </a:spcBef>
              <a:spcAft>
                <a:spcPts val="1200"/>
              </a:spcAft>
              <a:buFont typeface="Wingdings" panose="05000000000000000000" pitchFamily="2" charset="2"/>
              <a:buChar char="q"/>
            </a:pPr>
            <a:r>
              <a:rPr lang="en-US" sz="3200"/>
              <a:t>Tác phong và thái độ nghề nghiệp</a:t>
            </a:r>
          </a:p>
        </p:txBody>
      </p:sp>
    </p:spTree>
    <p:extLst>
      <p:ext uri="{BB962C8B-B14F-4D97-AF65-F5344CB8AC3E}">
        <p14:creationId xmlns:p14="http://schemas.microsoft.com/office/powerpoint/2010/main" val="5013039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lang="en-US" b="1">
                <a:solidFill>
                  <a:srgbClr val="0070C0"/>
                </a:solidFill>
              </a:rPr>
              <a:t>Thuật ngữ</a:t>
            </a:r>
            <a:endParaRPr kumimoji="1" lang="en-US"/>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13</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11" name="TextBox 10">
            <a:extLst>
              <a:ext uri="{FF2B5EF4-FFF2-40B4-BE49-F238E27FC236}">
                <a16:creationId xmlns:a16="http://schemas.microsoft.com/office/drawing/2014/main" id="{6860F0AF-64F0-4361-8893-824762070F4B}"/>
              </a:ext>
            </a:extLst>
          </p:cNvPr>
          <p:cNvSpPr txBox="1"/>
          <p:nvPr/>
        </p:nvSpPr>
        <p:spPr>
          <a:xfrm>
            <a:off x="278625" y="1447800"/>
            <a:ext cx="4572000" cy="523220"/>
          </a:xfrm>
          <a:prstGeom prst="rect">
            <a:avLst/>
          </a:prstGeom>
          <a:noFill/>
        </p:spPr>
        <p:txBody>
          <a:bodyPr wrap="square">
            <a:spAutoFit/>
          </a:bodyPr>
          <a:lstStyle/>
          <a:p>
            <a:pPr>
              <a:spcBef>
                <a:spcPts val="1200"/>
              </a:spcBef>
              <a:spcAft>
                <a:spcPts val="1200"/>
              </a:spcAft>
            </a:pPr>
            <a:r>
              <a:rPr lang="en-US" sz="2800" b="1"/>
              <a:t>Trích dẫn/Citation</a:t>
            </a:r>
          </a:p>
        </p:txBody>
      </p:sp>
      <p:pic>
        <p:nvPicPr>
          <p:cNvPr id="15" name="Picture 14">
            <a:extLst>
              <a:ext uri="{FF2B5EF4-FFF2-40B4-BE49-F238E27FC236}">
                <a16:creationId xmlns:a16="http://schemas.microsoft.com/office/drawing/2014/main" id="{8446014B-02B9-4744-B18F-A9B7F7520E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8551" y="1371600"/>
            <a:ext cx="5410240" cy="4995899"/>
          </a:xfrm>
          <a:prstGeom prst="rect">
            <a:avLst/>
          </a:prstGeom>
        </p:spPr>
      </p:pic>
    </p:spTree>
    <p:extLst>
      <p:ext uri="{BB962C8B-B14F-4D97-AF65-F5344CB8AC3E}">
        <p14:creationId xmlns:p14="http://schemas.microsoft.com/office/powerpoint/2010/main" val="25117404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lang="en-US" b="1">
                <a:solidFill>
                  <a:srgbClr val="0070C0"/>
                </a:solidFill>
              </a:rPr>
              <a:t>Thuật ngữ</a:t>
            </a:r>
            <a:endParaRPr kumimoji="1" lang="en-US"/>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14</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11" name="TextBox 10">
            <a:extLst>
              <a:ext uri="{FF2B5EF4-FFF2-40B4-BE49-F238E27FC236}">
                <a16:creationId xmlns:a16="http://schemas.microsoft.com/office/drawing/2014/main" id="{6860F0AF-64F0-4361-8893-824762070F4B}"/>
              </a:ext>
            </a:extLst>
          </p:cNvPr>
          <p:cNvSpPr txBox="1"/>
          <p:nvPr/>
        </p:nvSpPr>
        <p:spPr>
          <a:xfrm>
            <a:off x="278625" y="1447800"/>
            <a:ext cx="4572000" cy="2000548"/>
          </a:xfrm>
          <a:prstGeom prst="rect">
            <a:avLst/>
          </a:prstGeom>
          <a:noFill/>
        </p:spPr>
        <p:txBody>
          <a:bodyPr wrap="square">
            <a:spAutoFit/>
          </a:bodyPr>
          <a:lstStyle/>
          <a:p>
            <a:pPr>
              <a:spcBef>
                <a:spcPts val="1200"/>
              </a:spcBef>
              <a:spcAft>
                <a:spcPts val="1200"/>
              </a:spcAft>
            </a:pPr>
            <a:r>
              <a:rPr lang="en-US" sz="2800" b="1"/>
              <a:t>Tài liệu tham khảo</a:t>
            </a:r>
          </a:p>
          <a:p>
            <a:pPr>
              <a:spcBef>
                <a:spcPts val="1200"/>
              </a:spcBef>
              <a:spcAft>
                <a:spcPts val="1200"/>
              </a:spcAft>
            </a:pPr>
            <a:r>
              <a:rPr lang="en-US" sz="2800" b="1"/>
              <a:t>References</a:t>
            </a:r>
          </a:p>
          <a:p>
            <a:pPr>
              <a:spcBef>
                <a:spcPts val="1200"/>
              </a:spcBef>
              <a:spcAft>
                <a:spcPts val="1200"/>
              </a:spcAft>
            </a:pPr>
            <a:r>
              <a:rPr lang="en-US" sz="2800" b="1" i="0">
                <a:solidFill>
                  <a:srgbClr val="333333"/>
                </a:solidFill>
                <a:effectLst/>
                <a:latin typeface="Open Sans"/>
              </a:rPr>
              <a:t>Bibliography</a:t>
            </a:r>
            <a:endParaRPr lang="en-US" sz="2800" b="1"/>
          </a:p>
        </p:txBody>
      </p:sp>
      <p:pic>
        <p:nvPicPr>
          <p:cNvPr id="3" name="Picture 2" descr="Text&#10;&#10;Description automatically generated">
            <a:extLst>
              <a:ext uri="{FF2B5EF4-FFF2-40B4-BE49-F238E27FC236}">
                <a16:creationId xmlns:a16="http://schemas.microsoft.com/office/drawing/2014/main" id="{1AAFA97C-3798-4EF6-B4A2-94DB44D09E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3892" y="1397508"/>
            <a:ext cx="5475012" cy="4850891"/>
          </a:xfrm>
          <a:prstGeom prst="rect">
            <a:avLst/>
          </a:prstGeom>
        </p:spPr>
      </p:pic>
    </p:spTree>
    <p:extLst>
      <p:ext uri="{BB962C8B-B14F-4D97-AF65-F5344CB8AC3E}">
        <p14:creationId xmlns:p14="http://schemas.microsoft.com/office/powerpoint/2010/main" val="10264452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lang="en-US" b="1"/>
              <a:t>Các chuẩn trích dẫn</a:t>
            </a:r>
            <a:endParaRPr kumimoji="1" lang="en-US"/>
          </a:p>
        </p:txBody>
      </p:sp>
      <p:pic>
        <p:nvPicPr>
          <p:cNvPr id="3" name="Picture 2" descr="Table&#10;&#10;Description automatically generated">
            <a:extLst>
              <a:ext uri="{FF2B5EF4-FFF2-40B4-BE49-F238E27FC236}">
                <a16:creationId xmlns:a16="http://schemas.microsoft.com/office/drawing/2014/main" id="{2A4071D7-BCC5-4DF1-B974-99AC2C474B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 y="1219199"/>
            <a:ext cx="7620000" cy="5372101"/>
          </a:xfrm>
          <a:prstGeom prst="rect">
            <a:avLst/>
          </a:prstGeom>
          <a:noFill/>
        </p:spPr>
      </p:pic>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15</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spTree>
    <p:extLst>
      <p:ext uri="{BB962C8B-B14F-4D97-AF65-F5344CB8AC3E}">
        <p14:creationId xmlns:p14="http://schemas.microsoft.com/office/powerpoint/2010/main" val="14762736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lang="en-US" b="1"/>
              <a:t>Các chuẩn trích dẫn</a:t>
            </a:r>
            <a:endParaRPr kumimoji="1" lang="en-US"/>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16</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pic>
        <p:nvPicPr>
          <p:cNvPr id="13" name="Picture 12" descr="A picture containing text, tableware, plate, dishware&#10;&#10;Description automatically generated">
            <a:extLst>
              <a:ext uri="{FF2B5EF4-FFF2-40B4-BE49-F238E27FC236}">
                <a16:creationId xmlns:a16="http://schemas.microsoft.com/office/drawing/2014/main" id="{ED66028B-CA54-4036-AD16-06647C48E4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453" y="1299092"/>
            <a:ext cx="1472128" cy="383367"/>
          </a:xfrm>
          <a:prstGeom prst="rect">
            <a:avLst/>
          </a:prstGeom>
        </p:spPr>
      </p:pic>
      <p:pic>
        <p:nvPicPr>
          <p:cNvPr id="3" name="Picture 2" descr="Table&#10;&#10;Description automatically generated">
            <a:extLst>
              <a:ext uri="{FF2B5EF4-FFF2-40B4-BE49-F238E27FC236}">
                <a16:creationId xmlns:a16="http://schemas.microsoft.com/office/drawing/2014/main" id="{432F637D-418E-4AD1-8A57-AE86E912E3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2627" y="1285284"/>
            <a:ext cx="5334000" cy="5121913"/>
          </a:xfrm>
          <a:prstGeom prst="rect">
            <a:avLst/>
          </a:prstGeom>
        </p:spPr>
      </p:pic>
    </p:spTree>
    <p:extLst>
      <p:ext uri="{BB962C8B-B14F-4D97-AF65-F5344CB8AC3E}">
        <p14:creationId xmlns:p14="http://schemas.microsoft.com/office/powerpoint/2010/main" val="36715447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lang="en-US" b="1"/>
              <a:t>Các chuẩn trích dẫn</a:t>
            </a:r>
            <a:endParaRPr kumimoji="1" lang="en-US"/>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17</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pic>
        <p:nvPicPr>
          <p:cNvPr id="6" name="Picture 5" descr="A picture containing text, tableware, plate, dishware&#10;&#10;Description automatically generated">
            <a:extLst>
              <a:ext uri="{FF2B5EF4-FFF2-40B4-BE49-F238E27FC236}">
                <a16:creationId xmlns:a16="http://schemas.microsoft.com/office/drawing/2014/main" id="{41C22B8F-C6E7-47D8-9533-7F41E8F92C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453" y="1299092"/>
            <a:ext cx="1472128" cy="383367"/>
          </a:xfrm>
          <a:prstGeom prst="rect">
            <a:avLst/>
          </a:prstGeom>
        </p:spPr>
      </p:pic>
      <p:pic>
        <p:nvPicPr>
          <p:cNvPr id="3" name="Picture 2" descr="Table&#10;&#10;Description automatically generated">
            <a:extLst>
              <a:ext uri="{FF2B5EF4-FFF2-40B4-BE49-F238E27FC236}">
                <a16:creationId xmlns:a16="http://schemas.microsoft.com/office/drawing/2014/main" id="{5AFB6899-EE47-46F5-8D7E-4AB25BCBAB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7399" y="1219200"/>
            <a:ext cx="5322913" cy="5238590"/>
          </a:xfrm>
          <a:prstGeom prst="rect">
            <a:avLst/>
          </a:prstGeom>
        </p:spPr>
      </p:pic>
    </p:spTree>
    <p:extLst>
      <p:ext uri="{BB962C8B-B14F-4D97-AF65-F5344CB8AC3E}">
        <p14:creationId xmlns:p14="http://schemas.microsoft.com/office/powerpoint/2010/main" val="42918377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lang="en-US" b="1"/>
              <a:t>Các chuẩn trích dẫn</a:t>
            </a:r>
            <a:endParaRPr kumimoji="1" lang="en-US"/>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18</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pic>
        <p:nvPicPr>
          <p:cNvPr id="10" name="Picture 9" descr="Table&#10;&#10;Description automatically generated">
            <a:extLst>
              <a:ext uri="{FF2B5EF4-FFF2-40B4-BE49-F238E27FC236}">
                <a16:creationId xmlns:a16="http://schemas.microsoft.com/office/drawing/2014/main" id="{F212B8CF-FE0F-484C-A197-8C23080925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59033" y="1600200"/>
            <a:ext cx="6331450" cy="4419600"/>
          </a:xfrm>
          <a:prstGeom prst="rect">
            <a:avLst/>
          </a:prstGeom>
        </p:spPr>
      </p:pic>
      <p:pic>
        <p:nvPicPr>
          <p:cNvPr id="13" name="Picture 12" descr="A picture containing text, tableware, plate, dishware&#10;&#10;Description automatically generated">
            <a:extLst>
              <a:ext uri="{FF2B5EF4-FFF2-40B4-BE49-F238E27FC236}">
                <a16:creationId xmlns:a16="http://schemas.microsoft.com/office/drawing/2014/main" id="{ED66028B-CA54-4036-AD16-06647C48E4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453" y="1299092"/>
            <a:ext cx="1472128" cy="383367"/>
          </a:xfrm>
          <a:prstGeom prst="rect">
            <a:avLst/>
          </a:prstGeom>
        </p:spPr>
      </p:pic>
    </p:spTree>
    <p:extLst>
      <p:ext uri="{BB962C8B-B14F-4D97-AF65-F5344CB8AC3E}">
        <p14:creationId xmlns:p14="http://schemas.microsoft.com/office/powerpoint/2010/main" val="13642900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lang="en-US" b="1"/>
              <a:t>Các chuẩn trích dẫn</a:t>
            </a:r>
            <a:endParaRPr kumimoji="1" lang="en-US"/>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19</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pic>
        <p:nvPicPr>
          <p:cNvPr id="6" name="Picture 5" descr="A picture containing text, tableware, plate, dishware&#10;&#10;Description automatically generated">
            <a:extLst>
              <a:ext uri="{FF2B5EF4-FFF2-40B4-BE49-F238E27FC236}">
                <a16:creationId xmlns:a16="http://schemas.microsoft.com/office/drawing/2014/main" id="{41C22B8F-C6E7-47D8-9533-7F41E8F92C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7453" y="1299092"/>
            <a:ext cx="1472128" cy="383367"/>
          </a:xfrm>
          <a:prstGeom prst="rect">
            <a:avLst/>
          </a:prstGeom>
        </p:spPr>
      </p:pic>
      <p:pic>
        <p:nvPicPr>
          <p:cNvPr id="8" name="Picture 7" descr="Text&#10;&#10;Description automatically generated">
            <a:extLst>
              <a:ext uri="{FF2B5EF4-FFF2-40B4-BE49-F238E27FC236}">
                <a16:creationId xmlns:a16="http://schemas.microsoft.com/office/drawing/2014/main" id="{A009BCBD-2D74-4178-9651-E618B214270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33599" y="1523999"/>
            <a:ext cx="6149345" cy="5000625"/>
          </a:xfrm>
          <a:prstGeom prst="rect">
            <a:avLst/>
          </a:prstGeom>
        </p:spPr>
      </p:pic>
    </p:spTree>
    <p:extLst>
      <p:ext uri="{BB962C8B-B14F-4D97-AF65-F5344CB8AC3E}">
        <p14:creationId xmlns:p14="http://schemas.microsoft.com/office/powerpoint/2010/main" val="6328192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lang="en-US" b="1"/>
              <a:t>Các chuẩn trích dẫn</a:t>
            </a:r>
            <a:endParaRPr kumimoji="1" lang="en-US"/>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20</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pic>
        <p:nvPicPr>
          <p:cNvPr id="6" name="Picture 5" descr="Table&#10;&#10;Description automatically generated">
            <a:extLst>
              <a:ext uri="{FF2B5EF4-FFF2-40B4-BE49-F238E27FC236}">
                <a16:creationId xmlns:a16="http://schemas.microsoft.com/office/drawing/2014/main" id="{F91F02D7-C06E-40BD-A7A4-E9B87B5D1C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778181"/>
            <a:ext cx="4786347" cy="4314857"/>
          </a:xfrm>
          <a:prstGeom prst="rect">
            <a:avLst/>
          </a:prstGeom>
        </p:spPr>
      </p:pic>
      <p:pic>
        <p:nvPicPr>
          <p:cNvPr id="9" name="Picture 8" descr="Table&#10;&#10;Description automatically generated">
            <a:extLst>
              <a:ext uri="{FF2B5EF4-FFF2-40B4-BE49-F238E27FC236}">
                <a16:creationId xmlns:a16="http://schemas.microsoft.com/office/drawing/2014/main" id="{1B846642-38E7-4B7C-8CC9-5078927A73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6347" y="1219200"/>
            <a:ext cx="4421956" cy="4636486"/>
          </a:xfrm>
          <a:prstGeom prst="rect">
            <a:avLst/>
          </a:prstGeom>
        </p:spPr>
      </p:pic>
      <p:pic>
        <p:nvPicPr>
          <p:cNvPr id="11" name="Picture 10" descr="A picture containing logo&#10;&#10;Description automatically generated">
            <a:extLst>
              <a:ext uri="{FF2B5EF4-FFF2-40B4-BE49-F238E27FC236}">
                <a16:creationId xmlns:a16="http://schemas.microsoft.com/office/drawing/2014/main" id="{3F807DC1-5E92-48B7-AE3B-575BD1F2F60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0600" y="1389881"/>
            <a:ext cx="2514618" cy="276227"/>
          </a:xfrm>
          <a:prstGeom prst="rect">
            <a:avLst/>
          </a:prstGeom>
        </p:spPr>
      </p:pic>
    </p:spTree>
    <p:extLst>
      <p:ext uri="{BB962C8B-B14F-4D97-AF65-F5344CB8AC3E}">
        <p14:creationId xmlns:p14="http://schemas.microsoft.com/office/powerpoint/2010/main" val="13365049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lang="en-US" b="1"/>
              <a:t>Các chuẩn trích dẫn</a:t>
            </a:r>
            <a:endParaRPr kumimoji="1" lang="en-US"/>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21</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pic>
        <p:nvPicPr>
          <p:cNvPr id="11" name="Picture 10" descr="A picture containing logo&#10;&#10;Description automatically generated">
            <a:extLst>
              <a:ext uri="{FF2B5EF4-FFF2-40B4-BE49-F238E27FC236}">
                <a16:creationId xmlns:a16="http://schemas.microsoft.com/office/drawing/2014/main" id="{3F807DC1-5E92-48B7-AE3B-575BD1F2F6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1389881"/>
            <a:ext cx="2514618" cy="276227"/>
          </a:xfrm>
          <a:prstGeom prst="rect">
            <a:avLst/>
          </a:prstGeom>
        </p:spPr>
      </p:pic>
      <p:pic>
        <p:nvPicPr>
          <p:cNvPr id="3" name="Picture 2" descr="Table&#10;&#10;Description automatically generated">
            <a:extLst>
              <a:ext uri="{FF2B5EF4-FFF2-40B4-BE49-F238E27FC236}">
                <a16:creationId xmlns:a16="http://schemas.microsoft.com/office/drawing/2014/main" id="{F8DB3C7C-F826-4CD8-8BEC-1C79259806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90124" y="2094326"/>
            <a:ext cx="6619028" cy="3345665"/>
          </a:xfrm>
          <a:prstGeom prst="rect">
            <a:avLst/>
          </a:prstGeom>
        </p:spPr>
      </p:pic>
    </p:spTree>
    <p:extLst>
      <p:ext uri="{BB962C8B-B14F-4D97-AF65-F5344CB8AC3E}">
        <p14:creationId xmlns:p14="http://schemas.microsoft.com/office/powerpoint/2010/main" val="14115317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lang="en-US" b="1"/>
              <a:t>Các chuẩn trích dẫn</a:t>
            </a:r>
            <a:endParaRPr kumimoji="1" lang="en-US"/>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22</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pic>
        <p:nvPicPr>
          <p:cNvPr id="3" name="Picture 2" descr="Logo&#10;&#10;Description automatically generated">
            <a:extLst>
              <a:ext uri="{FF2B5EF4-FFF2-40B4-BE49-F238E27FC236}">
                <a16:creationId xmlns:a16="http://schemas.microsoft.com/office/drawing/2014/main" id="{1205FB17-C513-47F9-AD72-210CC9A8DA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0" y="1447800"/>
            <a:ext cx="2252132" cy="457200"/>
          </a:xfrm>
          <a:prstGeom prst="rect">
            <a:avLst/>
          </a:prstGeom>
        </p:spPr>
      </p:pic>
      <p:pic>
        <p:nvPicPr>
          <p:cNvPr id="8" name="Picture 7" descr="Table&#10;&#10;Description automatically generated">
            <a:extLst>
              <a:ext uri="{FF2B5EF4-FFF2-40B4-BE49-F238E27FC236}">
                <a16:creationId xmlns:a16="http://schemas.microsoft.com/office/drawing/2014/main" id="{AA25061B-D763-499E-821B-0EDEA800F4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8466" y="1981200"/>
            <a:ext cx="7061804" cy="4114800"/>
          </a:xfrm>
          <a:prstGeom prst="rect">
            <a:avLst/>
          </a:prstGeom>
        </p:spPr>
      </p:pic>
    </p:spTree>
    <p:extLst>
      <p:ext uri="{BB962C8B-B14F-4D97-AF65-F5344CB8AC3E}">
        <p14:creationId xmlns:p14="http://schemas.microsoft.com/office/powerpoint/2010/main" val="32182192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wrap="square" anchor="ctr">
            <a:normAutofit/>
          </a:bodyPr>
          <a:lstStyle/>
          <a:p>
            <a:r>
              <a:rPr lang="en-US" b="1"/>
              <a:t>Lưu ý:</a:t>
            </a:r>
            <a:endParaRPr kumimoji="1" lang="en-US"/>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p:spPr>
        <p:txBody>
          <a:bodyPr wrap="square" anchor="t">
            <a:normAutofit/>
          </a:bodyPr>
          <a:lstStyle/>
          <a:p>
            <a:pPr>
              <a:spcAft>
                <a:spcPts val="600"/>
              </a:spcAft>
            </a:pPr>
            <a:fld id="{800C8475-47C1-49C9-BEE5-594F8CF4D71F}" type="slidenum">
              <a:rPr kumimoji="1" lang="ja-JP" altLang="en-US" smtClean="0"/>
              <a:pPr>
                <a:spcAft>
                  <a:spcPts val="600"/>
                </a:spcAft>
              </a:pPr>
              <a:t>23</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8" name="TextBox 7">
            <a:extLst>
              <a:ext uri="{FF2B5EF4-FFF2-40B4-BE49-F238E27FC236}">
                <a16:creationId xmlns:a16="http://schemas.microsoft.com/office/drawing/2014/main" id="{E0B15163-D7D5-4C3C-A340-15EF21F3CF69}"/>
              </a:ext>
            </a:extLst>
          </p:cNvPr>
          <p:cNvSpPr txBox="1"/>
          <p:nvPr/>
        </p:nvSpPr>
        <p:spPr>
          <a:xfrm>
            <a:off x="685800" y="1447800"/>
            <a:ext cx="7354887" cy="830997"/>
          </a:xfrm>
          <a:prstGeom prst="rect">
            <a:avLst/>
          </a:prstGeom>
          <a:noFill/>
        </p:spPr>
        <p:txBody>
          <a:bodyPr wrap="square">
            <a:spAutoFit/>
          </a:bodyPr>
          <a:lstStyle/>
          <a:p>
            <a:r>
              <a:rPr lang="en-US" sz="2400" b="1"/>
              <a:t>Nguồn tham khảo:</a:t>
            </a:r>
            <a:r>
              <a:rPr lang="en-US" sz="2400"/>
              <a:t> https://pitt.libguides.com/c.php?g=12108&amp;p=64729</a:t>
            </a:r>
          </a:p>
        </p:txBody>
      </p:sp>
      <p:sp>
        <p:nvSpPr>
          <p:cNvPr id="10" name="TextBox 9">
            <a:extLst>
              <a:ext uri="{FF2B5EF4-FFF2-40B4-BE49-F238E27FC236}">
                <a16:creationId xmlns:a16="http://schemas.microsoft.com/office/drawing/2014/main" id="{F408A46D-1523-4C7F-9D89-94AC30EE9B1E}"/>
              </a:ext>
            </a:extLst>
          </p:cNvPr>
          <p:cNvSpPr txBox="1"/>
          <p:nvPr/>
        </p:nvSpPr>
        <p:spPr>
          <a:xfrm>
            <a:off x="661293" y="2433062"/>
            <a:ext cx="7354887" cy="2241960"/>
          </a:xfrm>
          <a:prstGeom prst="rect">
            <a:avLst/>
          </a:prstGeom>
          <a:noFill/>
        </p:spPr>
        <p:txBody>
          <a:bodyPr wrap="square">
            <a:spAutoFit/>
          </a:bodyPr>
          <a:lstStyle/>
          <a:p>
            <a:pPr>
              <a:lnSpc>
                <a:spcPct val="150000"/>
              </a:lnSpc>
            </a:pPr>
            <a:r>
              <a:rPr lang="en-US" sz="2400" b="1"/>
              <a:t>Khi nào cân trích dẫn?</a:t>
            </a:r>
          </a:p>
          <a:p>
            <a:pPr marL="342900" indent="-342900">
              <a:lnSpc>
                <a:spcPct val="150000"/>
              </a:lnSpc>
              <a:buFont typeface="Wingdings" panose="05000000000000000000" pitchFamily="2" charset="2"/>
              <a:buChar char="q"/>
            </a:pPr>
            <a:r>
              <a:rPr lang="en-US" sz="2400"/>
              <a:t>Sử dụng kết quả của công trình nghiên cứu khác</a:t>
            </a:r>
          </a:p>
          <a:p>
            <a:pPr marL="342900" indent="-342900">
              <a:lnSpc>
                <a:spcPct val="150000"/>
              </a:lnSpc>
              <a:buFont typeface="Wingdings" panose="05000000000000000000" pitchFamily="2" charset="2"/>
              <a:buChar char="q"/>
            </a:pPr>
            <a:r>
              <a:rPr lang="en-US" sz="2400"/>
              <a:t>Khẳng định tính khách quan</a:t>
            </a:r>
          </a:p>
          <a:p>
            <a:pPr marL="342900" indent="-342900">
              <a:lnSpc>
                <a:spcPct val="150000"/>
              </a:lnSpc>
              <a:buFont typeface="Wingdings" panose="05000000000000000000" pitchFamily="2" charset="2"/>
              <a:buChar char="q"/>
            </a:pPr>
            <a:r>
              <a:rPr lang="en-US" sz="2400"/>
              <a:t>Minh chứng</a:t>
            </a:r>
          </a:p>
        </p:txBody>
      </p:sp>
    </p:spTree>
    <p:extLst>
      <p:ext uri="{BB962C8B-B14F-4D97-AF65-F5344CB8AC3E}">
        <p14:creationId xmlns:p14="http://schemas.microsoft.com/office/powerpoint/2010/main" val="470579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xEl>
                                              <p:pRg st="0" end="0"/>
                                            </p:txEl>
                                          </p:spTgt>
                                        </p:tgtEl>
                                        <p:attrNameLst>
                                          <p:attrName>style.visibility</p:attrName>
                                        </p:attrNameLst>
                                      </p:cBhvr>
                                      <p:to>
                                        <p:strVal val="visible"/>
                                      </p:to>
                                    </p:set>
                                    <p:animEffect transition="in" filter="fade">
                                      <p:cBhvr>
                                        <p:cTn id="14" dur="1000"/>
                                        <p:tgtEl>
                                          <p:spTgt spid="10">
                                            <p:txEl>
                                              <p:pRg st="0" end="0"/>
                                            </p:txEl>
                                          </p:spTgt>
                                        </p:tgtEl>
                                      </p:cBhvr>
                                    </p:animEffect>
                                    <p:anim calcmode="lin" valueType="num">
                                      <p:cBhvr>
                                        <p:cTn id="15"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
                                            <p:txEl>
                                              <p:pRg st="1" end="1"/>
                                            </p:txEl>
                                          </p:spTgt>
                                        </p:tgtEl>
                                        <p:attrNameLst>
                                          <p:attrName>style.visibility</p:attrName>
                                        </p:attrNameLst>
                                      </p:cBhvr>
                                      <p:to>
                                        <p:strVal val="visible"/>
                                      </p:to>
                                    </p:set>
                                    <p:animEffect transition="in" filter="fade">
                                      <p:cBhvr>
                                        <p:cTn id="21" dur="1000"/>
                                        <p:tgtEl>
                                          <p:spTgt spid="10">
                                            <p:txEl>
                                              <p:pRg st="1" end="1"/>
                                            </p:txEl>
                                          </p:spTgt>
                                        </p:tgtEl>
                                      </p:cBhvr>
                                    </p:animEffect>
                                    <p:anim calcmode="lin" valueType="num">
                                      <p:cBhvr>
                                        <p:cTn id="22"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0">
                                            <p:txEl>
                                              <p:pRg st="2" end="2"/>
                                            </p:txEl>
                                          </p:spTgt>
                                        </p:tgtEl>
                                        <p:attrNameLst>
                                          <p:attrName>style.visibility</p:attrName>
                                        </p:attrNameLst>
                                      </p:cBhvr>
                                      <p:to>
                                        <p:strVal val="visible"/>
                                      </p:to>
                                    </p:set>
                                    <p:animEffect transition="in" filter="fade">
                                      <p:cBhvr>
                                        <p:cTn id="28" dur="1000"/>
                                        <p:tgtEl>
                                          <p:spTgt spid="10">
                                            <p:txEl>
                                              <p:pRg st="2" end="2"/>
                                            </p:txEl>
                                          </p:spTgt>
                                        </p:tgtEl>
                                      </p:cBhvr>
                                    </p:animEffect>
                                    <p:anim calcmode="lin" valueType="num">
                                      <p:cBhvr>
                                        <p:cTn id="29"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0">
                                            <p:txEl>
                                              <p:pRg st="3" end="3"/>
                                            </p:txEl>
                                          </p:spTgt>
                                        </p:tgtEl>
                                        <p:attrNameLst>
                                          <p:attrName>style.visibility</p:attrName>
                                        </p:attrNameLst>
                                      </p:cBhvr>
                                      <p:to>
                                        <p:strVal val="visible"/>
                                      </p:to>
                                    </p:set>
                                    <p:animEffect transition="in" filter="fade">
                                      <p:cBhvr>
                                        <p:cTn id="35" dur="1000"/>
                                        <p:tgtEl>
                                          <p:spTgt spid="10">
                                            <p:txEl>
                                              <p:pRg st="3" end="3"/>
                                            </p:txEl>
                                          </p:spTgt>
                                        </p:tgtEl>
                                      </p:cBhvr>
                                    </p:animEffect>
                                    <p:anim calcmode="lin" valueType="num">
                                      <p:cBhvr>
                                        <p:cTn id="36"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kumimoji="1" lang="en-US"/>
              <a:t>Nội dung</a:t>
            </a:r>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24</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6" name="TextBox 5">
            <a:extLst>
              <a:ext uri="{FF2B5EF4-FFF2-40B4-BE49-F238E27FC236}">
                <a16:creationId xmlns:a16="http://schemas.microsoft.com/office/drawing/2014/main" id="{8030EF7F-B37B-46B6-8B81-FD1F794723A6}"/>
              </a:ext>
            </a:extLst>
          </p:cNvPr>
          <p:cNvSpPr txBox="1"/>
          <p:nvPr/>
        </p:nvSpPr>
        <p:spPr>
          <a:xfrm>
            <a:off x="738409" y="1752600"/>
            <a:ext cx="6571030" cy="2185214"/>
          </a:xfrm>
          <a:prstGeom prst="rect">
            <a:avLst/>
          </a:prstGeom>
          <a:noFill/>
        </p:spPr>
        <p:txBody>
          <a:bodyPr wrap="none" rtlCol="0">
            <a:spAutoFit/>
          </a:bodyPr>
          <a:lstStyle/>
          <a:p>
            <a:pPr marL="457200" indent="-457200">
              <a:spcBef>
                <a:spcPts val="1200"/>
              </a:spcBef>
              <a:spcAft>
                <a:spcPts val="1200"/>
              </a:spcAft>
              <a:buFont typeface="Wingdings" panose="05000000000000000000" pitchFamily="2" charset="2"/>
              <a:buChar char="q"/>
            </a:pPr>
            <a:r>
              <a:rPr lang="en-US" sz="3200"/>
              <a:t>Sở hữu trí tuệ</a:t>
            </a:r>
          </a:p>
          <a:p>
            <a:pPr marL="457200" indent="-457200">
              <a:spcBef>
                <a:spcPts val="1200"/>
              </a:spcBef>
              <a:spcAft>
                <a:spcPts val="1200"/>
              </a:spcAft>
              <a:buFont typeface="Wingdings" panose="05000000000000000000" pitchFamily="2" charset="2"/>
              <a:buChar char="q"/>
            </a:pPr>
            <a:r>
              <a:rPr lang="en-US" sz="3200"/>
              <a:t>Trích dẫn nghiên cứu khoa học</a:t>
            </a:r>
          </a:p>
          <a:p>
            <a:pPr marL="457200" indent="-457200">
              <a:spcBef>
                <a:spcPts val="1200"/>
              </a:spcBef>
              <a:spcAft>
                <a:spcPts val="1200"/>
              </a:spcAft>
              <a:buFont typeface="Wingdings" panose="05000000000000000000" pitchFamily="2" charset="2"/>
              <a:buChar char="q"/>
            </a:pPr>
            <a:r>
              <a:rPr lang="en-US" sz="3200" b="1">
                <a:solidFill>
                  <a:srgbClr val="FF9933"/>
                </a:solidFill>
              </a:rPr>
              <a:t>Tác phong và thái độ nghề nghiệp</a:t>
            </a:r>
          </a:p>
        </p:txBody>
      </p:sp>
    </p:spTree>
    <p:extLst>
      <p:ext uri="{BB962C8B-B14F-4D97-AF65-F5344CB8AC3E}">
        <p14:creationId xmlns:p14="http://schemas.microsoft.com/office/powerpoint/2010/main" val="25170313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D029A7D1-7AA0-4E29-8A04-79138B2FBE65}"/>
              </a:ext>
            </a:extLst>
          </p:cNvPr>
          <p:cNvSpPr>
            <a:spLocks noGrp="1"/>
          </p:cNvSpPr>
          <p:nvPr>
            <p:ph type="title"/>
          </p:nvPr>
        </p:nvSpPr>
        <p:spPr>
          <a:xfrm>
            <a:off x="1331913" y="287338"/>
            <a:ext cx="7354887" cy="693390"/>
          </a:xfrm>
        </p:spPr>
        <p:txBody>
          <a:bodyPr/>
          <a:lstStyle/>
          <a:p>
            <a:r>
              <a:rPr lang="en-US" b="1">
                <a:solidFill>
                  <a:srgbClr val="0070C0"/>
                </a:solidFill>
              </a:rPr>
              <a:t>Tác phong nghề nghiệp</a:t>
            </a:r>
            <a:endParaRPr kumimoji="1" lang="en-US"/>
          </a:p>
        </p:txBody>
      </p:sp>
      <p:sp>
        <p:nvSpPr>
          <p:cNvPr id="4" name="Date Placeholder 3">
            <a:extLst>
              <a:ext uri="{FF2B5EF4-FFF2-40B4-BE49-F238E27FC236}">
                <a16:creationId xmlns:a16="http://schemas.microsoft.com/office/drawing/2014/main" id="{E4954D5F-BECC-4828-B494-FFADF13EB5CD}"/>
              </a:ext>
            </a:extLst>
          </p:cNvPr>
          <p:cNvSpPr>
            <a:spLocks noGrp="1"/>
          </p:cNvSpPr>
          <p:nvPr>
            <p:ph type="dt" sz="half" idx="10"/>
          </p:nvPr>
        </p:nvSpPr>
        <p:spPr bwMode="auto">
          <a:xfrm>
            <a:off x="251520" y="6525344"/>
            <a:ext cx="2133600" cy="288206"/>
          </a:xfrm>
          <a:prstGeom prst="rect">
            <a:avLst/>
          </a:prstGeom>
          <a:noFill/>
          <a:ln w="9525">
            <a:noFill/>
            <a:miter lim="800000"/>
            <a:headEnd/>
            <a:tailEnd/>
          </a:ln>
          <a:effectLst/>
        </p:spPr>
        <p:txBody>
          <a:bodyPr wrap="square" anchor="t">
            <a:normAutofit/>
          </a:bodyPr>
          <a:lstStyle/>
          <a:p>
            <a:pPr>
              <a:spcAft>
                <a:spcPts val="600"/>
              </a:spcAft>
            </a:pPr>
            <a:fld id="{BA136E8E-48A6-4CCA-8C49-35959C36CF6D}" type="datetime1">
              <a:rPr kumimoji="1" lang="en-US" altLang="ja-JP" smtClean="0"/>
              <a:pPr>
                <a:spcAft>
                  <a:spcPts val="600"/>
                </a:spcAft>
              </a:pPr>
              <a:t>11/1/2022</a:t>
            </a:fld>
            <a:endParaRPr kumimoji="1" lang="ja-JP" altLang="en-US"/>
          </a:p>
        </p:txBody>
      </p:sp>
      <p:sp>
        <p:nvSpPr>
          <p:cNvPr id="5" name="Slide Number Placeholder 4">
            <a:extLst>
              <a:ext uri="{FF2B5EF4-FFF2-40B4-BE49-F238E27FC236}">
                <a16:creationId xmlns:a16="http://schemas.microsoft.com/office/drawing/2014/main" id="{1042924C-8624-405A-9007-FCFE2D620348}"/>
              </a:ext>
            </a:extLst>
          </p:cNvPr>
          <p:cNvSpPr>
            <a:spLocks noGrp="1"/>
          </p:cNvSpPr>
          <p:nvPr>
            <p:ph type="sldNum" sz="quarter" idx="12"/>
          </p:nvPr>
        </p:nvSpPr>
        <p:spPr bwMode="auto">
          <a:xfrm>
            <a:off x="7139880" y="6524625"/>
            <a:ext cx="1752600" cy="288925"/>
          </a:xfrm>
          <a:prstGeom prst="rect">
            <a:avLst/>
          </a:prstGeom>
          <a:noFill/>
          <a:ln w="9525">
            <a:noFill/>
            <a:miter lim="800000"/>
            <a:headEnd/>
            <a:tailEnd/>
          </a:ln>
          <a:effectLst/>
        </p:spPr>
        <p:txBody>
          <a:bodyPr wrap="square" anchor="t">
            <a:normAutofit/>
          </a:bodyPr>
          <a:lstStyle/>
          <a:p>
            <a:pPr>
              <a:spcAft>
                <a:spcPts val="600"/>
              </a:spcAft>
            </a:pPr>
            <a:fld id="{800C8475-47C1-49C9-BEE5-594F8CF4D71F}" type="slidenum">
              <a:rPr kumimoji="1" lang="ja-JP" altLang="en-US" smtClean="0"/>
              <a:pPr>
                <a:spcAft>
                  <a:spcPts val="600"/>
                </a:spcAft>
              </a:pPr>
              <a:t>25</a:t>
            </a:fld>
            <a:endParaRPr kumimoji="1" lang="ja-JP" altLang="en-US"/>
          </a:p>
        </p:txBody>
      </p:sp>
      <p:sp>
        <p:nvSpPr>
          <p:cNvPr id="7" name="Footer Placeholder 6">
            <a:extLst>
              <a:ext uri="{FF2B5EF4-FFF2-40B4-BE49-F238E27FC236}">
                <a16:creationId xmlns:a16="http://schemas.microsoft.com/office/drawing/2014/main" id="{C017288B-7B56-41C5-B8D7-781697A7E9A9}"/>
              </a:ext>
            </a:extLst>
          </p:cNvPr>
          <p:cNvSpPr>
            <a:spLocks noGrp="1"/>
          </p:cNvSpPr>
          <p:nvPr>
            <p:ph type="ftr" sz="quarter" idx="11"/>
          </p:nvPr>
        </p:nvSpPr>
        <p:spPr bwMode="auto">
          <a:xfrm>
            <a:off x="1762101" y="6524625"/>
            <a:ext cx="5618212" cy="288925"/>
          </a:xfrm>
          <a:prstGeom prst="rect">
            <a:avLst/>
          </a:prstGeom>
          <a:noFill/>
          <a:ln w="9525">
            <a:noFill/>
            <a:miter lim="800000"/>
            <a:headEnd/>
            <a:tailEnd/>
          </a:ln>
          <a:effectLst/>
        </p:spPr>
        <p:txBody>
          <a:bodyPr wrap="square" anchor="t">
            <a:normAutofit/>
          </a:bodyPr>
          <a:lstStyle/>
          <a:p>
            <a:pPr>
              <a:spcAft>
                <a:spcPts val="600"/>
              </a:spcAft>
            </a:pPr>
            <a:r>
              <a:rPr kumimoji="1" lang="en-US" altLang="ja-JP"/>
              <a:t>Copyrights 2020 CE-UIT . All Rights Reserved.</a:t>
            </a:r>
            <a:endParaRPr kumimoji="1" lang="ja-JP" altLang="en-US"/>
          </a:p>
        </p:txBody>
      </p:sp>
      <p:sp>
        <p:nvSpPr>
          <p:cNvPr id="6" name="TextBox 5">
            <a:extLst>
              <a:ext uri="{FF2B5EF4-FFF2-40B4-BE49-F238E27FC236}">
                <a16:creationId xmlns:a16="http://schemas.microsoft.com/office/drawing/2014/main" id="{EFEB00DA-732B-4BD6-A963-B1C2EEEF95FA}"/>
              </a:ext>
            </a:extLst>
          </p:cNvPr>
          <p:cNvSpPr txBox="1"/>
          <p:nvPr/>
        </p:nvSpPr>
        <p:spPr>
          <a:xfrm>
            <a:off x="1905000" y="1524000"/>
            <a:ext cx="4495799" cy="3411511"/>
          </a:xfrm>
          <a:prstGeom prst="rect">
            <a:avLst/>
          </a:prstGeom>
          <a:noFill/>
        </p:spPr>
        <p:txBody>
          <a:bodyPr wrap="square">
            <a:spAutoFit/>
          </a:bodyPr>
          <a:lstStyle/>
          <a:p>
            <a:pPr marL="342900" indent="-342900">
              <a:lnSpc>
                <a:spcPct val="150000"/>
              </a:lnSpc>
              <a:spcBef>
                <a:spcPts val="600"/>
              </a:spcBef>
              <a:spcAft>
                <a:spcPts val="600"/>
              </a:spcAft>
              <a:buFont typeface="Wingdings" panose="05000000000000000000" pitchFamily="2" charset="2"/>
              <a:buChar char="Ø"/>
            </a:pPr>
            <a:r>
              <a:rPr lang="en-US" sz="2400" b="1"/>
              <a:t>Thời gian</a:t>
            </a:r>
          </a:p>
          <a:p>
            <a:pPr marL="342900" indent="-342900">
              <a:lnSpc>
                <a:spcPct val="150000"/>
              </a:lnSpc>
              <a:spcBef>
                <a:spcPts val="600"/>
              </a:spcBef>
              <a:spcAft>
                <a:spcPts val="600"/>
              </a:spcAft>
              <a:buFont typeface="Wingdings" panose="05000000000000000000" pitchFamily="2" charset="2"/>
              <a:buChar char="Ø"/>
            </a:pPr>
            <a:r>
              <a:rPr lang="en-US" sz="2400" b="1"/>
              <a:t>Trách nhiệm</a:t>
            </a:r>
          </a:p>
          <a:p>
            <a:pPr marL="342900" indent="-342900">
              <a:lnSpc>
                <a:spcPct val="150000"/>
              </a:lnSpc>
              <a:spcBef>
                <a:spcPts val="600"/>
              </a:spcBef>
              <a:spcAft>
                <a:spcPts val="600"/>
              </a:spcAft>
              <a:buFont typeface="Wingdings" panose="05000000000000000000" pitchFamily="2" charset="2"/>
              <a:buChar char="Ø"/>
            </a:pPr>
            <a:r>
              <a:rPr lang="en-US" sz="2400" b="1"/>
              <a:t>Mục tiêu</a:t>
            </a:r>
          </a:p>
          <a:p>
            <a:pPr marL="342900" indent="-342900">
              <a:lnSpc>
                <a:spcPct val="150000"/>
              </a:lnSpc>
              <a:spcBef>
                <a:spcPts val="600"/>
              </a:spcBef>
              <a:spcAft>
                <a:spcPts val="600"/>
              </a:spcAft>
              <a:buFont typeface="Wingdings" panose="05000000000000000000" pitchFamily="2" charset="2"/>
              <a:buChar char="Ø"/>
            </a:pPr>
            <a:r>
              <a:rPr lang="en-US" sz="2400" b="1"/>
              <a:t>Giao tiếp</a:t>
            </a:r>
          </a:p>
          <a:p>
            <a:pPr marL="342900" indent="-342900">
              <a:lnSpc>
                <a:spcPct val="150000"/>
              </a:lnSpc>
              <a:spcBef>
                <a:spcPts val="600"/>
              </a:spcBef>
              <a:spcAft>
                <a:spcPts val="600"/>
              </a:spcAft>
              <a:buFont typeface="Wingdings" panose="05000000000000000000" pitchFamily="2" charset="2"/>
              <a:buChar char="Ø"/>
            </a:pPr>
            <a:r>
              <a:rPr lang="en-US" sz="2400" b="1"/>
              <a:t>Quyền lợi và Nghĩa vụ</a:t>
            </a:r>
          </a:p>
        </p:txBody>
      </p:sp>
    </p:spTree>
    <p:extLst>
      <p:ext uri="{BB962C8B-B14F-4D97-AF65-F5344CB8AC3E}">
        <p14:creationId xmlns:p14="http://schemas.microsoft.com/office/powerpoint/2010/main" val="1285464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1000"/>
                                        <p:tgtEl>
                                          <p:spTgt spid="6">
                                            <p:txEl>
                                              <p:pRg st="0" end="0"/>
                                            </p:txEl>
                                          </p:spTgt>
                                        </p:tgtEl>
                                      </p:cBhvr>
                                    </p:animEffect>
                                    <p:anim calcmode="lin" valueType="num">
                                      <p:cBhvr>
                                        <p:cTn id="8"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xEl>
                                              <p:pRg st="1" end="1"/>
                                            </p:txEl>
                                          </p:spTgt>
                                        </p:tgtEl>
                                        <p:attrNameLst>
                                          <p:attrName>style.visibility</p:attrName>
                                        </p:attrNameLst>
                                      </p:cBhvr>
                                      <p:to>
                                        <p:strVal val="visible"/>
                                      </p:to>
                                    </p:set>
                                    <p:animEffect transition="in" filter="fade">
                                      <p:cBhvr>
                                        <p:cTn id="14" dur="1000"/>
                                        <p:tgtEl>
                                          <p:spTgt spid="6">
                                            <p:txEl>
                                              <p:pRg st="1" end="1"/>
                                            </p:txEl>
                                          </p:spTgt>
                                        </p:tgtEl>
                                      </p:cBhvr>
                                    </p:animEffect>
                                    <p:anim calcmode="lin" valueType="num">
                                      <p:cBhvr>
                                        <p:cTn id="15"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6">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6">
                                            <p:txEl>
                                              <p:pRg st="2" end="2"/>
                                            </p:txEl>
                                          </p:spTgt>
                                        </p:tgtEl>
                                        <p:attrNameLst>
                                          <p:attrName>style.visibility</p:attrName>
                                        </p:attrNameLst>
                                      </p:cBhvr>
                                      <p:to>
                                        <p:strVal val="visible"/>
                                      </p:to>
                                    </p:set>
                                    <p:animEffect transition="in" filter="fade">
                                      <p:cBhvr>
                                        <p:cTn id="21" dur="1000"/>
                                        <p:tgtEl>
                                          <p:spTgt spid="6">
                                            <p:txEl>
                                              <p:pRg st="2" end="2"/>
                                            </p:txEl>
                                          </p:spTgt>
                                        </p:tgtEl>
                                      </p:cBhvr>
                                    </p:animEffect>
                                    <p:anim calcmode="lin" valueType="num">
                                      <p:cBhvr>
                                        <p:cTn id="22"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fade">
                                      <p:cBhvr>
                                        <p:cTn id="28" dur="1000"/>
                                        <p:tgtEl>
                                          <p:spTgt spid="6">
                                            <p:txEl>
                                              <p:pRg st="3" end="3"/>
                                            </p:txEl>
                                          </p:spTgt>
                                        </p:tgtEl>
                                      </p:cBhvr>
                                    </p:animEffect>
                                    <p:anim calcmode="lin" valueType="num">
                                      <p:cBhvr>
                                        <p:cTn id="29"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6">
                                            <p:txEl>
                                              <p:pRg st="4" end="4"/>
                                            </p:txEl>
                                          </p:spTgt>
                                        </p:tgtEl>
                                        <p:attrNameLst>
                                          <p:attrName>style.visibility</p:attrName>
                                        </p:attrNameLst>
                                      </p:cBhvr>
                                      <p:to>
                                        <p:strVal val="visible"/>
                                      </p:to>
                                    </p:set>
                                    <p:animEffect transition="in" filter="fade">
                                      <p:cBhvr>
                                        <p:cTn id="35" dur="1000"/>
                                        <p:tgtEl>
                                          <p:spTgt spid="6">
                                            <p:txEl>
                                              <p:pRg st="4" end="4"/>
                                            </p:txEl>
                                          </p:spTgt>
                                        </p:tgtEl>
                                      </p:cBhvr>
                                    </p:animEffect>
                                    <p:anim calcmode="lin" valueType="num">
                                      <p:cBhvr>
                                        <p:cTn id="36" dur="1000" fill="hold"/>
                                        <p:tgtEl>
                                          <p:spTgt spid="6">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6">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3CD2BD6-47AE-4789-A046-D13652A3AD80}"/>
              </a:ext>
            </a:extLst>
          </p:cNvPr>
          <p:cNvSpPr>
            <a:spLocks noGrp="1"/>
          </p:cNvSpPr>
          <p:nvPr>
            <p:ph type="title"/>
          </p:nvPr>
        </p:nvSpPr>
        <p:spPr>
          <a:xfrm>
            <a:off x="1828800" y="339806"/>
            <a:ext cx="5788851" cy="738664"/>
          </a:xfrm>
        </p:spPr>
        <p:txBody>
          <a:bodyPr/>
          <a:lstStyle/>
          <a:p>
            <a:pPr algn="ctr"/>
            <a:r>
              <a:rPr lang="en-US" b="1">
                <a:latin typeface="+mj-lt"/>
              </a:rPr>
              <a:t>Thái độ nghề nghiệp</a:t>
            </a:r>
          </a:p>
        </p:txBody>
      </p:sp>
      <p:sp>
        <p:nvSpPr>
          <p:cNvPr id="4" name="Rectangle 3">
            <a:extLst>
              <a:ext uri="{FF2B5EF4-FFF2-40B4-BE49-F238E27FC236}">
                <a16:creationId xmlns:a16="http://schemas.microsoft.com/office/drawing/2014/main" id="{2752E65B-17EA-47C6-B217-37F78E7AC122}"/>
              </a:ext>
            </a:extLst>
          </p:cNvPr>
          <p:cNvSpPr/>
          <p:nvPr/>
        </p:nvSpPr>
        <p:spPr>
          <a:xfrm>
            <a:off x="1376226" y="2706642"/>
            <a:ext cx="2839687" cy="830997"/>
          </a:xfrm>
          <a:prstGeom prst="rect">
            <a:avLst/>
          </a:prstGeom>
          <a:noFill/>
        </p:spPr>
        <p:txBody>
          <a:bodyPr wrap="none" lIns="91440" tIns="45720" rIns="91440" bIns="45720">
            <a:spAutoFit/>
          </a:bodyPr>
          <a:lstStyle/>
          <a:p>
            <a:pPr algn="ctr"/>
            <a:r>
              <a:rPr lang="en-US" sz="4800" b="1" cap="none" spc="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C</a:t>
            </a:r>
            <a:r>
              <a:rPr lang="en-US" sz="4800"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o-worker</a:t>
            </a:r>
            <a:endParaRPr lang="en-US" sz="4800" b="1" cap="none" spc="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7" name="Rectangle 6">
            <a:extLst>
              <a:ext uri="{FF2B5EF4-FFF2-40B4-BE49-F238E27FC236}">
                <a16:creationId xmlns:a16="http://schemas.microsoft.com/office/drawing/2014/main" id="{8327D28A-3E11-407E-B324-0AD1960B27C0}"/>
              </a:ext>
            </a:extLst>
          </p:cNvPr>
          <p:cNvSpPr/>
          <p:nvPr/>
        </p:nvSpPr>
        <p:spPr>
          <a:xfrm>
            <a:off x="307859" y="1924347"/>
            <a:ext cx="2689774" cy="830997"/>
          </a:xfrm>
          <a:prstGeom prst="rect">
            <a:avLst/>
          </a:prstGeom>
          <a:noFill/>
        </p:spPr>
        <p:txBody>
          <a:bodyPr wrap="none" lIns="91440" tIns="45720" rIns="91440" bIns="45720">
            <a:spAutoFit/>
          </a:bodyPr>
          <a:lstStyle/>
          <a:p>
            <a:pPr algn="ctr"/>
            <a:r>
              <a:rPr lang="en-US" sz="4800" b="1" cap="none" spc="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Ourselves</a:t>
            </a:r>
          </a:p>
        </p:txBody>
      </p:sp>
      <p:sp>
        <p:nvSpPr>
          <p:cNvPr id="8" name="Rectangle 7">
            <a:extLst>
              <a:ext uri="{FF2B5EF4-FFF2-40B4-BE49-F238E27FC236}">
                <a16:creationId xmlns:a16="http://schemas.microsoft.com/office/drawing/2014/main" id="{92577705-50E4-470D-8243-F97973BD8069}"/>
              </a:ext>
            </a:extLst>
          </p:cNvPr>
          <p:cNvSpPr/>
          <p:nvPr/>
        </p:nvSpPr>
        <p:spPr>
          <a:xfrm>
            <a:off x="1143000" y="4657201"/>
            <a:ext cx="3989490" cy="830997"/>
          </a:xfrm>
          <a:prstGeom prst="rect">
            <a:avLst/>
          </a:prstGeom>
          <a:noFill/>
        </p:spPr>
        <p:txBody>
          <a:bodyPr wrap="none" lIns="91440" tIns="45720" rIns="91440" bIns="45720">
            <a:spAutoFit/>
          </a:bodyPr>
          <a:lstStyle/>
          <a:p>
            <a:pPr algn="ctr"/>
            <a:r>
              <a:rPr lang="en-US" sz="4800" b="1" cap="none" spc="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Other relatives</a:t>
            </a:r>
          </a:p>
        </p:txBody>
      </p:sp>
      <p:sp>
        <p:nvSpPr>
          <p:cNvPr id="11" name="Rectangle 10">
            <a:extLst>
              <a:ext uri="{FF2B5EF4-FFF2-40B4-BE49-F238E27FC236}">
                <a16:creationId xmlns:a16="http://schemas.microsoft.com/office/drawing/2014/main" id="{9B98C04C-7A72-4E79-BEDF-9A27119BE8A0}"/>
              </a:ext>
            </a:extLst>
          </p:cNvPr>
          <p:cNvSpPr/>
          <p:nvPr/>
        </p:nvSpPr>
        <p:spPr>
          <a:xfrm>
            <a:off x="272625" y="3601221"/>
            <a:ext cx="2108269" cy="830997"/>
          </a:xfrm>
          <a:prstGeom prst="rect">
            <a:avLst/>
          </a:prstGeom>
          <a:noFill/>
        </p:spPr>
        <p:txBody>
          <a:bodyPr wrap="none" lIns="91440" tIns="45720" rIns="91440" bIns="45720">
            <a:spAutoFit/>
          </a:bodyPr>
          <a:lstStyle/>
          <a:p>
            <a:pPr algn="ctr"/>
            <a:r>
              <a:rPr lang="en-US" sz="4800" b="1" cap="none" spc="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Our job</a:t>
            </a:r>
          </a:p>
        </p:txBody>
      </p:sp>
      <p:sp>
        <p:nvSpPr>
          <p:cNvPr id="6" name="Rectangle 5">
            <a:extLst>
              <a:ext uri="{FF2B5EF4-FFF2-40B4-BE49-F238E27FC236}">
                <a16:creationId xmlns:a16="http://schemas.microsoft.com/office/drawing/2014/main" id="{179174FB-5B99-4034-91C3-ED59F4F26586}"/>
              </a:ext>
            </a:extLst>
          </p:cNvPr>
          <p:cNvSpPr/>
          <p:nvPr/>
        </p:nvSpPr>
        <p:spPr>
          <a:xfrm>
            <a:off x="5293378" y="1549710"/>
            <a:ext cx="2437975" cy="923330"/>
          </a:xfrm>
          <a:prstGeom prst="rect">
            <a:avLst/>
          </a:prstGeom>
          <a:noFill/>
        </p:spPr>
        <p:txBody>
          <a:bodyPr wrap="none" lIns="91440" tIns="45720" rIns="91440" bIns="45720">
            <a:spAutoFit/>
          </a:bodyPr>
          <a:lstStyle/>
          <a:p>
            <a:pPr algn="ctr"/>
            <a:r>
              <a:rPr lang="en-US" sz="5400" b="1" cap="none" spc="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Respect</a:t>
            </a:r>
          </a:p>
        </p:txBody>
      </p:sp>
      <p:sp>
        <p:nvSpPr>
          <p:cNvPr id="13" name="Rectangle 12">
            <a:extLst>
              <a:ext uri="{FF2B5EF4-FFF2-40B4-BE49-F238E27FC236}">
                <a16:creationId xmlns:a16="http://schemas.microsoft.com/office/drawing/2014/main" id="{CE3BB996-3699-44A9-A1BC-A1A930409B31}"/>
              </a:ext>
            </a:extLst>
          </p:cNvPr>
          <p:cNvSpPr/>
          <p:nvPr/>
        </p:nvSpPr>
        <p:spPr>
          <a:xfrm>
            <a:off x="6324600" y="2632644"/>
            <a:ext cx="2001125" cy="923330"/>
          </a:xfrm>
          <a:prstGeom prst="rect">
            <a:avLst/>
          </a:prstGeom>
          <a:noFill/>
        </p:spPr>
        <p:txBody>
          <a:bodyPr wrap="none" lIns="91440" tIns="45720" rIns="91440" bIns="45720">
            <a:spAutoFit/>
          </a:bodyPr>
          <a:lstStyle/>
          <a:p>
            <a:pPr algn="ctr"/>
            <a:r>
              <a:rPr lang="en-US" sz="5400" b="1" cap="none" spc="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Desire</a:t>
            </a:r>
          </a:p>
        </p:txBody>
      </p:sp>
      <p:sp>
        <p:nvSpPr>
          <p:cNvPr id="14" name="Rectangle 13">
            <a:extLst>
              <a:ext uri="{FF2B5EF4-FFF2-40B4-BE49-F238E27FC236}">
                <a16:creationId xmlns:a16="http://schemas.microsoft.com/office/drawing/2014/main" id="{4C9C2F21-259B-4AF2-93E2-67CFE923ECB9}"/>
              </a:ext>
            </a:extLst>
          </p:cNvPr>
          <p:cNvSpPr/>
          <p:nvPr/>
        </p:nvSpPr>
        <p:spPr>
          <a:xfrm>
            <a:off x="5172895" y="3601221"/>
            <a:ext cx="2678940" cy="923330"/>
          </a:xfrm>
          <a:prstGeom prst="rect">
            <a:avLst/>
          </a:prstGeom>
          <a:noFill/>
        </p:spPr>
        <p:txBody>
          <a:bodyPr wrap="none" lIns="91440" tIns="45720" rIns="91440" bIns="45720">
            <a:spAutoFit/>
          </a:bodyPr>
          <a:lstStyle/>
          <a:p>
            <a:pPr algn="ctr"/>
            <a:r>
              <a:rPr lang="en-US" sz="5400" b="1" cap="none" spc="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Planning</a:t>
            </a:r>
          </a:p>
        </p:txBody>
      </p:sp>
      <p:sp>
        <p:nvSpPr>
          <p:cNvPr id="15" name="Rectangle 14">
            <a:extLst>
              <a:ext uri="{FF2B5EF4-FFF2-40B4-BE49-F238E27FC236}">
                <a16:creationId xmlns:a16="http://schemas.microsoft.com/office/drawing/2014/main" id="{1DC89E44-177F-4A48-AE96-60242702453C}"/>
              </a:ext>
            </a:extLst>
          </p:cNvPr>
          <p:cNvSpPr/>
          <p:nvPr/>
        </p:nvSpPr>
        <p:spPr>
          <a:xfrm>
            <a:off x="5791200" y="4688828"/>
            <a:ext cx="3486853" cy="1754326"/>
          </a:xfrm>
          <a:prstGeom prst="rect">
            <a:avLst/>
          </a:prstGeom>
          <a:noFill/>
        </p:spPr>
        <p:txBody>
          <a:bodyPr wrap="none" lIns="91440" tIns="45720" rIns="91440" bIns="45720">
            <a:spAutoFit/>
          </a:bodyPr>
          <a:lstStyle/>
          <a:p>
            <a:pPr algn="ctr"/>
            <a:r>
              <a:rPr lang="en-US" sz="5400" b="1" cap="none" spc="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Big Bigger</a:t>
            </a:r>
          </a:p>
          <a:p>
            <a:pPr algn="ctr"/>
            <a:r>
              <a:rPr lang="en-US" sz="5400" b="1">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High higher</a:t>
            </a:r>
            <a:endParaRPr lang="en-US" sz="5400" b="1" cap="none" spc="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2070864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randombar(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randombar(horizontal)">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arn(inVertical)">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arn(inVertical)">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barn(inVertical)">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barn(inVertical)">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1" grpId="0"/>
      <p:bldP spid="6" grpId="0"/>
      <p:bldP spid="13" grpId="0"/>
      <p:bldP spid="14" grpId="0"/>
      <p:bldP spid="1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3CD2BD6-47AE-4789-A046-D13652A3AD80}"/>
              </a:ext>
            </a:extLst>
          </p:cNvPr>
          <p:cNvSpPr>
            <a:spLocks noGrp="1"/>
          </p:cNvSpPr>
          <p:nvPr>
            <p:ph type="title"/>
          </p:nvPr>
        </p:nvSpPr>
        <p:spPr>
          <a:xfrm>
            <a:off x="1828800" y="339806"/>
            <a:ext cx="5788851" cy="738664"/>
          </a:xfrm>
        </p:spPr>
        <p:txBody>
          <a:bodyPr/>
          <a:lstStyle/>
          <a:p>
            <a:pPr algn="ctr"/>
            <a:r>
              <a:rPr lang="en-US" b="1">
                <a:latin typeface="+mj-lt"/>
              </a:rPr>
              <a:t>Thái độ nghề nghiệp</a:t>
            </a:r>
          </a:p>
        </p:txBody>
      </p:sp>
      <p:sp>
        <p:nvSpPr>
          <p:cNvPr id="7" name="Rectangle 6">
            <a:extLst>
              <a:ext uri="{FF2B5EF4-FFF2-40B4-BE49-F238E27FC236}">
                <a16:creationId xmlns:a16="http://schemas.microsoft.com/office/drawing/2014/main" id="{8327D28A-3E11-407E-B324-0AD1960B27C0}"/>
              </a:ext>
            </a:extLst>
          </p:cNvPr>
          <p:cNvSpPr/>
          <p:nvPr/>
        </p:nvSpPr>
        <p:spPr>
          <a:xfrm>
            <a:off x="2831346" y="2743200"/>
            <a:ext cx="2970685" cy="830997"/>
          </a:xfrm>
          <a:prstGeom prst="rect">
            <a:avLst/>
          </a:prstGeom>
          <a:noFill/>
        </p:spPr>
        <p:txBody>
          <a:bodyPr wrap="none" lIns="91440" tIns="45720" rIns="91440" bIns="45720">
            <a:spAutoFit/>
          </a:bodyPr>
          <a:lstStyle/>
          <a:p>
            <a:pPr algn="ctr"/>
            <a:r>
              <a:rPr lang="en-US" sz="4800" b="1" cap="none" spc="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Nhảy việc!</a:t>
            </a:r>
          </a:p>
        </p:txBody>
      </p:sp>
    </p:spTree>
    <p:extLst>
      <p:ext uri="{BB962C8B-B14F-4D97-AF65-F5344CB8AC3E}">
        <p14:creationId xmlns:p14="http://schemas.microsoft.com/office/powerpoint/2010/main" val="1338264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215665"/>
            <a:ext cx="7772400" cy="1470025"/>
          </a:xfrm>
        </p:spPr>
        <p:txBody>
          <a:bodyPr/>
          <a:lstStyle/>
          <a:p>
            <a:r>
              <a:rPr lang="en-US"/>
              <a:t>Q&amp;A</a:t>
            </a:r>
          </a:p>
        </p:txBody>
      </p:sp>
      <p:sp>
        <p:nvSpPr>
          <p:cNvPr id="4" name="Date Placeholder 3"/>
          <p:cNvSpPr>
            <a:spLocks noGrp="1"/>
          </p:cNvSpPr>
          <p:nvPr>
            <p:ph type="dt" sz="half" idx="10"/>
          </p:nvPr>
        </p:nvSpPr>
        <p:spPr/>
        <p:txBody>
          <a:bodyPr/>
          <a:lstStyle/>
          <a:p>
            <a:fld id="{6F52207E-8A09-4FC6-83E9-3D1773E47D00}" type="datetime1">
              <a:rPr kumimoji="1" lang="en-US" altLang="ja-JP" smtClean="0"/>
              <a:t>11/1/2022</a:t>
            </a:fld>
            <a:endParaRPr kumimoji="1" lang="ja-JP" altLang="en-US"/>
          </a:p>
        </p:txBody>
      </p:sp>
      <p:sp>
        <p:nvSpPr>
          <p:cNvPr id="5" name="Footer Placeholder 4"/>
          <p:cNvSpPr>
            <a:spLocks noGrp="1"/>
          </p:cNvSpPr>
          <p:nvPr>
            <p:ph type="ftr" sz="quarter" idx="11"/>
          </p:nvPr>
        </p:nvSpPr>
        <p:spPr/>
        <p:txBody>
          <a:bodyPr/>
          <a:lstStyle/>
          <a:p>
            <a:r>
              <a:rPr kumimoji="1" lang="en-US" altLang="ja-JP"/>
              <a:t>Copyrights 2020 CE-UIT. All Rights Reserved.</a:t>
            </a:r>
            <a:endParaRPr kumimoji="1" lang="ja-JP" altLang="en-US" dirty="0"/>
          </a:p>
        </p:txBody>
      </p:sp>
      <p:sp>
        <p:nvSpPr>
          <p:cNvPr id="6" name="Slide Number Placeholder 5"/>
          <p:cNvSpPr>
            <a:spLocks noGrp="1"/>
          </p:cNvSpPr>
          <p:nvPr>
            <p:ph type="sldNum" sz="quarter" idx="12"/>
          </p:nvPr>
        </p:nvSpPr>
        <p:spPr/>
        <p:txBody>
          <a:bodyPr/>
          <a:lstStyle/>
          <a:p>
            <a:fld id="{800C8475-47C1-49C9-BEE5-594F8CF4D71F}" type="slidenum">
              <a:rPr kumimoji="1" lang="ja-JP" altLang="en-US" smtClean="0"/>
              <a:pPr/>
              <a:t>28</a:t>
            </a:fld>
            <a:endParaRPr kumimoji="1" lang="ja-JP" altLang="en-US"/>
          </a:p>
        </p:txBody>
      </p:sp>
      <p:pic>
        <p:nvPicPr>
          <p:cNvPr id="4100" name="Picture 4" descr="http://data.sinhvienit.net/2013/T09/img/SinhVienIT.Net---suy-nghi.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3407" y="2685690"/>
            <a:ext cx="2895600" cy="2171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9833227"/>
      </p:ext>
    </p:extLst>
  </p:cSld>
  <p:clrMapOvr>
    <a:masterClrMapping/>
  </p:clrMapOvr>
</p:sld>
</file>

<file path=ppt/theme/theme1.xml><?xml version="1.0" encoding="utf-8"?>
<a:theme xmlns:a="http://schemas.openxmlformats.org/drawingml/2006/main" name="dsp">
  <a:themeElements>
    <a:clrScheme name="ユーザー定義 5">
      <a:dk1>
        <a:sysClr val="windowText" lastClr="000000"/>
      </a:dk1>
      <a:lt1>
        <a:sysClr val="window" lastClr="FFFFFF"/>
      </a:lt1>
      <a:dk2>
        <a:srgbClr val="5B6973"/>
      </a:dk2>
      <a:lt2>
        <a:srgbClr val="000000"/>
      </a:lt2>
      <a:accent1>
        <a:srgbClr val="5B6973"/>
      </a:accent1>
      <a:accent2>
        <a:srgbClr val="002060"/>
      </a:accent2>
      <a:accent3>
        <a:srgbClr val="DEAE00"/>
      </a:accent3>
      <a:accent4>
        <a:srgbClr val="B77BB4"/>
      </a:accent4>
      <a:accent5>
        <a:srgbClr val="E0773C"/>
      </a:accent5>
      <a:accent6>
        <a:srgbClr val="A98D63"/>
      </a:accent6>
      <a:hlink>
        <a:srgbClr val="26CBEC"/>
      </a:hlink>
      <a:folHlink>
        <a:srgbClr val="598C8C"/>
      </a:folHlink>
    </a:clrScheme>
    <a:fontScheme name="ochilab_ofdm">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1"/>
          </a:solidFill>
        </a:ln>
      </a:spPr>
      <a:bodyPr rtlCol="0" anchor="ctr"/>
      <a:lstStyle>
        <a:defPPr algn="ctr">
          <a:defRPr kumimoji="1"/>
        </a:defPPr>
      </a:lstStyle>
      <a:style>
        <a:lnRef idx="2">
          <a:schemeClr val="accent1">
            <a:shade val="50000"/>
          </a:schemeClr>
        </a:lnRef>
        <a:fillRef idx="1">
          <a:schemeClr val="accent1"/>
        </a:fillRef>
        <a:effectRef idx="0">
          <a:schemeClr val="accent1"/>
        </a:effectRef>
        <a:fontRef idx="minor">
          <a:schemeClr val="lt1"/>
        </a:fontRef>
      </a:style>
    </a:spDef>
    <a:lnDef>
      <a:spPr>
        <a:ln w="25400">
          <a:solidFill>
            <a:schemeClr val="tx1"/>
          </a:solidFill>
          <a:tailEnd type="arrow"/>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ochilab_ofd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ochilab_ofdm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ochilab_ofdm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ochilab_ofdm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ochilab_ofdm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ochilab_ofdm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ochilab_ofdm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ochilab_ofdm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ochilab_ofdm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ochilab_ofdm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ochilab_ofdm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ochilab_ofdm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Mau_BaoCao_LVTN_Trinhbay" id="{D3A5B2E4-E217-49C4-B24C-606B452C3C9B}" vid="{C6AF31C0-6432-4428-A701-01B0A15D6F6F}"/>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195</TotalTime>
  <Words>1987</Words>
  <Application>Microsoft Office PowerPoint</Application>
  <PresentationFormat>On-screen Show (4:3)</PresentationFormat>
  <Paragraphs>178</Paragraphs>
  <Slides>28</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Calibri</vt:lpstr>
      <vt:lpstr>Open Sans</vt:lpstr>
      <vt:lpstr>Times New Roman</vt:lpstr>
      <vt:lpstr>Wingdings</vt:lpstr>
      <vt:lpstr>dsp</vt:lpstr>
      <vt:lpstr>ĐẠO ĐỨC NGHỀ NGHIỆP</vt:lpstr>
      <vt:lpstr>Mục tiêu và nội dung</vt:lpstr>
      <vt:lpstr>Nội dung</vt:lpstr>
      <vt:lpstr>LUẬT SỬA ĐỔI, BỔ SUNG MỘT SỐ ĐIỀU CỦA LUẬT SỞ HỮU TRÍ TUỆ (Luật: 36/2009/QH12)</vt:lpstr>
      <vt:lpstr>LUẬT SỬA ĐỔI, BỔ SUNG MỘT SỐ ĐIỀU CỦA LUẬT SỞ HỮU TRÍ TUỆ (Luật: 36/2009/QH12)</vt:lpstr>
      <vt:lpstr>LUẬT SỬA ĐỔI, BỔ SUNG MỘT SỐ ĐIỀU CỦA LUẬT SỞ HỮU TRÍ TUỆ (Luật: 36/2009/QH12)</vt:lpstr>
      <vt:lpstr>LUẬT SỬA ĐỔI, BỔ SUNG MỘT SỐ ĐIỀU CỦA LUẬT SỞ HỮU TRÍ TUỆ (Luật: 36/2009/QH12)</vt:lpstr>
      <vt:lpstr>LUẬT SỬA ĐỔI, BỔ SUNG MỘT SỐ ĐIỀU CỦA LUẬT SỞ HỮU TRÍ TUỆ (Luật: 36/2009/QH12)</vt:lpstr>
      <vt:lpstr>LUẬT SỬA ĐỔI, BỔ SUNG MỘT SỐ ĐIỀU CỦA LUẬT SỞ HỮU TRÍ TUỆ (Luật: 36/2009/QH12)</vt:lpstr>
      <vt:lpstr>LUẬT SỬA ĐỔI, BỔ SUNG MỘT SỐ ĐIỀU CỦA LUẬT SỞ HỮU TRÍ TUỆ (Luật: 36/2009/QH12)</vt:lpstr>
      <vt:lpstr>Lưu ý</vt:lpstr>
      <vt:lpstr>Nội dung</vt:lpstr>
      <vt:lpstr>Thuật ngữ</vt:lpstr>
      <vt:lpstr>Thuật ngữ</vt:lpstr>
      <vt:lpstr>Các chuẩn trích dẫn</vt:lpstr>
      <vt:lpstr>Các chuẩn trích dẫn</vt:lpstr>
      <vt:lpstr>Các chuẩn trích dẫn</vt:lpstr>
      <vt:lpstr>Các chuẩn trích dẫn</vt:lpstr>
      <vt:lpstr>Các chuẩn trích dẫn</vt:lpstr>
      <vt:lpstr>Các chuẩn trích dẫn</vt:lpstr>
      <vt:lpstr>Các chuẩn trích dẫn</vt:lpstr>
      <vt:lpstr>Các chuẩn trích dẫn</vt:lpstr>
      <vt:lpstr>Lưu ý:</vt:lpstr>
      <vt:lpstr>Nội dung</vt:lpstr>
      <vt:lpstr>Tác phong nghề nghiệp</vt:lpstr>
      <vt:lpstr>Thái độ nghề nghiệp</vt:lpstr>
      <vt:lpstr>Thái độ nghề nghiệp</vt:lpstr>
      <vt:lpstr>Q&amp;A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ĐẠO ĐỨC NGHỀ NGHIỆP</dc:title>
  <dc:creator>Duy</dc:creator>
  <cp:lastModifiedBy>Duy Doan</cp:lastModifiedBy>
  <cp:revision>1</cp:revision>
  <dcterms:created xsi:type="dcterms:W3CDTF">2020-11-22T17:47:43Z</dcterms:created>
  <dcterms:modified xsi:type="dcterms:W3CDTF">2022-11-01T06:13:54Z</dcterms:modified>
</cp:coreProperties>
</file>