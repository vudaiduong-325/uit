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media/image52.jpg" ContentType="image/jpeg"/>
  <Override PartName="/ppt/ink/ink2.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handoutMasterIdLst>
    <p:handoutMasterId r:id="rId54"/>
  </p:handoutMasterIdLst>
  <p:sldIdLst>
    <p:sldId id="262" r:id="rId2"/>
    <p:sldId id="357" r:id="rId3"/>
    <p:sldId id="358" r:id="rId4"/>
    <p:sldId id="423" r:id="rId5"/>
    <p:sldId id="383" r:id="rId6"/>
    <p:sldId id="359" r:id="rId7"/>
    <p:sldId id="360" r:id="rId8"/>
    <p:sldId id="384" r:id="rId9"/>
    <p:sldId id="361" r:id="rId10"/>
    <p:sldId id="362" r:id="rId11"/>
    <p:sldId id="363" r:id="rId12"/>
    <p:sldId id="364" r:id="rId13"/>
    <p:sldId id="385" r:id="rId14"/>
    <p:sldId id="395" r:id="rId15"/>
    <p:sldId id="410" r:id="rId16"/>
    <p:sldId id="411" r:id="rId17"/>
    <p:sldId id="412" r:id="rId18"/>
    <p:sldId id="365" r:id="rId19"/>
    <p:sldId id="366" r:id="rId20"/>
    <p:sldId id="367" r:id="rId21"/>
    <p:sldId id="424" r:id="rId22"/>
    <p:sldId id="368" r:id="rId23"/>
    <p:sldId id="400" r:id="rId24"/>
    <p:sldId id="387" r:id="rId25"/>
    <p:sldId id="388" r:id="rId26"/>
    <p:sldId id="389" r:id="rId27"/>
    <p:sldId id="422" r:id="rId28"/>
    <p:sldId id="392" r:id="rId29"/>
    <p:sldId id="390" r:id="rId30"/>
    <p:sldId id="391" r:id="rId31"/>
    <p:sldId id="393" r:id="rId32"/>
    <p:sldId id="401" r:id="rId33"/>
    <p:sldId id="417" r:id="rId34"/>
    <p:sldId id="418" r:id="rId35"/>
    <p:sldId id="419" r:id="rId36"/>
    <p:sldId id="414" r:id="rId37"/>
    <p:sldId id="420" r:id="rId38"/>
    <p:sldId id="394" r:id="rId39"/>
    <p:sldId id="402" r:id="rId40"/>
    <p:sldId id="403" r:id="rId41"/>
    <p:sldId id="404" r:id="rId42"/>
    <p:sldId id="405" r:id="rId43"/>
    <p:sldId id="406" r:id="rId44"/>
    <p:sldId id="407" r:id="rId45"/>
    <p:sldId id="408" r:id="rId46"/>
    <p:sldId id="409" r:id="rId47"/>
    <p:sldId id="413" r:id="rId48"/>
    <p:sldId id="421" r:id="rId49"/>
    <p:sldId id="396" r:id="rId50"/>
    <p:sldId id="397" r:id="rId51"/>
    <p:sldId id="356" r:id="rId5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ương 0" id="{01E33B1B-E197-463B-A531-467BFB591BCB}">
          <p14:sldIdLst>
            <p14:sldId id="262"/>
            <p14:sldId id="357"/>
            <p14:sldId id="358"/>
            <p14:sldId id="423"/>
            <p14:sldId id="383"/>
            <p14:sldId id="359"/>
            <p14:sldId id="360"/>
            <p14:sldId id="384"/>
            <p14:sldId id="361"/>
            <p14:sldId id="362"/>
            <p14:sldId id="363"/>
            <p14:sldId id="364"/>
            <p14:sldId id="385"/>
            <p14:sldId id="395"/>
            <p14:sldId id="410"/>
            <p14:sldId id="411"/>
            <p14:sldId id="412"/>
            <p14:sldId id="365"/>
            <p14:sldId id="366"/>
            <p14:sldId id="367"/>
            <p14:sldId id="424"/>
            <p14:sldId id="368"/>
            <p14:sldId id="400"/>
            <p14:sldId id="387"/>
            <p14:sldId id="388"/>
            <p14:sldId id="389"/>
            <p14:sldId id="422"/>
            <p14:sldId id="392"/>
            <p14:sldId id="390"/>
            <p14:sldId id="391"/>
            <p14:sldId id="393"/>
            <p14:sldId id="401"/>
            <p14:sldId id="417"/>
            <p14:sldId id="418"/>
            <p14:sldId id="419"/>
            <p14:sldId id="414"/>
            <p14:sldId id="420"/>
            <p14:sldId id="394"/>
            <p14:sldId id="402"/>
            <p14:sldId id="403"/>
            <p14:sldId id="404"/>
            <p14:sldId id="405"/>
            <p14:sldId id="406"/>
            <p14:sldId id="407"/>
            <p14:sldId id="408"/>
            <p14:sldId id="409"/>
            <p14:sldId id="413"/>
            <p14:sldId id="421"/>
            <p14:sldId id="396"/>
            <p14:sldId id="397"/>
            <p14:sldId id="3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0066"/>
    <a:srgbClr val="FF99CC"/>
    <a:srgbClr val="FF99FF"/>
    <a:srgbClr val="9BD4FF"/>
    <a:srgbClr val="FF6699"/>
    <a:srgbClr val="414B53"/>
    <a:srgbClr val="FFA3A3"/>
    <a:srgbClr val="FF8B8B"/>
    <a:srgbClr val="CDE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CB1CCA-6EAB-4D71-84B7-D382481B2A67}" v="7" dt="2023-10-16T06:33:01.600"/>
    <p1510:client id="{A23E312D-73BE-4E73-8F3A-3961C0448EA9}" v="10" dt="2023-10-16T06:00:35.04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6" autoAdjust="0"/>
    <p:restoredTop sz="86377" autoAdjust="0"/>
  </p:normalViewPr>
  <p:slideViewPr>
    <p:cSldViewPr>
      <p:cViewPr varScale="1">
        <p:scale>
          <a:sx n="75" d="100"/>
          <a:sy n="75" d="100"/>
        </p:scale>
        <p:origin x="1125" y="27"/>
      </p:cViewPr>
      <p:guideLst>
        <p:guide orient="horz" pos="2160"/>
        <p:guide pos="2880"/>
      </p:guideLst>
    </p:cSldViewPr>
  </p:slideViewPr>
  <p:notesTextViewPr>
    <p:cViewPr>
      <p:scale>
        <a:sx n="1" d="1"/>
        <a:sy n="1" d="1"/>
      </p:scale>
      <p:origin x="0" y="0"/>
    </p:cViewPr>
  </p:notesTextViewPr>
  <p:notesViewPr>
    <p:cSldViewPr>
      <p:cViewPr varScale="1">
        <p:scale>
          <a:sx n="57" d="100"/>
          <a:sy n="57" d="100"/>
        </p:scale>
        <p:origin x="-2045" y="-10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y" userId="00f02d2ea35a0614" providerId="LiveId" clId="{82F26357-437E-458E-9EEF-67863EB68076}"/>
    <pc:docChg chg="custSel addSld delSld modSld sldOrd modSection">
      <pc:chgData name="Duy" userId="00f02d2ea35a0614" providerId="LiveId" clId="{82F26357-437E-458E-9EEF-67863EB68076}" dt="2021-12-10T02:25:02.677" v="396"/>
      <pc:docMkLst>
        <pc:docMk/>
      </pc:docMkLst>
      <pc:sldChg chg="modSp mod">
        <pc:chgData name="Duy" userId="00f02d2ea35a0614" providerId="LiveId" clId="{82F26357-437E-458E-9EEF-67863EB68076}" dt="2021-11-08T03:00:59.534" v="368" actId="20577"/>
        <pc:sldMkLst>
          <pc:docMk/>
          <pc:sldMk cId="0" sldId="262"/>
        </pc:sldMkLst>
        <pc:spChg chg="mod">
          <ac:chgData name="Duy" userId="00f02d2ea35a0614" providerId="LiveId" clId="{82F26357-437E-458E-9EEF-67863EB68076}" dt="2021-11-08T03:00:59.534" v="368" actId="20577"/>
          <ac:spMkLst>
            <pc:docMk/>
            <pc:sldMk cId="0" sldId="262"/>
            <ac:spMk id="2" creationId="{00000000-0000-0000-0000-000000000000}"/>
          </ac:spMkLst>
        </pc:spChg>
      </pc:sldChg>
      <pc:sldChg chg="addSp delSp mod">
        <pc:chgData name="Duy" userId="00f02d2ea35a0614" providerId="LiveId" clId="{82F26357-437E-458E-9EEF-67863EB68076}" dt="2021-12-03T00:57:17.839" v="377" actId="478"/>
        <pc:sldMkLst>
          <pc:docMk/>
          <pc:sldMk cId="32698572" sldId="357"/>
        </pc:sldMkLst>
        <pc:inkChg chg="add del">
          <ac:chgData name="Duy" userId="00f02d2ea35a0614" providerId="LiveId" clId="{82F26357-437E-458E-9EEF-67863EB68076}" dt="2021-12-03T00:57:17.839" v="377" actId="478"/>
          <ac:inkMkLst>
            <pc:docMk/>
            <pc:sldMk cId="32698572" sldId="357"/>
            <ac:inkMk id="2" creationId="{B21CC437-A5DA-45B3-81C7-7998837F564E}"/>
          </ac:inkMkLst>
        </pc:inkChg>
      </pc:sldChg>
      <pc:sldChg chg="addSp delSp mod">
        <pc:chgData name="Duy" userId="00f02d2ea35a0614" providerId="LiveId" clId="{82F26357-437E-458E-9EEF-67863EB68076}" dt="2021-12-03T01:46:44.668" v="391"/>
        <pc:sldMkLst>
          <pc:docMk/>
          <pc:sldMk cId="2219405526" sldId="360"/>
        </pc:sldMkLst>
        <pc:inkChg chg="add del">
          <ac:chgData name="Duy" userId="00f02d2ea35a0614" providerId="LiveId" clId="{82F26357-437E-458E-9EEF-67863EB68076}" dt="2021-12-03T00:57:23.515" v="378" actId="478"/>
          <ac:inkMkLst>
            <pc:docMk/>
            <pc:sldMk cId="2219405526" sldId="360"/>
            <ac:inkMk id="2" creationId="{0206B3B2-B03F-4389-9D37-46DE2D897FEE}"/>
          </ac:inkMkLst>
        </pc:inkChg>
        <pc:inkChg chg="add">
          <ac:chgData name="Duy" userId="00f02d2ea35a0614" providerId="LiveId" clId="{82F26357-437E-458E-9EEF-67863EB68076}" dt="2021-12-03T01:46:44.668" v="391"/>
          <ac:inkMkLst>
            <pc:docMk/>
            <pc:sldMk cId="2219405526" sldId="360"/>
            <ac:inkMk id="3" creationId="{4BAFA04C-1186-498F-BFAA-2483AC908363}"/>
          </ac:inkMkLst>
        </pc:inkChg>
      </pc:sldChg>
      <pc:sldChg chg="addSp">
        <pc:chgData name="Duy" userId="00f02d2ea35a0614" providerId="LiveId" clId="{82F26357-437E-458E-9EEF-67863EB68076}" dt="2021-12-03T01:46:44.668" v="391"/>
        <pc:sldMkLst>
          <pc:docMk/>
          <pc:sldMk cId="2511740448" sldId="361"/>
        </pc:sldMkLst>
        <pc:inkChg chg="add">
          <ac:chgData name="Duy" userId="00f02d2ea35a0614" providerId="LiveId" clId="{82F26357-437E-458E-9EEF-67863EB68076}" dt="2021-12-03T01:46:44.668" v="391"/>
          <ac:inkMkLst>
            <pc:docMk/>
            <pc:sldMk cId="2511740448" sldId="361"/>
            <ac:inkMk id="2" creationId="{D7D04D31-CAD7-4DF0-8B22-0EF7678E0763}"/>
          </ac:inkMkLst>
        </pc:inkChg>
      </pc:sldChg>
      <pc:sldChg chg="addSp delSp mod">
        <pc:chgData name="Duy" userId="00f02d2ea35a0614" providerId="LiveId" clId="{82F26357-437E-458E-9EEF-67863EB68076}" dt="2021-12-03T00:57:31.074" v="380" actId="478"/>
        <pc:sldMkLst>
          <pc:docMk/>
          <pc:sldMk cId="1551158582" sldId="363"/>
        </pc:sldMkLst>
        <pc:inkChg chg="add del">
          <ac:chgData name="Duy" userId="00f02d2ea35a0614" providerId="LiveId" clId="{82F26357-437E-458E-9EEF-67863EB68076}" dt="2021-12-03T00:57:31.074" v="380" actId="478"/>
          <ac:inkMkLst>
            <pc:docMk/>
            <pc:sldMk cId="1551158582" sldId="363"/>
            <ac:inkMk id="2" creationId="{7EE70D75-0C80-4B3E-A15E-759EAFC5B3AF}"/>
          </ac:inkMkLst>
        </pc:inkChg>
      </pc:sldChg>
      <pc:sldChg chg="addSp delSp mod">
        <pc:chgData name="Duy" userId="00f02d2ea35a0614" providerId="LiveId" clId="{82F26357-437E-458E-9EEF-67863EB68076}" dt="2021-12-03T02:45:48.025" v="394"/>
        <pc:sldMkLst>
          <pc:docMk/>
          <pc:sldMk cId="3893651048" sldId="365"/>
        </pc:sldMkLst>
        <pc:inkChg chg="add del">
          <ac:chgData name="Duy" userId="00f02d2ea35a0614" providerId="LiveId" clId="{82F26357-437E-458E-9EEF-67863EB68076}" dt="2021-12-03T00:57:43.564" v="383" actId="478"/>
          <ac:inkMkLst>
            <pc:docMk/>
            <pc:sldMk cId="3893651048" sldId="365"/>
            <ac:inkMk id="2" creationId="{57E20B02-FCD4-4B20-9E7E-5BED6AD3BDBE}"/>
          </ac:inkMkLst>
        </pc:inkChg>
        <pc:inkChg chg="add">
          <ac:chgData name="Duy" userId="00f02d2ea35a0614" providerId="LiveId" clId="{82F26357-437E-458E-9EEF-67863EB68076}" dt="2021-12-03T02:45:48.025" v="394"/>
          <ac:inkMkLst>
            <pc:docMk/>
            <pc:sldMk cId="3893651048" sldId="365"/>
            <ac:inkMk id="3" creationId="{D6B6F1A6-FBCD-4F4B-AF73-92AE2D6F5519}"/>
          </ac:inkMkLst>
        </pc:inkChg>
      </pc:sldChg>
      <pc:sldChg chg="addSp delSp mod">
        <pc:chgData name="Duy" userId="00f02d2ea35a0614" providerId="LiveId" clId="{82F26357-437E-458E-9EEF-67863EB68076}" dt="2021-12-03T02:45:48.025" v="394"/>
        <pc:sldMkLst>
          <pc:docMk/>
          <pc:sldMk cId="2909840888" sldId="366"/>
        </pc:sldMkLst>
        <pc:inkChg chg="add del">
          <ac:chgData name="Duy" userId="00f02d2ea35a0614" providerId="LiveId" clId="{82F26357-437E-458E-9EEF-67863EB68076}" dt="2021-12-03T00:57:46.424" v="384" actId="478"/>
          <ac:inkMkLst>
            <pc:docMk/>
            <pc:sldMk cId="2909840888" sldId="366"/>
            <ac:inkMk id="2" creationId="{0B1FD821-FAF3-44F9-9F36-1E7D9A1E1A54}"/>
          </ac:inkMkLst>
        </pc:inkChg>
        <pc:inkChg chg="add">
          <ac:chgData name="Duy" userId="00f02d2ea35a0614" providerId="LiveId" clId="{82F26357-437E-458E-9EEF-67863EB68076}" dt="2021-12-03T02:45:48.025" v="394"/>
          <ac:inkMkLst>
            <pc:docMk/>
            <pc:sldMk cId="2909840888" sldId="366"/>
            <ac:inkMk id="3" creationId="{9D045AC7-AA94-4781-A603-226DBF4B207B}"/>
          </ac:inkMkLst>
        </pc:inkChg>
      </pc:sldChg>
      <pc:sldChg chg="addSp">
        <pc:chgData name="Duy" userId="00f02d2ea35a0614" providerId="LiveId" clId="{82F26357-437E-458E-9EEF-67863EB68076}" dt="2021-12-10T01:47:33.056" v="395"/>
        <pc:sldMkLst>
          <pc:docMk/>
          <pc:sldMk cId="4143717754" sldId="367"/>
        </pc:sldMkLst>
        <pc:inkChg chg="add">
          <ac:chgData name="Duy" userId="00f02d2ea35a0614" providerId="LiveId" clId="{82F26357-437E-458E-9EEF-67863EB68076}" dt="2021-12-10T01:47:33.056" v="395"/>
          <ac:inkMkLst>
            <pc:docMk/>
            <pc:sldMk cId="4143717754" sldId="367"/>
            <ac:inkMk id="2" creationId="{33CF284B-10D3-4E9B-9908-7E7125B08570}"/>
          </ac:inkMkLst>
        </pc:inkChg>
      </pc:sldChg>
      <pc:sldChg chg="addSp delSp mod">
        <pc:chgData name="Duy" userId="00f02d2ea35a0614" providerId="LiveId" clId="{82F26357-437E-458E-9EEF-67863EB68076}" dt="2021-12-10T01:47:33.056" v="395"/>
        <pc:sldMkLst>
          <pc:docMk/>
          <pc:sldMk cId="1288274289" sldId="368"/>
        </pc:sldMkLst>
        <pc:inkChg chg="add del">
          <ac:chgData name="Duy" userId="00f02d2ea35a0614" providerId="LiveId" clId="{82F26357-437E-458E-9EEF-67863EB68076}" dt="2021-11-15T04:18:27.496" v="373" actId="478"/>
          <ac:inkMkLst>
            <pc:docMk/>
            <pc:sldMk cId="1288274289" sldId="368"/>
            <ac:inkMk id="3" creationId="{91EE86A2-0EC1-457C-8F38-27AC931310A7}"/>
          </ac:inkMkLst>
        </pc:inkChg>
        <pc:inkChg chg="add">
          <ac:chgData name="Duy" userId="00f02d2ea35a0614" providerId="LiveId" clId="{82F26357-437E-458E-9EEF-67863EB68076}" dt="2021-12-10T01:47:33.056" v="395"/>
          <ac:inkMkLst>
            <pc:docMk/>
            <pc:sldMk cId="1288274289" sldId="368"/>
            <ac:inkMk id="3" creationId="{DFD91805-C9EF-40C1-9C1E-FE031CB7D54D}"/>
          </ac:inkMkLst>
        </pc:inkChg>
      </pc:sldChg>
      <pc:sldChg chg="addSp delSp mod">
        <pc:chgData name="Duy" userId="00f02d2ea35a0614" providerId="LiveId" clId="{82F26357-437E-458E-9EEF-67863EB68076}" dt="2021-12-03T01:46:44.668" v="391"/>
        <pc:sldMkLst>
          <pc:docMk/>
          <pc:sldMk cId="4271796237" sldId="384"/>
        </pc:sldMkLst>
        <pc:inkChg chg="add del">
          <ac:chgData name="Duy" userId="00f02d2ea35a0614" providerId="LiveId" clId="{82F26357-437E-458E-9EEF-67863EB68076}" dt="2021-12-03T00:57:26.086" v="379" actId="478"/>
          <ac:inkMkLst>
            <pc:docMk/>
            <pc:sldMk cId="4271796237" sldId="384"/>
            <ac:inkMk id="2" creationId="{439405B1-327F-4855-A0A3-34E761A8AD5D}"/>
          </ac:inkMkLst>
        </pc:inkChg>
        <pc:inkChg chg="add">
          <ac:chgData name="Duy" userId="00f02d2ea35a0614" providerId="LiveId" clId="{82F26357-437E-458E-9EEF-67863EB68076}" dt="2021-12-03T01:46:44.668" v="391"/>
          <ac:inkMkLst>
            <pc:docMk/>
            <pc:sldMk cId="4271796237" sldId="384"/>
            <ac:inkMk id="3" creationId="{263F8A28-C32F-4FBC-90B4-2A8E685205E7}"/>
          </ac:inkMkLst>
        </pc:inkChg>
      </pc:sldChg>
      <pc:sldChg chg="addSp">
        <pc:chgData name="Duy" userId="00f02d2ea35a0614" providerId="LiveId" clId="{82F26357-437E-458E-9EEF-67863EB68076}" dt="2021-12-10T01:47:33.056" v="395"/>
        <pc:sldMkLst>
          <pc:docMk/>
          <pc:sldMk cId="1345362325" sldId="386"/>
        </pc:sldMkLst>
        <pc:inkChg chg="add">
          <ac:chgData name="Duy" userId="00f02d2ea35a0614" providerId="LiveId" clId="{82F26357-437E-458E-9EEF-67863EB68076}" dt="2021-12-10T01:47:33.056" v="395"/>
          <ac:inkMkLst>
            <pc:docMk/>
            <pc:sldMk cId="1345362325" sldId="386"/>
            <ac:inkMk id="2" creationId="{3E6A35BF-7559-427E-AB5F-F9B3C97F6FB6}"/>
          </ac:inkMkLst>
        </pc:inkChg>
      </pc:sldChg>
      <pc:sldChg chg="addSp">
        <pc:chgData name="Duy" userId="00f02d2ea35a0614" providerId="LiveId" clId="{82F26357-437E-458E-9EEF-67863EB68076}" dt="2021-12-10T02:25:02.677" v="396"/>
        <pc:sldMkLst>
          <pc:docMk/>
          <pc:sldMk cId="1547024247" sldId="388"/>
        </pc:sldMkLst>
        <pc:inkChg chg="add">
          <ac:chgData name="Duy" userId="00f02d2ea35a0614" providerId="LiveId" clId="{82F26357-437E-458E-9EEF-67863EB68076}" dt="2021-12-10T02:25:02.677" v="396"/>
          <ac:inkMkLst>
            <pc:docMk/>
            <pc:sldMk cId="1547024247" sldId="388"/>
            <ac:inkMk id="2" creationId="{D254835D-BA97-4D26-826C-EAB4281AB748}"/>
          </ac:inkMkLst>
        </pc:inkChg>
      </pc:sldChg>
      <pc:sldChg chg="addSp delSp mod">
        <pc:chgData name="Duy" userId="00f02d2ea35a0614" providerId="LiveId" clId="{82F26357-437E-458E-9EEF-67863EB68076}" dt="2021-12-03T00:58:01.444" v="387" actId="478"/>
        <pc:sldMkLst>
          <pc:docMk/>
          <pc:sldMk cId="1708095204" sldId="390"/>
        </pc:sldMkLst>
        <pc:inkChg chg="add del">
          <ac:chgData name="Duy" userId="00f02d2ea35a0614" providerId="LiveId" clId="{82F26357-437E-458E-9EEF-67863EB68076}" dt="2021-12-03T00:58:01.444" v="387" actId="478"/>
          <ac:inkMkLst>
            <pc:docMk/>
            <pc:sldMk cId="1708095204" sldId="390"/>
            <ac:inkMk id="6" creationId="{247178DF-EAD7-4EE7-9F5D-A8EFDB905F7F}"/>
          </ac:inkMkLst>
        </pc:inkChg>
      </pc:sldChg>
      <pc:sldChg chg="addSp delSp mod ord">
        <pc:chgData name="Duy" userId="00f02d2ea35a0614" providerId="LiveId" clId="{82F26357-437E-458E-9EEF-67863EB68076}" dt="2021-12-03T00:57:57.854" v="386" actId="478"/>
        <pc:sldMkLst>
          <pc:docMk/>
          <pc:sldMk cId="536132078" sldId="392"/>
        </pc:sldMkLst>
        <pc:inkChg chg="add del">
          <ac:chgData name="Duy" userId="00f02d2ea35a0614" providerId="LiveId" clId="{82F26357-437E-458E-9EEF-67863EB68076}" dt="2021-12-03T00:57:57.854" v="386" actId="478"/>
          <ac:inkMkLst>
            <pc:docMk/>
            <pc:sldMk cId="536132078" sldId="392"/>
            <ac:inkMk id="6" creationId="{9183FBB6-E68A-4249-AB3F-CEA7A0704B09}"/>
          </ac:inkMkLst>
        </pc:inkChg>
        <pc:inkChg chg="add">
          <ac:chgData name="Duy" userId="00f02d2ea35a0614" providerId="LiveId" clId="{82F26357-437E-458E-9EEF-67863EB68076}" dt="2021-11-22T04:04:57.337" v="375"/>
          <ac:inkMkLst>
            <pc:docMk/>
            <pc:sldMk cId="536132078" sldId="392"/>
            <ac:inkMk id="8" creationId="{4DDC541A-7F6C-4D53-8BA3-2DC5F5266008}"/>
          </ac:inkMkLst>
        </pc:inkChg>
      </pc:sldChg>
      <pc:sldChg chg="del">
        <pc:chgData name="Duy" userId="00f02d2ea35a0614" providerId="LiveId" clId="{82F26357-437E-458E-9EEF-67863EB68076}" dt="2021-11-08T01:18:02.083" v="0" actId="2696"/>
        <pc:sldMkLst>
          <pc:docMk/>
          <pc:sldMk cId="2512528602" sldId="395"/>
        </pc:sldMkLst>
      </pc:sldChg>
      <pc:sldChg chg="addSp delSp add mod">
        <pc:chgData name="Duy" userId="00f02d2ea35a0614" providerId="LiveId" clId="{82F26357-437E-458E-9EEF-67863EB68076}" dt="2021-12-03T02:22:19.594" v="393"/>
        <pc:sldMkLst>
          <pc:docMk/>
          <pc:sldMk cId="3685980061" sldId="395"/>
        </pc:sldMkLst>
        <pc:inkChg chg="add del">
          <ac:chgData name="Duy" userId="00f02d2ea35a0614" providerId="LiveId" clId="{82F26357-437E-458E-9EEF-67863EB68076}" dt="2021-12-03T00:57:34.964" v="381" actId="478"/>
          <ac:inkMkLst>
            <pc:docMk/>
            <pc:sldMk cId="3685980061" sldId="395"/>
            <ac:inkMk id="2" creationId="{B55B8A61-245A-4951-BEC5-46719E649CEC}"/>
          </ac:inkMkLst>
        </pc:inkChg>
        <pc:inkChg chg="add">
          <ac:chgData name="Duy" userId="00f02d2ea35a0614" providerId="LiveId" clId="{82F26357-437E-458E-9EEF-67863EB68076}" dt="2021-12-03T02:20:21.713" v="392"/>
          <ac:inkMkLst>
            <pc:docMk/>
            <pc:sldMk cId="3685980061" sldId="395"/>
            <ac:inkMk id="6" creationId="{B493B535-AF21-4A69-8569-FF5E358B2420}"/>
          </ac:inkMkLst>
        </pc:inkChg>
        <pc:inkChg chg="add">
          <ac:chgData name="Duy" userId="00f02d2ea35a0614" providerId="LiveId" clId="{82F26357-437E-458E-9EEF-67863EB68076}" dt="2021-12-03T02:22:19.594" v="393"/>
          <ac:inkMkLst>
            <pc:docMk/>
            <pc:sldMk cId="3685980061" sldId="395"/>
            <ac:inkMk id="8" creationId="{E4936BBD-7844-47B8-81B1-5D522A965DAE}"/>
          </ac:inkMkLst>
        </pc:inkChg>
      </pc:sldChg>
      <pc:sldChg chg="addSp delSp mod">
        <pc:chgData name="Duy" userId="00f02d2ea35a0614" providerId="LiveId" clId="{82F26357-437E-458E-9EEF-67863EB68076}" dt="2021-12-03T00:58:09.016" v="388" actId="478"/>
        <pc:sldMkLst>
          <pc:docMk/>
          <pc:sldMk cId="333646000" sldId="402"/>
        </pc:sldMkLst>
        <pc:inkChg chg="add del">
          <ac:chgData name="Duy" userId="00f02d2ea35a0614" providerId="LiveId" clId="{82F26357-437E-458E-9EEF-67863EB68076}" dt="2021-12-03T00:58:09.016" v="388" actId="478"/>
          <ac:inkMkLst>
            <pc:docMk/>
            <pc:sldMk cId="333646000" sldId="402"/>
            <ac:inkMk id="3" creationId="{D427CE6D-9518-4C33-95A3-7EE70E45D77E}"/>
          </ac:inkMkLst>
        </pc:inkChg>
      </pc:sldChg>
      <pc:sldChg chg="addSp delSp mod">
        <pc:chgData name="Duy" userId="00f02d2ea35a0614" providerId="LiveId" clId="{82F26357-437E-458E-9EEF-67863EB68076}" dt="2021-12-03T00:58:11.235" v="389" actId="478"/>
        <pc:sldMkLst>
          <pc:docMk/>
          <pc:sldMk cId="747665525" sldId="403"/>
        </pc:sldMkLst>
        <pc:inkChg chg="add del">
          <ac:chgData name="Duy" userId="00f02d2ea35a0614" providerId="LiveId" clId="{82F26357-437E-458E-9EEF-67863EB68076}" dt="2021-12-03T00:58:11.235" v="389" actId="478"/>
          <ac:inkMkLst>
            <pc:docMk/>
            <pc:sldMk cId="747665525" sldId="403"/>
            <ac:inkMk id="3" creationId="{1229E3D9-EE0A-48B1-8DA6-22B29829B693}"/>
          </ac:inkMkLst>
        </pc:inkChg>
      </pc:sldChg>
      <pc:sldChg chg="addSp add">
        <pc:chgData name="Duy" userId="00f02d2ea35a0614" providerId="LiveId" clId="{82F26357-437E-458E-9EEF-67863EB68076}" dt="2021-12-03T02:20:21.713" v="392"/>
        <pc:sldMkLst>
          <pc:docMk/>
          <pc:sldMk cId="423875339" sldId="410"/>
        </pc:sldMkLst>
        <pc:inkChg chg="add">
          <ac:chgData name="Duy" userId="00f02d2ea35a0614" providerId="LiveId" clId="{82F26357-437E-458E-9EEF-67863EB68076}" dt="2021-12-03T02:20:21.713" v="392"/>
          <ac:inkMkLst>
            <pc:docMk/>
            <pc:sldMk cId="423875339" sldId="410"/>
            <ac:inkMk id="2" creationId="{775E1A53-DB20-40AE-8156-368135526806}"/>
          </ac:inkMkLst>
        </pc:inkChg>
      </pc:sldChg>
      <pc:sldChg chg="del">
        <pc:chgData name="Duy" userId="00f02d2ea35a0614" providerId="LiveId" clId="{82F26357-437E-458E-9EEF-67863EB68076}" dt="2021-11-08T01:18:02.083" v="0" actId="2696"/>
        <pc:sldMkLst>
          <pc:docMk/>
          <pc:sldMk cId="2886083099" sldId="410"/>
        </pc:sldMkLst>
      </pc:sldChg>
      <pc:sldChg chg="del">
        <pc:chgData name="Duy" userId="00f02d2ea35a0614" providerId="LiveId" clId="{82F26357-437E-458E-9EEF-67863EB68076}" dt="2021-11-08T01:18:02.083" v="0" actId="2696"/>
        <pc:sldMkLst>
          <pc:docMk/>
          <pc:sldMk cId="614627233" sldId="411"/>
        </pc:sldMkLst>
      </pc:sldChg>
      <pc:sldChg chg="addSp delSp add mod">
        <pc:chgData name="Duy" userId="00f02d2ea35a0614" providerId="LiveId" clId="{82F26357-437E-458E-9EEF-67863EB68076}" dt="2021-12-03T02:22:19.594" v="393"/>
        <pc:sldMkLst>
          <pc:docMk/>
          <pc:sldMk cId="3359811326" sldId="411"/>
        </pc:sldMkLst>
        <pc:inkChg chg="add del">
          <ac:chgData name="Duy" userId="00f02d2ea35a0614" providerId="LiveId" clId="{82F26357-437E-458E-9EEF-67863EB68076}" dt="2021-12-03T00:57:40.254" v="382" actId="478"/>
          <ac:inkMkLst>
            <pc:docMk/>
            <pc:sldMk cId="3359811326" sldId="411"/>
            <ac:inkMk id="2" creationId="{41419374-3FAD-4DCF-842F-37ABE4A02E2A}"/>
          </ac:inkMkLst>
        </pc:inkChg>
        <pc:inkChg chg="add">
          <ac:chgData name="Duy" userId="00f02d2ea35a0614" providerId="LiveId" clId="{82F26357-437E-458E-9EEF-67863EB68076}" dt="2021-12-03T02:20:21.713" v="392"/>
          <ac:inkMkLst>
            <pc:docMk/>
            <pc:sldMk cId="3359811326" sldId="411"/>
            <ac:inkMk id="3" creationId="{86FACC96-6E2F-478F-99B9-C4A05CBAC331}"/>
          </ac:inkMkLst>
        </pc:inkChg>
        <pc:inkChg chg="add">
          <ac:chgData name="Duy" userId="00f02d2ea35a0614" providerId="LiveId" clId="{82F26357-437E-458E-9EEF-67863EB68076}" dt="2021-12-03T02:22:19.594" v="393"/>
          <ac:inkMkLst>
            <pc:docMk/>
            <pc:sldMk cId="3359811326" sldId="411"/>
            <ac:inkMk id="6" creationId="{E303E6CE-015C-483C-9839-B168D53A90FF}"/>
          </ac:inkMkLst>
        </pc:inkChg>
      </pc:sldChg>
      <pc:sldChg chg="del">
        <pc:chgData name="Duy" userId="00f02d2ea35a0614" providerId="LiveId" clId="{82F26357-437E-458E-9EEF-67863EB68076}" dt="2021-11-08T01:18:02.083" v="0" actId="2696"/>
        <pc:sldMkLst>
          <pc:docMk/>
          <pc:sldMk cId="2474467957" sldId="412"/>
        </pc:sldMkLst>
      </pc:sldChg>
      <pc:sldChg chg="addSp add">
        <pc:chgData name="Duy" userId="00f02d2ea35a0614" providerId="LiveId" clId="{82F26357-437E-458E-9EEF-67863EB68076}" dt="2021-12-03T02:20:21.713" v="392"/>
        <pc:sldMkLst>
          <pc:docMk/>
          <pc:sldMk cId="2838865355" sldId="412"/>
        </pc:sldMkLst>
        <pc:inkChg chg="add">
          <ac:chgData name="Duy" userId="00f02d2ea35a0614" providerId="LiveId" clId="{82F26357-437E-458E-9EEF-67863EB68076}" dt="2021-12-03T02:20:21.713" v="392"/>
          <ac:inkMkLst>
            <pc:docMk/>
            <pc:sldMk cId="2838865355" sldId="412"/>
            <ac:inkMk id="2" creationId="{20BB8CCF-0B47-47EC-9265-42FB5AEB52F1}"/>
          </ac:inkMkLst>
        </pc:inkChg>
      </pc:sldChg>
      <pc:sldChg chg="addSp delSp mod">
        <pc:chgData name="Duy" userId="00f02d2ea35a0614" providerId="LiveId" clId="{82F26357-437E-458E-9EEF-67863EB68076}" dt="2021-12-03T00:58:18.224" v="390" actId="478"/>
        <pc:sldMkLst>
          <pc:docMk/>
          <pc:sldMk cId="3886468558" sldId="413"/>
        </pc:sldMkLst>
        <pc:inkChg chg="add del">
          <ac:chgData name="Duy" userId="00f02d2ea35a0614" providerId="LiveId" clId="{82F26357-437E-458E-9EEF-67863EB68076}" dt="2021-12-03T00:58:18.224" v="390" actId="478"/>
          <ac:inkMkLst>
            <pc:docMk/>
            <pc:sldMk cId="3886468558" sldId="413"/>
            <ac:inkMk id="2" creationId="{5624095F-A67D-43AF-8391-4D49AAF2DC48}"/>
          </ac:inkMkLst>
        </pc:inkChg>
      </pc:sldChg>
      <pc:sldChg chg="addSp">
        <pc:chgData name="Duy" userId="00f02d2ea35a0614" providerId="LiveId" clId="{82F26357-437E-458E-9EEF-67863EB68076}" dt="2021-11-29T04:45:31.836" v="376"/>
        <pc:sldMkLst>
          <pc:docMk/>
          <pc:sldMk cId="781622885" sldId="417"/>
        </pc:sldMkLst>
        <pc:inkChg chg="add">
          <ac:chgData name="Duy" userId="00f02d2ea35a0614" providerId="LiveId" clId="{82F26357-437E-458E-9EEF-67863EB68076}" dt="2021-11-29T04:45:31.836" v="376"/>
          <ac:inkMkLst>
            <pc:docMk/>
            <pc:sldMk cId="781622885" sldId="417"/>
            <ac:inkMk id="2" creationId="{5DD7E51F-A7A7-41BE-9A68-7ADBDD587FC1}"/>
          </ac:inkMkLst>
        </pc:inkChg>
      </pc:sldChg>
      <pc:sldChg chg="addSp delSp modSp add mod">
        <pc:chgData name="Duy" userId="00f02d2ea35a0614" providerId="LiveId" clId="{82F26357-437E-458E-9EEF-67863EB68076}" dt="2021-12-03T00:57:54.355" v="385" actId="478"/>
        <pc:sldMkLst>
          <pc:docMk/>
          <pc:sldMk cId="1699293694" sldId="422"/>
        </pc:sldMkLst>
        <pc:spChg chg="del">
          <ac:chgData name="Duy" userId="00f02d2ea35a0614" providerId="LiveId" clId="{82F26357-437E-458E-9EEF-67863EB68076}" dt="2021-11-08T01:19:06.771" v="49" actId="478"/>
          <ac:spMkLst>
            <pc:docMk/>
            <pc:sldMk cId="1699293694" sldId="422"/>
            <ac:spMk id="2" creationId="{E084B708-77C4-44F3-BC88-E10F1DF5E99D}"/>
          </ac:spMkLst>
        </pc:spChg>
        <pc:spChg chg="del">
          <ac:chgData name="Duy" userId="00f02d2ea35a0614" providerId="LiveId" clId="{82F26357-437E-458E-9EEF-67863EB68076}" dt="2021-11-08T01:19:10.511" v="51" actId="478"/>
          <ac:spMkLst>
            <pc:docMk/>
            <pc:sldMk cId="1699293694" sldId="422"/>
            <ac:spMk id="3" creationId="{F4CB581E-3E5C-48C4-AC93-0DD146835DE4}"/>
          </ac:spMkLst>
        </pc:spChg>
        <pc:spChg chg="add mod">
          <ac:chgData name="Duy" userId="00f02d2ea35a0614" providerId="LiveId" clId="{82F26357-437E-458E-9EEF-67863EB68076}" dt="2021-11-08T01:19:41.820" v="90" actId="1076"/>
          <ac:spMkLst>
            <pc:docMk/>
            <pc:sldMk cId="1699293694" sldId="422"/>
            <ac:spMk id="6" creationId="{ECE37A20-EFCF-4BBD-9E9B-849D994C1586}"/>
          </ac:spMkLst>
        </pc:spChg>
        <pc:spChg chg="add mod">
          <ac:chgData name="Duy" userId="00f02d2ea35a0614" providerId="LiveId" clId="{82F26357-437E-458E-9EEF-67863EB68076}" dt="2021-11-08T01:20:34.939" v="144" actId="255"/>
          <ac:spMkLst>
            <pc:docMk/>
            <pc:sldMk cId="1699293694" sldId="422"/>
            <ac:spMk id="8" creationId="{C05BEBFE-27A0-4FEA-9D96-40018F32F57F}"/>
          </ac:spMkLst>
        </pc:spChg>
        <pc:spChg chg="del">
          <ac:chgData name="Duy" userId="00f02d2ea35a0614" providerId="LiveId" clId="{82F26357-437E-458E-9EEF-67863EB68076}" dt="2021-11-08T01:19:08.852" v="50" actId="478"/>
          <ac:spMkLst>
            <pc:docMk/>
            <pc:sldMk cId="1699293694" sldId="422"/>
            <ac:spMk id="9" creationId="{92FE4B8D-4B0E-4B26-8ECC-57D8EBDD58E4}"/>
          </ac:spMkLst>
        </pc:spChg>
        <pc:spChg chg="add mod">
          <ac:chgData name="Duy" userId="00f02d2ea35a0614" providerId="LiveId" clId="{82F26357-437E-458E-9EEF-67863EB68076}" dt="2021-11-08T01:22:02.213" v="318" actId="1076"/>
          <ac:spMkLst>
            <pc:docMk/>
            <pc:sldMk cId="1699293694" sldId="422"/>
            <ac:spMk id="10" creationId="{1C9BDD2D-8EE6-4820-98B4-0E57851E4D0F}"/>
          </ac:spMkLst>
        </pc:spChg>
        <pc:spChg chg="del">
          <ac:chgData name="Duy" userId="00f02d2ea35a0614" providerId="LiveId" clId="{82F26357-437E-458E-9EEF-67863EB68076}" dt="2021-11-08T01:19:13.051" v="52" actId="478"/>
          <ac:spMkLst>
            <pc:docMk/>
            <pc:sldMk cId="1699293694" sldId="422"/>
            <ac:spMk id="11" creationId="{5104FE41-3DAA-4D59-828A-002731528D95}"/>
          </ac:spMkLst>
        </pc:spChg>
        <pc:spChg chg="mod">
          <ac:chgData name="Duy" userId="00f02d2ea35a0614" providerId="LiveId" clId="{82F26357-437E-458E-9EEF-67863EB68076}" dt="2021-11-08T01:19:04.417" v="48" actId="5793"/>
          <ac:spMkLst>
            <pc:docMk/>
            <pc:sldMk cId="1699293694" sldId="422"/>
            <ac:spMk id="12" creationId="{D029A7D1-7AA0-4E29-8A04-79138B2FBE65}"/>
          </ac:spMkLst>
        </pc:spChg>
        <pc:spChg chg="add mod">
          <ac:chgData name="Duy" userId="00f02d2ea35a0614" providerId="LiveId" clId="{82F26357-437E-458E-9EEF-67863EB68076}" dt="2021-11-08T01:19:53.712" v="104" actId="20577"/>
          <ac:spMkLst>
            <pc:docMk/>
            <pc:sldMk cId="1699293694" sldId="422"/>
            <ac:spMk id="13" creationId="{1F76EB4A-7CA1-4F6D-A21E-6EE81D7BC477}"/>
          </ac:spMkLst>
        </pc:spChg>
        <pc:spChg chg="add mod">
          <ac:chgData name="Duy" userId="00f02d2ea35a0614" providerId="LiveId" clId="{82F26357-437E-458E-9EEF-67863EB68076}" dt="2021-11-08T01:22:05.046" v="319" actId="1076"/>
          <ac:spMkLst>
            <pc:docMk/>
            <pc:sldMk cId="1699293694" sldId="422"/>
            <ac:spMk id="14" creationId="{7648E10C-38E4-443A-B01C-B8111F95204F}"/>
          </ac:spMkLst>
        </pc:spChg>
        <pc:spChg chg="add mod">
          <ac:chgData name="Duy" userId="00f02d2ea35a0614" providerId="LiveId" clId="{82F26357-437E-458E-9EEF-67863EB68076}" dt="2021-11-08T01:21:16.111" v="223" actId="1076"/>
          <ac:spMkLst>
            <pc:docMk/>
            <pc:sldMk cId="1699293694" sldId="422"/>
            <ac:spMk id="15" creationId="{4ED6A649-C207-4D6D-B70E-0233AD6907CB}"/>
          </ac:spMkLst>
        </pc:spChg>
        <pc:spChg chg="add del mod">
          <ac:chgData name="Duy" userId="00f02d2ea35a0614" providerId="LiveId" clId="{82F26357-437E-458E-9EEF-67863EB68076}" dt="2021-11-08T01:21:40.333" v="258" actId="478"/>
          <ac:spMkLst>
            <pc:docMk/>
            <pc:sldMk cId="1699293694" sldId="422"/>
            <ac:spMk id="16" creationId="{77ADD3A7-DFAD-4B3A-BEDD-EA85F97A27A0}"/>
          </ac:spMkLst>
        </pc:spChg>
        <pc:inkChg chg="add del">
          <ac:chgData name="Duy" userId="00f02d2ea35a0614" providerId="LiveId" clId="{82F26357-437E-458E-9EEF-67863EB68076}" dt="2021-12-03T00:57:54.355" v="385" actId="478"/>
          <ac:inkMkLst>
            <pc:docMk/>
            <pc:sldMk cId="1699293694" sldId="422"/>
            <ac:inkMk id="2" creationId="{62155B8B-02B4-4865-8342-B02AA2BE2FF4}"/>
          </ac:inkMkLst>
        </pc:inkChg>
      </pc:sldChg>
    </pc:docChg>
  </pc:docChgLst>
  <pc:docChgLst>
    <pc:chgData name="Duy" userId="00f02d2ea35a0614" providerId="LiveId" clId="{E88FF8C2-1FC0-4C6E-A0F5-E99DA5F881DB}"/>
    <pc:docChg chg="undo custSel mod addSld delSld modSld sldOrd modSection">
      <pc:chgData name="Duy" userId="00f02d2ea35a0614" providerId="LiveId" clId="{E88FF8C2-1FC0-4C6E-A0F5-E99DA5F881DB}" dt="2020-11-22T17:22:47.128" v="3954" actId="20577"/>
      <pc:docMkLst>
        <pc:docMk/>
      </pc:docMkLst>
      <pc:sldChg chg="modSp mod">
        <pc:chgData name="Duy" userId="00f02d2ea35a0614" providerId="LiveId" clId="{E88FF8C2-1FC0-4C6E-A0F5-E99DA5F881DB}" dt="2020-11-22T17:22:47.128" v="3954" actId="20577"/>
        <pc:sldMkLst>
          <pc:docMk/>
          <pc:sldMk cId="0" sldId="262"/>
        </pc:sldMkLst>
        <pc:spChg chg="mod">
          <ac:chgData name="Duy" userId="00f02d2ea35a0614" providerId="LiveId" clId="{E88FF8C2-1FC0-4C6E-A0F5-E99DA5F881DB}" dt="2020-11-22T17:22:47.128" v="3954" actId="20577"/>
          <ac:spMkLst>
            <pc:docMk/>
            <pc:sldMk cId="0" sldId="262"/>
            <ac:spMk id="2" creationId="{00000000-0000-0000-0000-000000000000}"/>
          </ac:spMkLst>
        </pc:spChg>
        <pc:spChg chg="mod">
          <ac:chgData name="Duy" userId="00f02d2ea35a0614" providerId="LiveId" clId="{E88FF8C2-1FC0-4C6E-A0F5-E99DA5F881DB}" dt="2020-11-15T17:16:56.042" v="143" actId="6549"/>
          <ac:spMkLst>
            <pc:docMk/>
            <pc:sldMk cId="0" sldId="262"/>
            <ac:spMk id="3" creationId="{00000000-0000-0000-0000-000000000000}"/>
          </ac:spMkLst>
        </pc:spChg>
      </pc:sldChg>
      <pc:sldChg chg="del">
        <pc:chgData name="Duy" userId="00f02d2ea35a0614" providerId="LiveId" clId="{E88FF8C2-1FC0-4C6E-A0F5-E99DA5F881DB}" dt="2020-11-15T19:15:22.248" v="3884" actId="47"/>
        <pc:sldMkLst>
          <pc:docMk/>
          <pc:sldMk cId="3326921306" sldId="347"/>
        </pc:sldMkLst>
      </pc:sldChg>
      <pc:sldChg chg="del">
        <pc:chgData name="Duy" userId="00f02d2ea35a0614" providerId="LiveId" clId="{E88FF8C2-1FC0-4C6E-A0F5-E99DA5F881DB}" dt="2020-11-15T19:15:22.248" v="3884" actId="47"/>
        <pc:sldMkLst>
          <pc:docMk/>
          <pc:sldMk cId="1642348187" sldId="348"/>
        </pc:sldMkLst>
      </pc:sldChg>
      <pc:sldChg chg="del">
        <pc:chgData name="Duy" userId="00f02d2ea35a0614" providerId="LiveId" clId="{E88FF8C2-1FC0-4C6E-A0F5-E99DA5F881DB}" dt="2020-11-15T19:15:22.248" v="3884" actId="47"/>
        <pc:sldMkLst>
          <pc:docMk/>
          <pc:sldMk cId="2998234810" sldId="354"/>
        </pc:sldMkLst>
      </pc:sldChg>
      <pc:sldChg chg="addSp delSp modSp mod">
        <pc:chgData name="Duy" userId="00f02d2ea35a0614" providerId="LiveId" clId="{E88FF8C2-1FC0-4C6E-A0F5-E99DA5F881DB}" dt="2020-11-15T17:19:06.677" v="528" actId="1076"/>
        <pc:sldMkLst>
          <pc:docMk/>
          <pc:sldMk cId="32698572" sldId="357"/>
        </pc:sldMkLst>
        <pc:spChg chg="add del mod">
          <ac:chgData name="Duy" userId="00f02d2ea35a0614" providerId="LiveId" clId="{E88FF8C2-1FC0-4C6E-A0F5-E99DA5F881DB}" dt="2020-11-15T17:19:06.677" v="528" actId="1076"/>
          <ac:spMkLst>
            <pc:docMk/>
            <pc:sldMk cId="32698572" sldId="357"/>
            <ac:spMk id="6" creationId="{8030EF7F-B37B-46B6-8B81-FD1F794723A6}"/>
          </ac:spMkLst>
        </pc:spChg>
        <pc:spChg chg="add mod">
          <ac:chgData name="Duy" userId="00f02d2ea35a0614" providerId="LiveId" clId="{E88FF8C2-1FC0-4C6E-A0F5-E99DA5F881DB}" dt="2020-11-15T17:17:44.865" v="146"/>
          <ac:spMkLst>
            <pc:docMk/>
            <pc:sldMk cId="32698572" sldId="357"/>
            <ac:spMk id="8" creationId="{74627B61-B054-47A9-9CC4-48E18D0A2E32}"/>
          </ac:spMkLst>
        </pc:spChg>
        <pc:spChg chg="mod">
          <ac:chgData name="Duy" userId="00f02d2ea35a0614" providerId="LiveId" clId="{E88FF8C2-1FC0-4C6E-A0F5-E99DA5F881DB}" dt="2020-11-15T17:17:51.722" v="165" actId="20577"/>
          <ac:spMkLst>
            <pc:docMk/>
            <pc:sldMk cId="32698572" sldId="357"/>
            <ac:spMk id="12" creationId="{D029A7D1-7AA0-4E29-8A04-79138B2FBE65}"/>
          </ac:spMkLst>
        </pc:spChg>
      </pc:sldChg>
      <pc:sldChg chg="addSp delSp modSp mod">
        <pc:chgData name="Duy" userId="00f02d2ea35a0614" providerId="LiveId" clId="{E88FF8C2-1FC0-4C6E-A0F5-E99DA5F881DB}" dt="2020-11-15T18:59:33.733" v="3488" actId="20577"/>
        <pc:sldMkLst>
          <pc:docMk/>
          <pc:sldMk cId="3749102436" sldId="358"/>
        </pc:sldMkLst>
        <pc:spChg chg="del">
          <ac:chgData name="Duy" userId="00f02d2ea35a0614" providerId="LiveId" clId="{E88FF8C2-1FC0-4C6E-A0F5-E99DA5F881DB}" dt="2020-11-15T17:19:14.862" v="543" actId="478"/>
          <ac:spMkLst>
            <pc:docMk/>
            <pc:sldMk cId="3749102436" sldId="358"/>
            <ac:spMk id="2" creationId="{107929DD-AA0E-4103-9A4C-981428FB4D3D}"/>
          </ac:spMkLst>
        </pc:spChg>
        <pc:spChg chg="add mod">
          <ac:chgData name="Duy" userId="00f02d2ea35a0614" providerId="LiveId" clId="{E88FF8C2-1FC0-4C6E-A0F5-E99DA5F881DB}" dt="2020-11-15T18:59:33.733" v="3488" actId="20577"/>
          <ac:spMkLst>
            <pc:docMk/>
            <pc:sldMk cId="3749102436" sldId="358"/>
            <ac:spMk id="3" creationId="{A9A33C5E-0E6C-4BD3-99BA-71536A516509}"/>
          </ac:spMkLst>
        </pc:spChg>
        <pc:spChg chg="add del mod">
          <ac:chgData name="Duy" userId="00f02d2ea35a0614" providerId="LiveId" clId="{E88FF8C2-1FC0-4C6E-A0F5-E99DA5F881DB}" dt="2020-11-15T17:21:12.591" v="660" actId="478"/>
          <ac:spMkLst>
            <pc:docMk/>
            <pc:sldMk cId="3749102436" sldId="358"/>
            <ac:spMk id="8" creationId="{B2FF6409-4E60-4CE2-AD9E-3EDF7577D9CF}"/>
          </ac:spMkLst>
        </pc:spChg>
        <pc:spChg chg="mod">
          <ac:chgData name="Duy" userId="00f02d2ea35a0614" providerId="LiveId" clId="{E88FF8C2-1FC0-4C6E-A0F5-E99DA5F881DB}" dt="2020-11-15T17:19:11.742" v="542" actId="20577"/>
          <ac:spMkLst>
            <pc:docMk/>
            <pc:sldMk cId="3749102436" sldId="358"/>
            <ac:spMk id="12" creationId="{D029A7D1-7AA0-4E29-8A04-79138B2FBE65}"/>
          </ac:spMkLst>
        </pc:spChg>
      </pc:sldChg>
      <pc:sldChg chg="addSp delSp modSp mod modAnim">
        <pc:chgData name="Duy" userId="00f02d2ea35a0614" providerId="LiveId" clId="{E88FF8C2-1FC0-4C6E-A0F5-E99DA5F881DB}" dt="2020-11-15T17:37:48.443" v="797"/>
        <pc:sldMkLst>
          <pc:docMk/>
          <pc:sldMk cId="2820796511" sldId="359"/>
        </pc:sldMkLst>
        <pc:spChg chg="del">
          <ac:chgData name="Duy" userId="00f02d2ea35a0614" providerId="LiveId" clId="{E88FF8C2-1FC0-4C6E-A0F5-E99DA5F881DB}" dt="2020-11-15T17:21:45.413" v="666" actId="478"/>
          <ac:spMkLst>
            <pc:docMk/>
            <pc:sldMk cId="2820796511" sldId="359"/>
            <ac:spMk id="8" creationId="{EB7D7510-2208-4943-BD40-9A0BC807594A}"/>
          </ac:spMkLst>
        </pc:spChg>
        <pc:picChg chg="add mod">
          <ac:chgData name="Duy" userId="00f02d2ea35a0614" providerId="LiveId" clId="{E88FF8C2-1FC0-4C6E-A0F5-E99DA5F881DB}" dt="2020-11-15T17:34:16.027" v="758" actId="14100"/>
          <ac:picMkLst>
            <pc:docMk/>
            <pc:sldMk cId="2820796511" sldId="359"/>
            <ac:picMk id="1026" creationId="{53C4F944-66CD-463F-AD60-F3FD3086EBF0}"/>
          </ac:picMkLst>
        </pc:picChg>
        <pc:picChg chg="add mod">
          <ac:chgData name="Duy" userId="00f02d2ea35a0614" providerId="LiveId" clId="{E88FF8C2-1FC0-4C6E-A0F5-E99DA5F881DB}" dt="2020-11-15T17:34:38.561" v="765" actId="14100"/>
          <ac:picMkLst>
            <pc:docMk/>
            <pc:sldMk cId="2820796511" sldId="359"/>
            <ac:picMk id="1028" creationId="{C2CD0649-3CDE-4F6F-B996-7A3C71CC1065}"/>
          </ac:picMkLst>
        </pc:picChg>
        <pc:picChg chg="add mod">
          <ac:chgData name="Duy" userId="00f02d2ea35a0614" providerId="LiveId" clId="{E88FF8C2-1FC0-4C6E-A0F5-E99DA5F881DB}" dt="2020-11-15T17:36:18.875" v="785" actId="14100"/>
          <ac:picMkLst>
            <pc:docMk/>
            <pc:sldMk cId="2820796511" sldId="359"/>
            <ac:picMk id="1030" creationId="{74060FAA-A7BE-43A0-ABAE-54F80DB9D813}"/>
          </ac:picMkLst>
        </pc:picChg>
        <pc:picChg chg="add mod">
          <ac:chgData name="Duy" userId="00f02d2ea35a0614" providerId="LiveId" clId="{E88FF8C2-1FC0-4C6E-A0F5-E99DA5F881DB}" dt="2020-11-15T17:37:29.239" v="793" actId="1076"/>
          <ac:picMkLst>
            <pc:docMk/>
            <pc:sldMk cId="2820796511" sldId="359"/>
            <ac:picMk id="1032" creationId="{492C0ECD-03AA-4AE9-82C2-F6861CEEF335}"/>
          </ac:picMkLst>
        </pc:picChg>
        <pc:picChg chg="add del mod">
          <ac:chgData name="Duy" userId="00f02d2ea35a0614" providerId="LiveId" clId="{E88FF8C2-1FC0-4C6E-A0F5-E99DA5F881DB}" dt="2020-11-15T17:27:23.585" v="685" actId="478"/>
          <ac:picMkLst>
            <pc:docMk/>
            <pc:sldMk cId="2820796511" sldId="359"/>
            <ac:picMk id="1034" creationId="{612052F4-D199-49D4-B49B-FAEE947BDC52}"/>
          </ac:picMkLst>
        </pc:picChg>
        <pc:picChg chg="add mod">
          <ac:chgData name="Duy" userId="00f02d2ea35a0614" providerId="LiveId" clId="{E88FF8C2-1FC0-4C6E-A0F5-E99DA5F881DB}" dt="2020-11-15T17:31:54.704" v="733" actId="1076"/>
          <ac:picMkLst>
            <pc:docMk/>
            <pc:sldMk cId="2820796511" sldId="359"/>
            <ac:picMk id="1036" creationId="{B9979BAD-573F-45AC-B186-9DD60196087B}"/>
          </ac:picMkLst>
        </pc:picChg>
        <pc:picChg chg="add del mod">
          <ac:chgData name="Duy" userId="00f02d2ea35a0614" providerId="LiveId" clId="{E88FF8C2-1FC0-4C6E-A0F5-E99DA5F881DB}" dt="2020-11-15T17:32:00.135" v="737" actId="478"/>
          <ac:picMkLst>
            <pc:docMk/>
            <pc:sldMk cId="2820796511" sldId="359"/>
            <ac:picMk id="1038" creationId="{D082811A-B3F1-42EF-B2AC-19CBF05E768E}"/>
          </ac:picMkLst>
        </pc:picChg>
        <pc:picChg chg="add del mod">
          <ac:chgData name="Duy" userId="00f02d2ea35a0614" providerId="LiveId" clId="{E88FF8C2-1FC0-4C6E-A0F5-E99DA5F881DB}" dt="2020-11-15T17:32:26.446" v="741" actId="478"/>
          <ac:picMkLst>
            <pc:docMk/>
            <pc:sldMk cId="2820796511" sldId="359"/>
            <ac:picMk id="1040" creationId="{B4F6907C-E431-4EB9-8F6A-A8BC0C4CFE89}"/>
          </ac:picMkLst>
        </pc:picChg>
        <pc:picChg chg="add mod">
          <ac:chgData name="Duy" userId="00f02d2ea35a0614" providerId="LiveId" clId="{E88FF8C2-1FC0-4C6E-A0F5-E99DA5F881DB}" dt="2020-11-15T17:34:13.657" v="757" actId="1076"/>
          <ac:picMkLst>
            <pc:docMk/>
            <pc:sldMk cId="2820796511" sldId="359"/>
            <ac:picMk id="1042" creationId="{B3D11144-B6D4-438D-9F38-C42E097AC38D}"/>
          </ac:picMkLst>
        </pc:picChg>
        <pc:picChg chg="add mod">
          <ac:chgData name="Duy" userId="00f02d2ea35a0614" providerId="LiveId" clId="{E88FF8C2-1FC0-4C6E-A0F5-E99DA5F881DB}" dt="2020-11-15T17:37:44.182" v="796" actId="14100"/>
          <ac:picMkLst>
            <pc:docMk/>
            <pc:sldMk cId="2820796511" sldId="359"/>
            <ac:picMk id="1044" creationId="{A1D7BD16-E07F-4846-B87C-BB804E088682}"/>
          </ac:picMkLst>
        </pc:picChg>
      </pc:sldChg>
      <pc:sldChg chg="addSp delSp modSp mod delAnim">
        <pc:chgData name="Duy" userId="00f02d2ea35a0614" providerId="LiveId" clId="{E88FF8C2-1FC0-4C6E-A0F5-E99DA5F881DB}" dt="2020-11-15T17:41:09.908" v="812" actId="1076"/>
        <pc:sldMkLst>
          <pc:docMk/>
          <pc:sldMk cId="2219405526" sldId="360"/>
        </pc:sldMkLst>
        <pc:spChg chg="add mod">
          <ac:chgData name="Duy" userId="00f02d2ea35a0614" providerId="LiveId" clId="{E88FF8C2-1FC0-4C6E-A0F5-E99DA5F881DB}" dt="2020-11-15T17:41:09.908" v="812" actId="1076"/>
          <ac:spMkLst>
            <pc:docMk/>
            <pc:sldMk cId="2219405526" sldId="360"/>
            <ac:spMk id="8" creationId="{C50002B6-754D-42DA-9540-A0186C0312D0}"/>
          </ac:spMkLst>
        </pc:spChg>
        <pc:spChg chg="mod">
          <ac:chgData name="Duy" userId="00f02d2ea35a0614" providerId="LiveId" clId="{E88FF8C2-1FC0-4C6E-A0F5-E99DA5F881DB}" dt="2020-11-15T17:39:15.472" v="799"/>
          <ac:spMkLst>
            <pc:docMk/>
            <pc:sldMk cId="2219405526" sldId="360"/>
            <ac:spMk id="9" creationId="{0EB023FA-8FFE-411F-AD27-36D984880BF2}"/>
          </ac:spMkLst>
        </pc:spChg>
        <pc:picChg chg="del">
          <ac:chgData name="Duy" userId="00f02d2ea35a0614" providerId="LiveId" clId="{E88FF8C2-1FC0-4C6E-A0F5-E99DA5F881DB}" dt="2020-11-15T17:39:12.570" v="798" actId="478"/>
          <ac:picMkLst>
            <pc:docMk/>
            <pc:sldMk cId="2219405526" sldId="360"/>
            <ac:picMk id="6" creationId="{DCC8474F-715C-4112-A6C0-E2BE9F985DA6}"/>
          </ac:picMkLst>
        </pc:picChg>
      </pc:sldChg>
      <pc:sldChg chg="modSp mod">
        <pc:chgData name="Duy" userId="00f02d2ea35a0614" providerId="LiveId" clId="{E88FF8C2-1FC0-4C6E-A0F5-E99DA5F881DB}" dt="2020-11-15T17:49:38.070" v="859"/>
        <pc:sldMkLst>
          <pc:docMk/>
          <pc:sldMk cId="2511740448" sldId="361"/>
        </pc:sldMkLst>
        <pc:spChg chg="mod">
          <ac:chgData name="Duy" userId="00f02d2ea35a0614" providerId="LiveId" clId="{E88FF8C2-1FC0-4C6E-A0F5-E99DA5F881DB}" dt="2020-11-15T17:49:38.070" v="859"/>
          <ac:spMkLst>
            <pc:docMk/>
            <pc:sldMk cId="2511740448" sldId="361"/>
            <ac:spMk id="12" creationId="{D029A7D1-7AA0-4E29-8A04-79138B2FBE65}"/>
          </ac:spMkLst>
        </pc:spChg>
      </pc:sldChg>
      <pc:sldChg chg="addSp delSp modSp mod">
        <pc:chgData name="Duy" userId="00f02d2ea35a0614" providerId="LiveId" clId="{E88FF8C2-1FC0-4C6E-A0F5-E99DA5F881DB}" dt="2020-11-15T17:48:44.730" v="853"/>
        <pc:sldMkLst>
          <pc:docMk/>
          <pc:sldMk cId="1280942852" sldId="362"/>
        </pc:sldMkLst>
        <pc:spChg chg="add mod">
          <ac:chgData name="Duy" userId="00f02d2ea35a0614" providerId="LiveId" clId="{E88FF8C2-1FC0-4C6E-A0F5-E99DA5F881DB}" dt="2020-11-15T17:48:34.230" v="852" actId="207"/>
          <ac:spMkLst>
            <pc:docMk/>
            <pc:sldMk cId="1280942852" sldId="362"/>
            <ac:spMk id="9" creationId="{3EEAF1D1-CF3E-4E98-B7B9-DD23009B8902}"/>
          </ac:spMkLst>
        </pc:spChg>
        <pc:spChg chg="mod">
          <ac:chgData name="Duy" userId="00f02d2ea35a0614" providerId="LiveId" clId="{E88FF8C2-1FC0-4C6E-A0F5-E99DA5F881DB}" dt="2020-11-15T17:48:44.730" v="853"/>
          <ac:spMkLst>
            <pc:docMk/>
            <pc:sldMk cId="1280942852" sldId="362"/>
            <ac:spMk id="12" creationId="{D029A7D1-7AA0-4E29-8A04-79138B2FBE65}"/>
          </ac:spMkLst>
        </pc:spChg>
        <pc:picChg chg="add mod">
          <ac:chgData name="Duy" userId="00f02d2ea35a0614" providerId="LiveId" clId="{E88FF8C2-1FC0-4C6E-A0F5-E99DA5F881DB}" dt="2020-11-15T17:48:23.356" v="851"/>
          <ac:picMkLst>
            <pc:docMk/>
            <pc:sldMk cId="1280942852" sldId="362"/>
            <ac:picMk id="8" creationId="{715290CA-C090-4C8D-B7C6-9C23054C3EC6}"/>
          </ac:picMkLst>
        </pc:picChg>
        <pc:picChg chg="del">
          <ac:chgData name="Duy" userId="00f02d2ea35a0614" providerId="LiveId" clId="{E88FF8C2-1FC0-4C6E-A0F5-E99DA5F881DB}" dt="2020-11-15T17:48:21.756" v="850" actId="478"/>
          <ac:picMkLst>
            <pc:docMk/>
            <pc:sldMk cId="1280942852" sldId="362"/>
            <ac:picMk id="1026" creationId="{FE42E194-AEF0-4EC9-9F33-639F6267799E}"/>
          </ac:picMkLst>
        </pc:picChg>
      </pc:sldChg>
      <pc:sldChg chg="addSp delSp modSp mod">
        <pc:chgData name="Duy" userId="00f02d2ea35a0614" providerId="LiveId" clId="{E88FF8C2-1FC0-4C6E-A0F5-E99DA5F881DB}" dt="2020-11-15T17:49:45.591" v="860"/>
        <pc:sldMkLst>
          <pc:docMk/>
          <pc:sldMk cId="1551158582" sldId="363"/>
        </pc:sldMkLst>
        <pc:spChg chg="del">
          <ac:chgData name="Duy" userId="00f02d2ea35a0614" providerId="LiveId" clId="{E88FF8C2-1FC0-4C6E-A0F5-E99DA5F881DB}" dt="2020-11-15T17:49:25.017" v="856" actId="478"/>
          <ac:spMkLst>
            <pc:docMk/>
            <pc:sldMk cId="1551158582" sldId="363"/>
            <ac:spMk id="9" creationId="{ACAC3913-96C5-458D-BF1D-426D520E5AD0}"/>
          </ac:spMkLst>
        </pc:spChg>
        <pc:spChg chg="add mod">
          <ac:chgData name="Duy" userId="00f02d2ea35a0614" providerId="LiveId" clId="{E88FF8C2-1FC0-4C6E-A0F5-E99DA5F881DB}" dt="2020-11-15T17:49:29.200" v="858" actId="1076"/>
          <ac:spMkLst>
            <pc:docMk/>
            <pc:sldMk cId="1551158582" sldId="363"/>
            <ac:spMk id="10" creationId="{8C828A0F-CD6D-4F61-8777-A07AADE371D7}"/>
          </ac:spMkLst>
        </pc:spChg>
        <pc:spChg chg="del">
          <ac:chgData name="Duy" userId="00f02d2ea35a0614" providerId="LiveId" clId="{E88FF8C2-1FC0-4C6E-A0F5-E99DA5F881DB}" dt="2020-11-15T17:49:23.236" v="855" actId="478"/>
          <ac:spMkLst>
            <pc:docMk/>
            <pc:sldMk cId="1551158582" sldId="363"/>
            <ac:spMk id="11" creationId="{ED823A44-101A-4734-B16F-F494335CEBDD}"/>
          </ac:spMkLst>
        </pc:spChg>
        <pc:spChg chg="mod">
          <ac:chgData name="Duy" userId="00f02d2ea35a0614" providerId="LiveId" clId="{E88FF8C2-1FC0-4C6E-A0F5-E99DA5F881DB}" dt="2020-11-15T17:49:45.591" v="860"/>
          <ac:spMkLst>
            <pc:docMk/>
            <pc:sldMk cId="1551158582" sldId="363"/>
            <ac:spMk id="12" creationId="{D029A7D1-7AA0-4E29-8A04-79138B2FBE65}"/>
          </ac:spMkLst>
        </pc:spChg>
        <pc:picChg chg="del">
          <ac:chgData name="Duy" userId="00f02d2ea35a0614" providerId="LiveId" clId="{E88FF8C2-1FC0-4C6E-A0F5-E99DA5F881DB}" dt="2020-11-15T17:49:21.536" v="854" actId="478"/>
          <ac:picMkLst>
            <pc:docMk/>
            <pc:sldMk cId="1551158582" sldId="363"/>
            <ac:picMk id="3" creationId="{0F51B616-3B98-40FA-A092-5F639FE4DC82}"/>
          </ac:picMkLst>
        </pc:picChg>
      </pc:sldChg>
      <pc:sldChg chg="addSp delSp modSp mod">
        <pc:chgData name="Duy" userId="00f02d2ea35a0614" providerId="LiveId" clId="{E88FF8C2-1FC0-4C6E-A0F5-E99DA5F881DB}" dt="2020-11-15T17:50:35.496" v="956" actId="14100"/>
        <pc:sldMkLst>
          <pc:docMk/>
          <pc:sldMk cId="2056581746" sldId="364"/>
        </pc:sldMkLst>
        <pc:spChg chg="del">
          <ac:chgData name="Duy" userId="00f02d2ea35a0614" providerId="LiveId" clId="{E88FF8C2-1FC0-4C6E-A0F5-E99DA5F881DB}" dt="2020-11-15T17:50:04.597" v="863" actId="478"/>
          <ac:spMkLst>
            <pc:docMk/>
            <pc:sldMk cId="2056581746" sldId="364"/>
            <ac:spMk id="3" creationId="{23FBEC5A-657B-47A3-BE12-6BCB76FE9DD8}"/>
          </ac:spMkLst>
        </pc:spChg>
        <pc:spChg chg="del">
          <ac:chgData name="Duy" userId="00f02d2ea35a0614" providerId="LiveId" clId="{E88FF8C2-1FC0-4C6E-A0F5-E99DA5F881DB}" dt="2020-11-15T17:49:48.826" v="861" actId="478"/>
          <ac:spMkLst>
            <pc:docMk/>
            <pc:sldMk cId="2056581746" sldId="364"/>
            <ac:spMk id="8" creationId="{0FCCFB28-F79C-48CD-B32F-8C4048283E6B}"/>
          </ac:spMkLst>
        </pc:spChg>
        <pc:spChg chg="add mod">
          <ac:chgData name="Duy" userId="00f02d2ea35a0614" providerId="LiveId" clId="{E88FF8C2-1FC0-4C6E-A0F5-E99DA5F881DB}" dt="2020-11-15T17:50:13.807" v="871" actId="1035"/>
          <ac:spMkLst>
            <pc:docMk/>
            <pc:sldMk cId="2056581746" sldId="364"/>
            <ac:spMk id="9" creationId="{ABB95826-F5CE-4BDD-84D7-CD38D92B37F0}"/>
          </ac:spMkLst>
        </pc:spChg>
        <pc:spChg chg="add mod">
          <ac:chgData name="Duy" userId="00f02d2ea35a0614" providerId="LiveId" clId="{E88FF8C2-1FC0-4C6E-A0F5-E99DA5F881DB}" dt="2020-11-15T17:50:13.807" v="871" actId="1035"/>
          <ac:spMkLst>
            <pc:docMk/>
            <pc:sldMk cId="2056581746" sldId="364"/>
            <ac:spMk id="10" creationId="{8289FDEF-2F12-4583-ADAF-468E3333FED3}"/>
          </ac:spMkLst>
        </pc:spChg>
        <pc:spChg chg="add mod">
          <ac:chgData name="Duy" userId="00f02d2ea35a0614" providerId="LiveId" clId="{E88FF8C2-1FC0-4C6E-A0F5-E99DA5F881DB}" dt="2020-11-15T17:50:13.807" v="871" actId="1035"/>
          <ac:spMkLst>
            <pc:docMk/>
            <pc:sldMk cId="2056581746" sldId="364"/>
            <ac:spMk id="11" creationId="{9B4C72BA-BB3D-4CD3-928F-91CAC0F3015B}"/>
          </ac:spMkLst>
        </pc:spChg>
        <pc:spChg chg="mod">
          <ac:chgData name="Duy" userId="00f02d2ea35a0614" providerId="LiveId" clId="{E88FF8C2-1FC0-4C6E-A0F5-E99DA5F881DB}" dt="2020-11-15T17:50:35.496" v="956" actId="14100"/>
          <ac:spMkLst>
            <pc:docMk/>
            <pc:sldMk cId="2056581746" sldId="364"/>
            <ac:spMk id="12" creationId="{D029A7D1-7AA0-4E29-8A04-79138B2FBE65}"/>
          </ac:spMkLst>
        </pc:spChg>
        <pc:spChg chg="add mod">
          <ac:chgData name="Duy" userId="00f02d2ea35a0614" providerId="LiveId" clId="{E88FF8C2-1FC0-4C6E-A0F5-E99DA5F881DB}" dt="2020-11-15T17:50:13.807" v="871" actId="1035"/>
          <ac:spMkLst>
            <pc:docMk/>
            <pc:sldMk cId="2056581746" sldId="364"/>
            <ac:spMk id="13" creationId="{8A45D087-5216-4B8F-9D2E-2E60B69BA60D}"/>
          </ac:spMkLst>
        </pc:spChg>
        <pc:spChg chg="add mod">
          <ac:chgData name="Duy" userId="00f02d2ea35a0614" providerId="LiveId" clId="{E88FF8C2-1FC0-4C6E-A0F5-E99DA5F881DB}" dt="2020-11-15T17:50:13.807" v="871" actId="1035"/>
          <ac:spMkLst>
            <pc:docMk/>
            <pc:sldMk cId="2056581746" sldId="364"/>
            <ac:spMk id="14" creationId="{49AF44F8-C8BC-44DA-AD4C-C03BA5479FBB}"/>
          </ac:spMkLst>
        </pc:spChg>
        <pc:spChg chg="add mod">
          <ac:chgData name="Duy" userId="00f02d2ea35a0614" providerId="LiveId" clId="{E88FF8C2-1FC0-4C6E-A0F5-E99DA5F881DB}" dt="2020-11-15T17:50:13.807" v="871" actId="1035"/>
          <ac:spMkLst>
            <pc:docMk/>
            <pc:sldMk cId="2056581746" sldId="364"/>
            <ac:spMk id="15" creationId="{26AC8699-A185-4B61-B9B5-8DD741E36C58}"/>
          </ac:spMkLst>
        </pc:spChg>
        <pc:spChg chg="add mod">
          <ac:chgData name="Duy" userId="00f02d2ea35a0614" providerId="LiveId" clId="{E88FF8C2-1FC0-4C6E-A0F5-E99DA5F881DB}" dt="2020-11-15T17:50:13.807" v="871" actId="1035"/>
          <ac:spMkLst>
            <pc:docMk/>
            <pc:sldMk cId="2056581746" sldId="364"/>
            <ac:spMk id="16" creationId="{0C38C670-69AA-4DAC-AA46-D714260B0B1D}"/>
          </ac:spMkLst>
        </pc:spChg>
        <pc:spChg chg="add mod">
          <ac:chgData name="Duy" userId="00f02d2ea35a0614" providerId="LiveId" clId="{E88FF8C2-1FC0-4C6E-A0F5-E99DA5F881DB}" dt="2020-11-15T17:50:13.807" v="871" actId="1035"/>
          <ac:spMkLst>
            <pc:docMk/>
            <pc:sldMk cId="2056581746" sldId="364"/>
            <ac:spMk id="17" creationId="{D95A72D2-8F08-4B95-A171-64DF907BB94F}"/>
          </ac:spMkLst>
        </pc:spChg>
        <pc:spChg chg="add mod">
          <ac:chgData name="Duy" userId="00f02d2ea35a0614" providerId="LiveId" clId="{E88FF8C2-1FC0-4C6E-A0F5-E99DA5F881DB}" dt="2020-11-15T17:50:13.807" v="871" actId="1035"/>
          <ac:spMkLst>
            <pc:docMk/>
            <pc:sldMk cId="2056581746" sldId="364"/>
            <ac:spMk id="18" creationId="{6CF71D19-6726-4995-A76C-A9FE3955324B}"/>
          </ac:spMkLst>
        </pc:spChg>
        <pc:spChg chg="add mod">
          <ac:chgData name="Duy" userId="00f02d2ea35a0614" providerId="LiveId" clId="{E88FF8C2-1FC0-4C6E-A0F5-E99DA5F881DB}" dt="2020-11-15T17:50:13.807" v="871" actId="1035"/>
          <ac:spMkLst>
            <pc:docMk/>
            <pc:sldMk cId="2056581746" sldId="364"/>
            <ac:spMk id="19" creationId="{9FB8B4C9-7479-4013-8BDF-4E3F2338E5C5}"/>
          </ac:spMkLst>
        </pc:spChg>
        <pc:spChg chg="add mod">
          <ac:chgData name="Duy" userId="00f02d2ea35a0614" providerId="LiveId" clId="{E88FF8C2-1FC0-4C6E-A0F5-E99DA5F881DB}" dt="2020-11-15T17:50:13.807" v="871" actId="1035"/>
          <ac:spMkLst>
            <pc:docMk/>
            <pc:sldMk cId="2056581746" sldId="364"/>
            <ac:spMk id="20" creationId="{45102799-155B-4F7E-AC39-9B1711FB2232}"/>
          </ac:spMkLst>
        </pc:spChg>
        <pc:spChg chg="add mod">
          <ac:chgData name="Duy" userId="00f02d2ea35a0614" providerId="LiveId" clId="{E88FF8C2-1FC0-4C6E-A0F5-E99DA5F881DB}" dt="2020-11-15T17:50:13.807" v="871" actId="1035"/>
          <ac:spMkLst>
            <pc:docMk/>
            <pc:sldMk cId="2056581746" sldId="364"/>
            <ac:spMk id="21" creationId="{29589F78-4460-41D1-841C-BAB1354B3A84}"/>
          </ac:spMkLst>
        </pc:spChg>
        <pc:spChg chg="add mod">
          <ac:chgData name="Duy" userId="00f02d2ea35a0614" providerId="LiveId" clId="{E88FF8C2-1FC0-4C6E-A0F5-E99DA5F881DB}" dt="2020-11-15T17:50:13.807" v="871" actId="1035"/>
          <ac:spMkLst>
            <pc:docMk/>
            <pc:sldMk cId="2056581746" sldId="364"/>
            <ac:spMk id="22" creationId="{E3DDFFD3-6308-4DC4-B615-15BCE198C183}"/>
          </ac:spMkLst>
        </pc:spChg>
        <pc:spChg chg="add mod">
          <ac:chgData name="Duy" userId="00f02d2ea35a0614" providerId="LiveId" clId="{E88FF8C2-1FC0-4C6E-A0F5-E99DA5F881DB}" dt="2020-11-15T17:50:13.807" v="871" actId="1035"/>
          <ac:spMkLst>
            <pc:docMk/>
            <pc:sldMk cId="2056581746" sldId="364"/>
            <ac:spMk id="23" creationId="{3298B7E2-5ADC-4616-B48E-25200E779EB3}"/>
          </ac:spMkLst>
        </pc:spChg>
        <pc:spChg chg="add mod">
          <ac:chgData name="Duy" userId="00f02d2ea35a0614" providerId="LiveId" clId="{E88FF8C2-1FC0-4C6E-A0F5-E99DA5F881DB}" dt="2020-11-15T17:50:13.807" v="871" actId="1035"/>
          <ac:spMkLst>
            <pc:docMk/>
            <pc:sldMk cId="2056581746" sldId="364"/>
            <ac:spMk id="24" creationId="{C7AF2F6C-B85D-4BEB-BF90-49A37FC27919}"/>
          </ac:spMkLst>
        </pc:spChg>
        <pc:spChg chg="add mod">
          <ac:chgData name="Duy" userId="00f02d2ea35a0614" providerId="LiveId" clId="{E88FF8C2-1FC0-4C6E-A0F5-E99DA5F881DB}" dt="2020-11-15T17:50:13.807" v="871" actId="1035"/>
          <ac:spMkLst>
            <pc:docMk/>
            <pc:sldMk cId="2056581746" sldId="364"/>
            <ac:spMk id="25" creationId="{D21C5075-A4B7-4939-97F7-CB424951D8B6}"/>
          </ac:spMkLst>
        </pc:spChg>
        <pc:spChg chg="add mod">
          <ac:chgData name="Duy" userId="00f02d2ea35a0614" providerId="LiveId" clId="{E88FF8C2-1FC0-4C6E-A0F5-E99DA5F881DB}" dt="2020-11-15T17:50:13.807" v="871" actId="1035"/>
          <ac:spMkLst>
            <pc:docMk/>
            <pc:sldMk cId="2056581746" sldId="364"/>
            <ac:spMk id="26" creationId="{1759D3F2-F7F1-45A0-9F3B-3F282E2103A7}"/>
          </ac:spMkLst>
        </pc:spChg>
        <pc:spChg chg="add mod">
          <ac:chgData name="Duy" userId="00f02d2ea35a0614" providerId="LiveId" clId="{E88FF8C2-1FC0-4C6E-A0F5-E99DA5F881DB}" dt="2020-11-15T17:50:13.807" v="871" actId="1035"/>
          <ac:spMkLst>
            <pc:docMk/>
            <pc:sldMk cId="2056581746" sldId="364"/>
            <ac:spMk id="27" creationId="{646DC1FF-407A-4A4F-A6A6-86456483F87A}"/>
          </ac:spMkLst>
        </pc:spChg>
        <pc:spChg chg="add mod">
          <ac:chgData name="Duy" userId="00f02d2ea35a0614" providerId="LiveId" clId="{E88FF8C2-1FC0-4C6E-A0F5-E99DA5F881DB}" dt="2020-11-15T17:50:13.807" v="871" actId="1035"/>
          <ac:spMkLst>
            <pc:docMk/>
            <pc:sldMk cId="2056581746" sldId="364"/>
            <ac:spMk id="28" creationId="{397E0065-3439-4F4A-BFA7-917A11570E1D}"/>
          </ac:spMkLst>
        </pc:spChg>
        <pc:spChg chg="add mod">
          <ac:chgData name="Duy" userId="00f02d2ea35a0614" providerId="LiveId" clId="{E88FF8C2-1FC0-4C6E-A0F5-E99DA5F881DB}" dt="2020-11-15T17:50:13.807" v="871" actId="1035"/>
          <ac:spMkLst>
            <pc:docMk/>
            <pc:sldMk cId="2056581746" sldId="364"/>
            <ac:spMk id="29" creationId="{13C3C4FD-9084-4D09-A928-8F338D4073E0}"/>
          </ac:spMkLst>
        </pc:spChg>
        <pc:spChg chg="add mod">
          <ac:chgData name="Duy" userId="00f02d2ea35a0614" providerId="LiveId" clId="{E88FF8C2-1FC0-4C6E-A0F5-E99DA5F881DB}" dt="2020-11-15T17:50:13.807" v="871" actId="1035"/>
          <ac:spMkLst>
            <pc:docMk/>
            <pc:sldMk cId="2056581746" sldId="364"/>
            <ac:spMk id="30" creationId="{38DDF894-41FB-418F-A803-422955DA0D22}"/>
          </ac:spMkLst>
        </pc:spChg>
        <pc:spChg chg="add mod">
          <ac:chgData name="Duy" userId="00f02d2ea35a0614" providerId="LiveId" clId="{E88FF8C2-1FC0-4C6E-A0F5-E99DA5F881DB}" dt="2020-11-15T17:50:13.807" v="871" actId="1035"/>
          <ac:spMkLst>
            <pc:docMk/>
            <pc:sldMk cId="2056581746" sldId="364"/>
            <ac:spMk id="31" creationId="{8FD68691-4A12-4C0E-A7E9-1C43C963A4DB}"/>
          </ac:spMkLst>
        </pc:spChg>
        <pc:spChg chg="add mod">
          <ac:chgData name="Duy" userId="00f02d2ea35a0614" providerId="LiveId" clId="{E88FF8C2-1FC0-4C6E-A0F5-E99DA5F881DB}" dt="2020-11-15T17:50:13.807" v="871" actId="1035"/>
          <ac:spMkLst>
            <pc:docMk/>
            <pc:sldMk cId="2056581746" sldId="364"/>
            <ac:spMk id="32" creationId="{5F56248E-D914-44D6-AB51-BFD8C34247AD}"/>
          </ac:spMkLst>
        </pc:spChg>
        <pc:spChg chg="add mod">
          <ac:chgData name="Duy" userId="00f02d2ea35a0614" providerId="LiveId" clId="{E88FF8C2-1FC0-4C6E-A0F5-E99DA5F881DB}" dt="2020-11-15T17:50:13.807" v="871" actId="1035"/>
          <ac:spMkLst>
            <pc:docMk/>
            <pc:sldMk cId="2056581746" sldId="364"/>
            <ac:spMk id="33" creationId="{B1D8B917-4B73-42F5-B1B7-0E66D640B72A}"/>
          </ac:spMkLst>
        </pc:spChg>
        <pc:spChg chg="add mod">
          <ac:chgData name="Duy" userId="00f02d2ea35a0614" providerId="LiveId" clId="{E88FF8C2-1FC0-4C6E-A0F5-E99DA5F881DB}" dt="2020-11-15T17:50:13.807" v="871" actId="1035"/>
          <ac:spMkLst>
            <pc:docMk/>
            <pc:sldMk cId="2056581746" sldId="364"/>
            <ac:spMk id="34" creationId="{21E537CA-39BA-47FD-9F66-40D1F1860481}"/>
          </ac:spMkLst>
        </pc:spChg>
        <pc:spChg chg="add mod">
          <ac:chgData name="Duy" userId="00f02d2ea35a0614" providerId="LiveId" clId="{E88FF8C2-1FC0-4C6E-A0F5-E99DA5F881DB}" dt="2020-11-15T17:50:13.807" v="871" actId="1035"/>
          <ac:spMkLst>
            <pc:docMk/>
            <pc:sldMk cId="2056581746" sldId="364"/>
            <ac:spMk id="35" creationId="{383EACBA-B90F-4C86-A91E-62F8EF3A8A3C}"/>
          </ac:spMkLst>
        </pc:spChg>
      </pc:sldChg>
      <pc:sldChg chg="addSp delSp modSp mod">
        <pc:chgData name="Duy" userId="00f02d2ea35a0614" providerId="LiveId" clId="{E88FF8C2-1FC0-4C6E-A0F5-E99DA5F881DB}" dt="2020-11-15T17:53:56.178" v="1024" actId="108"/>
        <pc:sldMkLst>
          <pc:docMk/>
          <pc:sldMk cId="3893651048" sldId="365"/>
        </pc:sldMkLst>
        <pc:spChg chg="add mod">
          <ac:chgData name="Duy" userId="00f02d2ea35a0614" providerId="LiveId" clId="{E88FF8C2-1FC0-4C6E-A0F5-E99DA5F881DB}" dt="2020-11-15T17:53:56.178" v="1024" actId="108"/>
          <ac:spMkLst>
            <pc:docMk/>
            <pc:sldMk cId="3893651048" sldId="365"/>
            <ac:spMk id="8" creationId="{3CE51B9C-CCE4-439D-95EA-7356284C8340}"/>
          </ac:spMkLst>
        </pc:spChg>
        <pc:spChg chg="mod">
          <ac:chgData name="Duy" userId="00f02d2ea35a0614" providerId="LiveId" clId="{E88FF8C2-1FC0-4C6E-A0F5-E99DA5F881DB}" dt="2020-11-15T17:52:54.631" v="1008" actId="20577"/>
          <ac:spMkLst>
            <pc:docMk/>
            <pc:sldMk cId="3893651048" sldId="365"/>
            <ac:spMk id="12" creationId="{D029A7D1-7AA0-4E29-8A04-79138B2FBE65}"/>
          </ac:spMkLst>
        </pc:spChg>
        <pc:picChg chg="del">
          <ac:chgData name="Duy" userId="00f02d2ea35a0614" providerId="LiveId" clId="{E88FF8C2-1FC0-4C6E-A0F5-E99DA5F881DB}" dt="2020-11-15T17:51:57.357" v="967" actId="478"/>
          <ac:picMkLst>
            <pc:docMk/>
            <pc:sldMk cId="3893651048" sldId="365"/>
            <ac:picMk id="2050" creationId="{C55CFA56-999C-4605-8C4B-4AB532B66717}"/>
          </ac:picMkLst>
        </pc:picChg>
      </pc:sldChg>
      <pc:sldChg chg="addSp delSp modSp mod">
        <pc:chgData name="Duy" userId="00f02d2ea35a0614" providerId="LiveId" clId="{E88FF8C2-1FC0-4C6E-A0F5-E99DA5F881DB}" dt="2020-11-15T17:55:20.462" v="1094" actId="108"/>
        <pc:sldMkLst>
          <pc:docMk/>
          <pc:sldMk cId="2909840888" sldId="366"/>
        </pc:sldMkLst>
        <pc:spChg chg="mod">
          <ac:chgData name="Duy" userId="00f02d2ea35a0614" providerId="LiveId" clId="{E88FF8C2-1FC0-4C6E-A0F5-E99DA5F881DB}" dt="2020-11-15T17:54:35.581" v="1088" actId="20577"/>
          <ac:spMkLst>
            <pc:docMk/>
            <pc:sldMk cId="2909840888" sldId="366"/>
            <ac:spMk id="8" creationId="{AD6EC8F8-F9D2-4591-8377-F300BC18B61D}"/>
          </ac:spMkLst>
        </pc:spChg>
        <pc:spChg chg="add mod">
          <ac:chgData name="Duy" userId="00f02d2ea35a0614" providerId="LiveId" clId="{E88FF8C2-1FC0-4C6E-A0F5-E99DA5F881DB}" dt="2020-11-15T17:55:20.462" v="1094" actId="108"/>
          <ac:spMkLst>
            <pc:docMk/>
            <pc:sldMk cId="2909840888" sldId="366"/>
            <ac:spMk id="9" creationId="{EC260404-357F-4D36-BDDF-70EBB59758EA}"/>
          </ac:spMkLst>
        </pc:spChg>
        <pc:picChg chg="del">
          <ac:chgData name="Duy" userId="00f02d2ea35a0614" providerId="LiveId" clId="{E88FF8C2-1FC0-4C6E-A0F5-E99DA5F881DB}" dt="2020-11-15T17:54:04.960" v="1025" actId="478"/>
          <ac:picMkLst>
            <pc:docMk/>
            <pc:sldMk cId="2909840888" sldId="366"/>
            <ac:picMk id="3076" creationId="{69246F9D-E00F-4E68-B533-75CBF200DFF1}"/>
          </ac:picMkLst>
        </pc:picChg>
      </pc:sldChg>
      <pc:sldChg chg="addSp delSp modSp mod">
        <pc:chgData name="Duy" userId="00f02d2ea35a0614" providerId="LiveId" clId="{E88FF8C2-1FC0-4C6E-A0F5-E99DA5F881DB}" dt="2020-11-15T17:59:28.724" v="1145" actId="20577"/>
        <pc:sldMkLst>
          <pc:docMk/>
          <pc:sldMk cId="4143717754" sldId="367"/>
        </pc:sldMkLst>
        <pc:spChg chg="add mod">
          <ac:chgData name="Duy" userId="00f02d2ea35a0614" providerId="LiveId" clId="{E88FF8C2-1FC0-4C6E-A0F5-E99DA5F881DB}" dt="2020-11-15T17:58:55.469" v="1097" actId="1076"/>
          <ac:spMkLst>
            <pc:docMk/>
            <pc:sldMk cId="4143717754" sldId="367"/>
            <ac:spMk id="8" creationId="{75A274C6-B7DA-4A16-AD00-B9A7FF9527D6}"/>
          </ac:spMkLst>
        </pc:spChg>
        <pc:spChg chg="add mod">
          <ac:chgData name="Duy" userId="00f02d2ea35a0614" providerId="LiveId" clId="{E88FF8C2-1FC0-4C6E-A0F5-E99DA5F881DB}" dt="2020-11-15T17:58:55.469" v="1097" actId="1076"/>
          <ac:spMkLst>
            <pc:docMk/>
            <pc:sldMk cId="4143717754" sldId="367"/>
            <ac:spMk id="9" creationId="{78CA13FB-C1A0-4EDF-9EBF-E91F4E9A7D49}"/>
          </ac:spMkLst>
        </pc:spChg>
        <pc:spChg chg="add mod">
          <ac:chgData name="Duy" userId="00f02d2ea35a0614" providerId="LiveId" clId="{E88FF8C2-1FC0-4C6E-A0F5-E99DA5F881DB}" dt="2020-11-15T17:58:55.469" v="1097" actId="1076"/>
          <ac:spMkLst>
            <pc:docMk/>
            <pc:sldMk cId="4143717754" sldId="367"/>
            <ac:spMk id="10" creationId="{173FB6DB-B6C5-4D27-9D47-4A48175BB06F}"/>
          </ac:spMkLst>
        </pc:spChg>
        <pc:spChg chg="add mod">
          <ac:chgData name="Duy" userId="00f02d2ea35a0614" providerId="LiveId" clId="{E88FF8C2-1FC0-4C6E-A0F5-E99DA5F881DB}" dt="2020-11-15T17:58:55.469" v="1097" actId="1076"/>
          <ac:spMkLst>
            <pc:docMk/>
            <pc:sldMk cId="4143717754" sldId="367"/>
            <ac:spMk id="11" creationId="{7652D30A-2AEE-4567-871E-0B3795AE662E}"/>
          </ac:spMkLst>
        </pc:spChg>
        <pc:spChg chg="mod">
          <ac:chgData name="Duy" userId="00f02d2ea35a0614" providerId="LiveId" clId="{E88FF8C2-1FC0-4C6E-A0F5-E99DA5F881DB}" dt="2020-11-15T17:59:28.724" v="1145" actId="20577"/>
          <ac:spMkLst>
            <pc:docMk/>
            <pc:sldMk cId="4143717754" sldId="367"/>
            <ac:spMk id="12" creationId="{D029A7D1-7AA0-4E29-8A04-79138B2FBE65}"/>
          </ac:spMkLst>
        </pc:spChg>
        <pc:spChg chg="add mod">
          <ac:chgData name="Duy" userId="00f02d2ea35a0614" providerId="LiveId" clId="{E88FF8C2-1FC0-4C6E-A0F5-E99DA5F881DB}" dt="2020-11-15T17:58:55.469" v="1097" actId="1076"/>
          <ac:spMkLst>
            <pc:docMk/>
            <pc:sldMk cId="4143717754" sldId="367"/>
            <ac:spMk id="13" creationId="{14CC9978-B51F-450A-85C2-77CB0446BF0F}"/>
          </ac:spMkLst>
        </pc:spChg>
        <pc:spChg chg="add mod">
          <ac:chgData name="Duy" userId="00f02d2ea35a0614" providerId="LiveId" clId="{E88FF8C2-1FC0-4C6E-A0F5-E99DA5F881DB}" dt="2020-11-15T17:58:55.469" v="1097" actId="1076"/>
          <ac:spMkLst>
            <pc:docMk/>
            <pc:sldMk cId="4143717754" sldId="367"/>
            <ac:spMk id="14" creationId="{55D2C3A6-CD9D-4068-8D8E-35DCD3BF0761}"/>
          </ac:spMkLst>
        </pc:spChg>
        <pc:spChg chg="add mod">
          <ac:chgData name="Duy" userId="00f02d2ea35a0614" providerId="LiveId" clId="{E88FF8C2-1FC0-4C6E-A0F5-E99DA5F881DB}" dt="2020-11-15T17:58:55.469" v="1097" actId="1076"/>
          <ac:spMkLst>
            <pc:docMk/>
            <pc:sldMk cId="4143717754" sldId="367"/>
            <ac:spMk id="15" creationId="{D992E100-05A6-46CB-9F8A-E72C3245B515}"/>
          </ac:spMkLst>
        </pc:spChg>
        <pc:spChg chg="add mod">
          <ac:chgData name="Duy" userId="00f02d2ea35a0614" providerId="LiveId" clId="{E88FF8C2-1FC0-4C6E-A0F5-E99DA5F881DB}" dt="2020-11-15T17:58:55.469" v="1097" actId="1076"/>
          <ac:spMkLst>
            <pc:docMk/>
            <pc:sldMk cId="4143717754" sldId="367"/>
            <ac:spMk id="16" creationId="{591E62D9-B934-46D4-B098-948A6613EFB1}"/>
          </ac:spMkLst>
        </pc:spChg>
        <pc:spChg chg="add mod">
          <ac:chgData name="Duy" userId="00f02d2ea35a0614" providerId="LiveId" clId="{E88FF8C2-1FC0-4C6E-A0F5-E99DA5F881DB}" dt="2020-11-15T17:58:55.469" v="1097" actId="1076"/>
          <ac:spMkLst>
            <pc:docMk/>
            <pc:sldMk cId="4143717754" sldId="367"/>
            <ac:spMk id="17" creationId="{21BCBF61-2226-40F4-9DCD-041E97D88818}"/>
          </ac:spMkLst>
        </pc:spChg>
        <pc:spChg chg="add mod">
          <ac:chgData name="Duy" userId="00f02d2ea35a0614" providerId="LiveId" clId="{E88FF8C2-1FC0-4C6E-A0F5-E99DA5F881DB}" dt="2020-11-15T17:58:55.469" v="1097" actId="1076"/>
          <ac:spMkLst>
            <pc:docMk/>
            <pc:sldMk cId="4143717754" sldId="367"/>
            <ac:spMk id="18" creationId="{E3EE24FA-A926-46FB-B0C1-336610798737}"/>
          </ac:spMkLst>
        </pc:spChg>
        <pc:spChg chg="add mod">
          <ac:chgData name="Duy" userId="00f02d2ea35a0614" providerId="LiveId" clId="{E88FF8C2-1FC0-4C6E-A0F5-E99DA5F881DB}" dt="2020-11-15T17:58:55.469" v="1097" actId="1076"/>
          <ac:spMkLst>
            <pc:docMk/>
            <pc:sldMk cId="4143717754" sldId="367"/>
            <ac:spMk id="19" creationId="{ACF3D35A-4821-4E7D-9FBB-054460567751}"/>
          </ac:spMkLst>
        </pc:spChg>
        <pc:spChg chg="add mod">
          <ac:chgData name="Duy" userId="00f02d2ea35a0614" providerId="LiveId" clId="{E88FF8C2-1FC0-4C6E-A0F5-E99DA5F881DB}" dt="2020-11-15T17:58:55.469" v="1097" actId="1076"/>
          <ac:spMkLst>
            <pc:docMk/>
            <pc:sldMk cId="4143717754" sldId="367"/>
            <ac:spMk id="20" creationId="{ED0B2D25-0792-4F0B-98D0-3802BF156F3A}"/>
          </ac:spMkLst>
        </pc:spChg>
        <pc:spChg chg="add mod">
          <ac:chgData name="Duy" userId="00f02d2ea35a0614" providerId="LiveId" clId="{E88FF8C2-1FC0-4C6E-A0F5-E99DA5F881DB}" dt="2020-11-15T17:58:55.469" v="1097" actId="1076"/>
          <ac:spMkLst>
            <pc:docMk/>
            <pc:sldMk cId="4143717754" sldId="367"/>
            <ac:spMk id="21" creationId="{74EA3F2A-287F-4B01-B68F-85A8BC919839}"/>
          </ac:spMkLst>
        </pc:spChg>
        <pc:spChg chg="add mod">
          <ac:chgData name="Duy" userId="00f02d2ea35a0614" providerId="LiveId" clId="{E88FF8C2-1FC0-4C6E-A0F5-E99DA5F881DB}" dt="2020-11-15T17:58:55.469" v="1097" actId="1076"/>
          <ac:spMkLst>
            <pc:docMk/>
            <pc:sldMk cId="4143717754" sldId="367"/>
            <ac:spMk id="22" creationId="{56D30BA6-F872-466B-87A6-A274ACC338C6}"/>
          </ac:spMkLst>
        </pc:spChg>
        <pc:picChg chg="del">
          <ac:chgData name="Duy" userId="00f02d2ea35a0614" providerId="LiveId" clId="{E88FF8C2-1FC0-4C6E-A0F5-E99DA5F881DB}" dt="2020-11-15T17:58:50.536" v="1095" actId="478"/>
          <ac:picMkLst>
            <pc:docMk/>
            <pc:sldMk cId="4143717754" sldId="367"/>
            <ac:picMk id="4098" creationId="{BE1C60AA-1FB9-491D-889C-466DA963CED1}"/>
          </ac:picMkLst>
        </pc:picChg>
      </pc:sldChg>
      <pc:sldChg chg="addSp delSp modSp mod ord">
        <pc:chgData name="Duy" userId="00f02d2ea35a0614" providerId="LiveId" clId="{E88FF8C2-1FC0-4C6E-A0F5-E99DA5F881DB}" dt="2020-11-15T18:07:07.529" v="1246"/>
        <pc:sldMkLst>
          <pc:docMk/>
          <pc:sldMk cId="1288274289" sldId="368"/>
        </pc:sldMkLst>
        <pc:spChg chg="mod">
          <ac:chgData name="Duy" userId="00f02d2ea35a0614" providerId="LiveId" clId="{E88FF8C2-1FC0-4C6E-A0F5-E99DA5F881DB}" dt="2020-11-15T18:00:54.467" v="1217" actId="20577"/>
          <ac:spMkLst>
            <pc:docMk/>
            <pc:sldMk cId="1288274289" sldId="368"/>
            <ac:spMk id="12" creationId="{D029A7D1-7AA0-4E29-8A04-79138B2FBE65}"/>
          </ac:spMkLst>
        </pc:spChg>
        <pc:picChg chg="add mod ord">
          <ac:chgData name="Duy" userId="00f02d2ea35a0614" providerId="LiveId" clId="{E88FF8C2-1FC0-4C6E-A0F5-E99DA5F881DB}" dt="2020-11-15T18:00:32.012" v="1148" actId="26606"/>
          <ac:picMkLst>
            <pc:docMk/>
            <pc:sldMk cId="1288274289" sldId="368"/>
            <ac:picMk id="2" creationId="{9996FEB3-5456-4B68-84E6-08FF75597956}"/>
          </ac:picMkLst>
        </pc:picChg>
        <pc:picChg chg="del">
          <ac:chgData name="Duy" userId="00f02d2ea35a0614" providerId="LiveId" clId="{E88FF8C2-1FC0-4C6E-A0F5-E99DA5F881DB}" dt="2020-11-15T18:00:26.968" v="1146" actId="478"/>
          <ac:picMkLst>
            <pc:docMk/>
            <pc:sldMk cId="1288274289" sldId="368"/>
            <ac:picMk id="5122" creationId="{7EB25542-737A-429C-8A66-BE848F9C0E13}"/>
          </ac:picMkLst>
        </pc:picChg>
      </pc:sldChg>
      <pc:sldChg chg="del">
        <pc:chgData name="Duy" userId="00f02d2ea35a0614" providerId="LiveId" clId="{E88FF8C2-1FC0-4C6E-A0F5-E99DA5F881DB}" dt="2020-11-15T19:15:22.248" v="3884" actId="47"/>
        <pc:sldMkLst>
          <pc:docMk/>
          <pc:sldMk cId="787621175" sldId="369"/>
        </pc:sldMkLst>
      </pc:sldChg>
      <pc:sldChg chg="delSp del mod">
        <pc:chgData name="Duy" userId="00f02d2ea35a0614" providerId="LiveId" clId="{E88FF8C2-1FC0-4C6E-A0F5-E99DA5F881DB}" dt="2020-11-15T18:01:36.449" v="1220" actId="47"/>
        <pc:sldMkLst>
          <pc:docMk/>
          <pc:sldMk cId="1598254052" sldId="370"/>
        </pc:sldMkLst>
        <pc:spChg chg="del">
          <ac:chgData name="Duy" userId="00f02d2ea35a0614" providerId="LiveId" clId="{E88FF8C2-1FC0-4C6E-A0F5-E99DA5F881DB}" dt="2020-11-15T18:01:28.319" v="1218" actId="478"/>
          <ac:spMkLst>
            <pc:docMk/>
            <pc:sldMk cId="1598254052" sldId="370"/>
            <ac:spMk id="8" creationId="{EB7D7510-2208-4943-BD40-9A0BC807594A}"/>
          </ac:spMkLst>
        </pc:spChg>
        <pc:spChg chg="del">
          <ac:chgData name="Duy" userId="00f02d2ea35a0614" providerId="LiveId" clId="{E88FF8C2-1FC0-4C6E-A0F5-E99DA5F881DB}" dt="2020-11-15T18:01:30.017" v="1219" actId="478"/>
          <ac:spMkLst>
            <pc:docMk/>
            <pc:sldMk cId="1598254052" sldId="370"/>
            <ac:spMk id="9" creationId="{8DC1EB38-B664-4773-B59B-E0F0E879BF10}"/>
          </ac:spMkLst>
        </pc:spChg>
      </pc:sldChg>
      <pc:sldChg chg="del">
        <pc:chgData name="Duy" userId="00f02d2ea35a0614" providerId="LiveId" clId="{E88FF8C2-1FC0-4C6E-A0F5-E99DA5F881DB}" dt="2020-11-15T19:15:22.248" v="3884" actId="47"/>
        <pc:sldMkLst>
          <pc:docMk/>
          <pc:sldMk cId="815308025" sldId="371"/>
        </pc:sldMkLst>
      </pc:sldChg>
      <pc:sldChg chg="del">
        <pc:chgData name="Duy" userId="00f02d2ea35a0614" providerId="LiveId" clId="{E88FF8C2-1FC0-4C6E-A0F5-E99DA5F881DB}" dt="2020-11-15T19:15:22.248" v="3884" actId="47"/>
        <pc:sldMkLst>
          <pc:docMk/>
          <pc:sldMk cId="527247217" sldId="372"/>
        </pc:sldMkLst>
      </pc:sldChg>
      <pc:sldChg chg="del">
        <pc:chgData name="Duy" userId="00f02d2ea35a0614" providerId="LiveId" clId="{E88FF8C2-1FC0-4C6E-A0F5-E99DA5F881DB}" dt="2020-11-15T19:17:46.898" v="3907" actId="47"/>
        <pc:sldMkLst>
          <pc:docMk/>
          <pc:sldMk cId="3586218099" sldId="373"/>
        </pc:sldMkLst>
      </pc:sldChg>
      <pc:sldChg chg="del">
        <pc:chgData name="Duy" userId="00f02d2ea35a0614" providerId="LiveId" clId="{E88FF8C2-1FC0-4C6E-A0F5-E99DA5F881DB}" dt="2020-11-15T19:17:46.898" v="3907" actId="47"/>
        <pc:sldMkLst>
          <pc:docMk/>
          <pc:sldMk cId="2102372122" sldId="374"/>
        </pc:sldMkLst>
      </pc:sldChg>
      <pc:sldChg chg="del">
        <pc:chgData name="Duy" userId="00f02d2ea35a0614" providerId="LiveId" clId="{E88FF8C2-1FC0-4C6E-A0F5-E99DA5F881DB}" dt="2020-11-15T19:17:46.898" v="3907" actId="47"/>
        <pc:sldMkLst>
          <pc:docMk/>
          <pc:sldMk cId="2055127272" sldId="375"/>
        </pc:sldMkLst>
      </pc:sldChg>
      <pc:sldChg chg="del">
        <pc:chgData name="Duy" userId="00f02d2ea35a0614" providerId="LiveId" clId="{E88FF8C2-1FC0-4C6E-A0F5-E99DA5F881DB}" dt="2020-11-15T19:17:46.898" v="3907" actId="47"/>
        <pc:sldMkLst>
          <pc:docMk/>
          <pc:sldMk cId="112645581" sldId="376"/>
        </pc:sldMkLst>
      </pc:sldChg>
      <pc:sldChg chg="del">
        <pc:chgData name="Duy" userId="00f02d2ea35a0614" providerId="LiveId" clId="{E88FF8C2-1FC0-4C6E-A0F5-E99DA5F881DB}" dt="2020-11-15T19:17:46.898" v="3907" actId="47"/>
        <pc:sldMkLst>
          <pc:docMk/>
          <pc:sldMk cId="2636338463" sldId="377"/>
        </pc:sldMkLst>
      </pc:sldChg>
      <pc:sldChg chg="del">
        <pc:chgData name="Duy" userId="00f02d2ea35a0614" providerId="LiveId" clId="{E88FF8C2-1FC0-4C6E-A0F5-E99DA5F881DB}" dt="2020-11-15T19:17:46.898" v="3907" actId="47"/>
        <pc:sldMkLst>
          <pc:docMk/>
          <pc:sldMk cId="41495362" sldId="378"/>
        </pc:sldMkLst>
      </pc:sldChg>
      <pc:sldChg chg="del">
        <pc:chgData name="Duy" userId="00f02d2ea35a0614" providerId="LiveId" clId="{E88FF8C2-1FC0-4C6E-A0F5-E99DA5F881DB}" dt="2020-11-15T19:15:22.248" v="3884" actId="47"/>
        <pc:sldMkLst>
          <pc:docMk/>
          <pc:sldMk cId="2437654240" sldId="380"/>
        </pc:sldMkLst>
      </pc:sldChg>
      <pc:sldChg chg="del">
        <pc:chgData name="Duy" userId="00f02d2ea35a0614" providerId="LiveId" clId="{E88FF8C2-1FC0-4C6E-A0F5-E99DA5F881DB}" dt="2020-11-15T19:15:22.248" v="3884" actId="47"/>
        <pc:sldMkLst>
          <pc:docMk/>
          <pc:sldMk cId="2697983107" sldId="381"/>
        </pc:sldMkLst>
      </pc:sldChg>
      <pc:sldChg chg="del">
        <pc:chgData name="Duy" userId="00f02d2ea35a0614" providerId="LiveId" clId="{E88FF8C2-1FC0-4C6E-A0F5-E99DA5F881DB}" dt="2020-11-15T19:15:22.248" v="3884" actId="47"/>
        <pc:sldMkLst>
          <pc:docMk/>
          <pc:sldMk cId="2044732851" sldId="382"/>
        </pc:sldMkLst>
      </pc:sldChg>
      <pc:sldChg chg="addSp delSp modSp add mod">
        <pc:chgData name="Duy" userId="00f02d2ea35a0614" providerId="LiveId" clId="{E88FF8C2-1FC0-4C6E-A0F5-E99DA5F881DB}" dt="2020-11-15T18:59:20.925" v="3435" actId="20577"/>
        <pc:sldMkLst>
          <pc:docMk/>
          <pc:sldMk cId="3214864969" sldId="383"/>
        </pc:sldMkLst>
        <pc:spChg chg="add del mod">
          <ac:chgData name="Duy" userId="00f02d2ea35a0614" providerId="LiveId" clId="{E88FF8C2-1FC0-4C6E-A0F5-E99DA5F881DB}" dt="2020-11-15T17:21:39.333" v="665" actId="478"/>
          <ac:spMkLst>
            <pc:docMk/>
            <pc:sldMk cId="3214864969" sldId="383"/>
            <ac:spMk id="3" creationId="{B0D04675-DC46-4D65-8D41-E237AFA40C86}"/>
          </ac:spMkLst>
        </pc:spChg>
        <pc:spChg chg="mod">
          <ac:chgData name="Duy" userId="00f02d2ea35a0614" providerId="LiveId" clId="{E88FF8C2-1FC0-4C6E-A0F5-E99DA5F881DB}" dt="2020-11-15T18:59:20.925" v="3435" actId="20577"/>
          <ac:spMkLst>
            <pc:docMk/>
            <pc:sldMk cId="3214864969" sldId="383"/>
            <ac:spMk id="8" creationId="{B2FF6409-4E60-4CE2-AD9E-3EDF7577D9CF}"/>
          </ac:spMkLst>
        </pc:spChg>
        <pc:spChg chg="del">
          <ac:chgData name="Duy" userId="00f02d2ea35a0614" providerId="LiveId" clId="{E88FF8C2-1FC0-4C6E-A0F5-E99DA5F881DB}" dt="2020-11-15T17:21:37.194" v="664" actId="478"/>
          <ac:spMkLst>
            <pc:docMk/>
            <pc:sldMk cId="3214864969" sldId="383"/>
            <ac:spMk id="12" creationId="{D029A7D1-7AA0-4E29-8A04-79138B2FBE65}"/>
          </ac:spMkLst>
        </pc:spChg>
      </pc:sldChg>
      <pc:sldChg chg="modSp add mod">
        <pc:chgData name="Duy" userId="00f02d2ea35a0614" providerId="LiveId" clId="{E88FF8C2-1FC0-4C6E-A0F5-E99DA5F881DB}" dt="2020-11-15T17:43:41.056" v="849" actId="113"/>
        <pc:sldMkLst>
          <pc:docMk/>
          <pc:sldMk cId="4271796237" sldId="384"/>
        </pc:sldMkLst>
        <pc:spChg chg="mod">
          <ac:chgData name="Duy" userId="00f02d2ea35a0614" providerId="LiveId" clId="{E88FF8C2-1FC0-4C6E-A0F5-E99DA5F881DB}" dt="2020-11-15T17:43:41.056" v="849" actId="113"/>
          <ac:spMkLst>
            <pc:docMk/>
            <pc:sldMk cId="4271796237" sldId="384"/>
            <ac:spMk id="8" creationId="{C50002B6-754D-42DA-9540-A0186C0312D0}"/>
          </ac:spMkLst>
        </pc:spChg>
        <pc:spChg chg="mod">
          <ac:chgData name="Duy" userId="00f02d2ea35a0614" providerId="LiveId" clId="{E88FF8C2-1FC0-4C6E-A0F5-E99DA5F881DB}" dt="2020-11-15T17:42:17.869" v="842" actId="1076"/>
          <ac:spMkLst>
            <pc:docMk/>
            <pc:sldMk cId="4271796237" sldId="384"/>
            <ac:spMk id="9" creationId="{0EB023FA-8FFE-411F-AD27-36D984880BF2}"/>
          </ac:spMkLst>
        </pc:spChg>
      </pc:sldChg>
      <pc:sldChg chg="modSp add mod">
        <pc:chgData name="Duy" userId="00f02d2ea35a0614" providerId="LiveId" clId="{E88FF8C2-1FC0-4C6E-A0F5-E99DA5F881DB}" dt="2020-11-15T18:59:06.352" v="3384" actId="20577"/>
        <pc:sldMkLst>
          <pc:docMk/>
          <pc:sldMk cId="2815726790" sldId="385"/>
        </pc:sldMkLst>
        <pc:spChg chg="mod">
          <ac:chgData name="Duy" userId="00f02d2ea35a0614" providerId="LiveId" clId="{E88FF8C2-1FC0-4C6E-A0F5-E99DA5F881DB}" dt="2020-11-15T18:59:06.352" v="3384" actId="20577"/>
          <ac:spMkLst>
            <pc:docMk/>
            <pc:sldMk cId="2815726790" sldId="385"/>
            <ac:spMk id="8" creationId="{B2FF6409-4E60-4CE2-AD9E-3EDF7577D9CF}"/>
          </ac:spMkLst>
        </pc:spChg>
      </pc:sldChg>
      <pc:sldChg chg="addSp delSp modSp add mod">
        <pc:chgData name="Duy" userId="00f02d2ea35a0614" providerId="LiveId" clId="{E88FF8C2-1FC0-4C6E-A0F5-E99DA5F881DB}" dt="2020-11-15T18:07:24.450" v="1303" actId="20577"/>
        <pc:sldMkLst>
          <pc:docMk/>
          <pc:sldMk cId="1345362325" sldId="386"/>
        </pc:sldMkLst>
        <pc:spChg chg="mod">
          <ac:chgData name="Duy" userId="00f02d2ea35a0614" providerId="LiveId" clId="{E88FF8C2-1FC0-4C6E-A0F5-E99DA5F881DB}" dt="2020-11-15T18:05:40.978" v="1244" actId="26606"/>
          <ac:spMkLst>
            <pc:docMk/>
            <pc:sldMk cId="1345362325" sldId="386"/>
            <ac:spMk id="4" creationId="{E4954D5F-BECC-4828-B494-FFADF13EB5CD}"/>
          </ac:spMkLst>
        </pc:spChg>
        <pc:spChg chg="mod">
          <ac:chgData name="Duy" userId="00f02d2ea35a0614" providerId="LiveId" clId="{E88FF8C2-1FC0-4C6E-A0F5-E99DA5F881DB}" dt="2020-11-15T18:05:40.978" v="1244" actId="26606"/>
          <ac:spMkLst>
            <pc:docMk/>
            <pc:sldMk cId="1345362325" sldId="386"/>
            <ac:spMk id="5" creationId="{1042924C-8624-405A-9007-FCFE2D620348}"/>
          </ac:spMkLst>
        </pc:spChg>
        <pc:spChg chg="mod">
          <ac:chgData name="Duy" userId="00f02d2ea35a0614" providerId="LiveId" clId="{E88FF8C2-1FC0-4C6E-A0F5-E99DA5F881DB}" dt="2020-11-15T18:05:40.978" v="1244" actId="26606"/>
          <ac:spMkLst>
            <pc:docMk/>
            <pc:sldMk cId="1345362325" sldId="386"/>
            <ac:spMk id="7" creationId="{C017288B-7B56-41C5-B8D7-781697A7E9A9}"/>
          </ac:spMkLst>
        </pc:spChg>
        <pc:spChg chg="del">
          <ac:chgData name="Duy" userId="00f02d2ea35a0614" providerId="LiveId" clId="{E88FF8C2-1FC0-4C6E-A0F5-E99DA5F881DB}" dt="2020-11-15T18:01:42.669" v="1223" actId="478"/>
          <ac:spMkLst>
            <pc:docMk/>
            <pc:sldMk cId="1345362325" sldId="386"/>
            <ac:spMk id="9" creationId="{86F61ADF-BC4B-46F4-AE9E-A7036A7DD644}"/>
          </ac:spMkLst>
        </pc:spChg>
        <pc:spChg chg="mod">
          <ac:chgData name="Duy" userId="00f02d2ea35a0614" providerId="LiveId" clId="{E88FF8C2-1FC0-4C6E-A0F5-E99DA5F881DB}" dt="2020-11-15T18:07:24.450" v="1303" actId="20577"/>
          <ac:spMkLst>
            <pc:docMk/>
            <pc:sldMk cId="1345362325" sldId="386"/>
            <ac:spMk id="12" creationId="{D029A7D1-7AA0-4E29-8A04-79138B2FBE65}"/>
          </ac:spMkLst>
        </pc:spChg>
        <pc:picChg chg="add mod ord">
          <ac:chgData name="Duy" userId="00f02d2ea35a0614" providerId="LiveId" clId="{E88FF8C2-1FC0-4C6E-A0F5-E99DA5F881DB}" dt="2020-11-15T18:05:40.978" v="1244" actId="26606"/>
          <ac:picMkLst>
            <pc:docMk/>
            <pc:sldMk cId="1345362325" sldId="386"/>
            <ac:picMk id="3" creationId="{A5E5202A-51AB-4F56-9883-A7E9FA94F5B1}"/>
          </ac:picMkLst>
        </pc:picChg>
        <pc:picChg chg="del">
          <ac:chgData name="Duy" userId="00f02d2ea35a0614" providerId="LiveId" clId="{E88FF8C2-1FC0-4C6E-A0F5-E99DA5F881DB}" dt="2020-11-15T18:01:41.157" v="1222" actId="478"/>
          <ac:picMkLst>
            <pc:docMk/>
            <pc:sldMk cId="1345362325" sldId="386"/>
            <ac:picMk id="6148" creationId="{94509125-E79F-47E0-ADE5-85DA070A3166}"/>
          </ac:picMkLst>
        </pc:picChg>
      </pc:sldChg>
      <pc:sldChg chg="addSp modSp add mod">
        <pc:chgData name="Duy" userId="00f02d2ea35a0614" providerId="LiveId" clId="{E88FF8C2-1FC0-4C6E-A0F5-E99DA5F881DB}" dt="2020-11-15T18:12:47.895" v="1512" actId="20577"/>
        <pc:sldMkLst>
          <pc:docMk/>
          <pc:sldMk cId="608181917" sldId="387"/>
        </pc:sldMkLst>
        <pc:spChg chg="add mod">
          <ac:chgData name="Duy" userId="00f02d2ea35a0614" providerId="LiveId" clId="{E88FF8C2-1FC0-4C6E-A0F5-E99DA5F881DB}" dt="2020-11-15T18:12:40.659" v="1471" actId="1076"/>
          <ac:spMkLst>
            <pc:docMk/>
            <pc:sldMk cId="608181917" sldId="387"/>
            <ac:spMk id="6" creationId="{1BE27DD3-3164-4D9A-8DBE-EE9AE33565BB}"/>
          </ac:spMkLst>
        </pc:spChg>
        <pc:spChg chg="mod">
          <ac:chgData name="Duy" userId="00f02d2ea35a0614" providerId="LiveId" clId="{E88FF8C2-1FC0-4C6E-A0F5-E99DA5F881DB}" dt="2020-11-15T18:12:47.895" v="1512" actId="20577"/>
          <ac:spMkLst>
            <pc:docMk/>
            <pc:sldMk cId="608181917" sldId="387"/>
            <ac:spMk id="12" creationId="{D029A7D1-7AA0-4E29-8A04-79138B2FBE65}"/>
          </ac:spMkLst>
        </pc:spChg>
      </pc:sldChg>
      <pc:sldChg chg="addSp modSp add mod">
        <pc:chgData name="Duy" userId="00f02d2ea35a0614" providerId="LiveId" clId="{E88FF8C2-1FC0-4C6E-A0F5-E99DA5F881DB}" dt="2020-11-15T18:15:39.429" v="1546" actId="20577"/>
        <pc:sldMkLst>
          <pc:docMk/>
          <pc:sldMk cId="1547024247" sldId="388"/>
        </pc:sldMkLst>
        <pc:spChg chg="add mod">
          <ac:chgData name="Duy" userId="00f02d2ea35a0614" providerId="LiveId" clId="{E88FF8C2-1FC0-4C6E-A0F5-E99DA5F881DB}" dt="2020-11-15T18:15:27.164" v="1516" actId="5793"/>
          <ac:spMkLst>
            <pc:docMk/>
            <pc:sldMk cId="1547024247" sldId="388"/>
            <ac:spMk id="6" creationId="{38F1AA34-6451-44D7-9DCD-683A1AF2FE62}"/>
          </ac:spMkLst>
        </pc:spChg>
        <pc:spChg chg="add mod">
          <ac:chgData name="Duy" userId="00f02d2ea35a0614" providerId="LiveId" clId="{E88FF8C2-1FC0-4C6E-A0F5-E99DA5F881DB}" dt="2020-11-15T18:15:24.719" v="1515" actId="113"/>
          <ac:spMkLst>
            <pc:docMk/>
            <pc:sldMk cId="1547024247" sldId="388"/>
            <ac:spMk id="8" creationId="{2B6E7734-A8DC-43B4-84F2-5F667488E593}"/>
          </ac:spMkLst>
        </pc:spChg>
        <pc:spChg chg="mod">
          <ac:chgData name="Duy" userId="00f02d2ea35a0614" providerId="LiveId" clId="{E88FF8C2-1FC0-4C6E-A0F5-E99DA5F881DB}" dt="2020-11-15T18:15:39.429" v="1546" actId="20577"/>
          <ac:spMkLst>
            <pc:docMk/>
            <pc:sldMk cId="1547024247" sldId="388"/>
            <ac:spMk id="12" creationId="{D029A7D1-7AA0-4E29-8A04-79138B2FBE65}"/>
          </ac:spMkLst>
        </pc:spChg>
        <pc:spChg chg="add mod">
          <ac:chgData name="Duy" userId="00f02d2ea35a0614" providerId="LiveId" clId="{E88FF8C2-1FC0-4C6E-A0F5-E99DA5F881DB}" dt="2020-11-15T18:15:13.375" v="1514" actId="1076"/>
          <ac:spMkLst>
            <pc:docMk/>
            <pc:sldMk cId="1547024247" sldId="388"/>
            <ac:spMk id="13" creationId="{0A79603F-71A5-4C13-886E-37D2E7622676}"/>
          </ac:spMkLst>
        </pc:spChg>
        <pc:spChg chg="add mod">
          <ac:chgData name="Duy" userId="00f02d2ea35a0614" providerId="LiveId" clId="{E88FF8C2-1FC0-4C6E-A0F5-E99DA5F881DB}" dt="2020-11-15T18:15:13.375" v="1514" actId="1076"/>
          <ac:spMkLst>
            <pc:docMk/>
            <pc:sldMk cId="1547024247" sldId="388"/>
            <ac:spMk id="14" creationId="{5FA24047-A66A-4BDF-B124-F608847AD933}"/>
          </ac:spMkLst>
        </pc:spChg>
        <pc:spChg chg="add mod">
          <ac:chgData name="Duy" userId="00f02d2ea35a0614" providerId="LiveId" clId="{E88FF8C2-1FC0-4C6E-A0F5-E99DA5F881DB}" dt="2020-11-15T18:15:13.375" v="1514" actId="1076"/>
          <ac:spMkLst>
            <pc:docMk/>
            <pc:sldMk cId="1547024247" sldId="388"/>
            <ac:spMk id="15" creationId="{1CA97F7A-1F4C-4248-B621-0E9C684B3BCF}"/>
          </ac:spMkLst>
        </pc:spChg>
        <pc:spChg chg="add mod">
          <ac:chgData name="Duy" userId="00f02d2ea35a0614" providerId="LiveId" clId="{E88FF8C2-1FC0-4C6E-A0F5-E99DA5F881DB}" dt="2020-11-15T18:15:13.375" v="1514" actId="1076"/>
          <ac:spMkLst>
            <pc:docMk/>
            <pc:sldMk cId="1547024247" sldId="388"/>
            <ac:spMk id="17" creationId="{B386C8DF-2E59-4693-A735-747CA6CCFC11}"/>
          </ac:spMkLst>
        </pc:spChg>
        <pc:spChg chg="add mod">
          <ac:chgData name="Duy" userId="00f02d2ea35a0614" providerId="LiveId" clId="{E88FF8C2-1FC0-4C6E-A0F5-E99DA5F881DB}" dt="2020-11-15T18:15:13.375" v="1514" actId="1076"/>
          <ac:spMkLst>
            <pc:docMk/>
            <pc:sldMk cId="1547024247" sldId="388"/>
            <ac:spMk id="18" creationId="{999FC6A2-08E3-4AEF-A9FC-8ED9477E51E2}"/>
          </ac:spMkLst>
        </pc:spChg>
        <pc:spChg chg="add mod">
          <ac:chgData name="Duy" userId="00f02d2ea35a0614" providerId="LiveId" clId="{E88FF8C2-1FC0-4C6E-A0F5-E99DA5F881DB}" dt="2020-11-15T18:15:13.375" v="1514" actId="1076"/>
          <ac:spMkLst>
            <pc:docMk/>
            <pc:sldMk cId="1547024247" sldId="388"/>
            <ac:spMk id="19" creationId="{A87F23FD-0473-4816-930E-86336952976B}"/>
          </ac:spMkLst>
        </pc:spChg>
        <pc:spChg chg="add mod">
          <ac:chgData name="Duy" userId="00f02d2ea35a0614" providerId="LiveId" clId="{E88FF8C2-1FC0-4C6E-A0F5-E99DA5F881DB}" dt="2020-11-15T18:15:13.375" v="1514" actId="1076"/>
          <ac:spMkLst>
            <pc:docMk/>
            <pc:sldMk cId="1547024247" sldId="388"/>
            <ac:spMk id="25" creationId="{FAEE4591-4B12-4EC2-A129-7C8C324FF059}"/>
          </ac:spMkLst>
        </pc:spChg>
        <pc:spChg chg="add mod">
          <ac:chgData name="Duy" userId="00f02d2ea35a0614" providerId="LiveId" clId="{E88FF8C2-1FC0-4C6E-A0F5-E99DA5F881DB}" dt="2020-11-15T18:15:13.375" v="1514" actId="1076"/>
          <ac:spMkLst>
            <pc:docMk/>
            <pc:sldMk cId="1547024247" sldId="388"/>
            <ac:spMk id="26" creationId="{A17BB7BD-2FB7-44B4-B01C-D5A2038FA32D}"/>
          </ac:spMkLst>
        </pc:spChg>
        <pc:grpChg chg="add mod">
          <ac:chgData name="Duy" userId="00f02d2ea35a0614" providerId="LiveId" clId="{E88FF8C2-1FC0-4C6E-A0F5-E99DA5F881DB}" dt="2020-11-15T18:15:13.375" v="1514" actId="1076"/>
          <ac:grpSpMkLst>
            <pc:docMk/>
            <pc:sldMk cId="1547024247" sldId="388"/>
            <ac:grpSpMk id="16" creationId="{3E64920E-8397-48A2-BBED-90FBC16FAA59}"/>
          </ac:grpSpMkLst>
        </pc:grpChg>
        <pc:grpChg chg="add mod">
          <ac:chgData name="Duy" userId="00f02d2ea35a0614" providerId="LiveId" clId="{E88FF8C2-1FC0-4C6E-A0F5-E99DA5F881DB}" dt="2020-11-15T18:15:13.375" v="1514" actId="1076"/>
          <ac:grpSpMkLst>
            <pc:docMk/>
            <pc:sldMk cId="1547024247" sldId="388"/>
            <ac:grpSpMk id="21" creationId="{7EA804E2-C19F-45EE-A3EF-FAEFD95EFAAD}"/>
          </ac:grpSpMkLst>
        </pc:grpChg>
        <pc:grpChg chg="add mod">
          <ac:chgData name="Duy" userId="00f02d2ea35a0614" providerId="LiveId" clId="{E88FF8C2-1FC0-4C6E-A0F5-E99DA5F881DB}" dt="2020-11-15T18:15:13.375" v="1514" actId="1076"/>
          <ac:grpSpMkLst>
            <pc:docMk/>
            <pc:sldMk cId="1547024247" sldId="388"/>
            <ac:grpSpMk id="22" creationId="{60B8C582-BFE1-458E-BFB1-136FC885DAA3}"/>
          </ac:grpSpMkLst>
        </pc:grpChg>
        <pc:picChg chg="add mod">
          <ac:chgData name="Duy" userId="00f02d2ea35a0614" providerId="LiveId" clId="{E88FF8C2-1FC0-4C6E-A0F5-E99DA5F881DB}" dt="2020-11-15T18:15:13.375" v="1514" actId="1076"/>
          <ac:picMkLst>
            <pc:docMk/>
            <pc:sldMk cId="1547024247" sldId="388"/>
            <ac:picMk id="9" creationId="{6236949F-6AA9-43FC-BF13-B241D175D165}"/>
          </ac:picMkLst>
        </pc:picChg>
        <pc:picChg chg="add mod">
          <ac:chgData name="Duy" userId="00f02d2ea35a0614" providerId="LiveId" clId="{E88FF8C2-1FC0-4C6E-A0F5-E99DA5F881DB}" dt="2020-11-15T18:15:13.375" v="1514" actId="1076"/>
          <ac:picMkLst>
            <pc:docMk/>
            <pc:sldMk cId="1547024247" sldId="388"/>
            <ac:picMk id="10" creationId="{55FE7C09-360F-432F-B860-5D29D9A3166C}"/>
          </ac:picMkLst>
        </pc:picChg>
        <pc:picChg chg="add mod">
          <ac:chgData name="Duy" userId="00f02d2ea35a0614" providerId="LiveId" clId="{E88FF8C2-1FC0-4C6E-A0F5-E99DA5F881DB}" dt="2020-11-15T18:15:13.375" v="1514" actId="1076"/>
          <ac:picMkLst>
            <pc:docMk/>
            <pc:sldMk cId="1547024247" sldId="388"/>
            <ac:picMk id="11" creationId="{0093E238-31FD-4748-8E80-F68017299EBB}"/>
          </ac:picMkLst>
        </pc:picChg>
        <pc:picChg chg="add mod">
          <ac:chgData name="Duy" userId="00f02d2ea35a0614" providerId="LiveId" clId="{E88FF8C2-1FC0-4C6E-A0F5-E99DA5F881DB}" dt="2020-11-15T18:15:13.375" v="1514" actId="1076"/>
          <ac:picMkLst>
            <pc:docMk/>
            <pc:sldMk cId="1547024247" sldId="388"/>
            <ac:picMk id="20" creationId="{FF1DB069-09D8-46B9-9A12-109E4F5B568D}"/>
          </ac:picMkLst>
        </pc:picChg>
        <pc:picChg chg="add mod">
          <ac:chgData name="Duy" userId="00f02d2ea35a0614" providerId="LiveId" clId="{E88FF8C2-1FC0-4C6E-A0F5-E99DA5F881DB}" dt="2020-11-15T18:15:13.375" v="1514" actId="1076"/>
          <ac:picMkLst>
            <pc:docMk/>
            <pc:sldMk cId="1547024247" sldId="388"/>
            <ac:picMk id="23" creationId="{FFBC62C9-C5EE-43E9-A20A-63D1411B7671}"/>
          </ac:picMkLst>
        </pc:picChg>
        <pc:picChg chg="add mod">
          <ac:chgData name="Duy" userId="00f02d2ea35a0614" providerId="LiveId" clId="{E88FF8C2-1FC0-4C6E-A0F5-E99DA5F881DB}" dt="2020-11-15T18:15:13.375" v="1514" actId="1076"/>
          <ac:picMkLst>
            <pc:docMk/>
            <pc:sldMk cId="1547024247" sldId="388"/>
            <ac:picMk id="24" creationId="{31E5C72F-70F8-4524-8BA7-782BC05DBEC6}"/>
          </ac:picMkLst>
        </pc:picChg>
      </pc:sldChg>
      <pc:sldChg chg="addSp modSp add mod">
        <pc:chgData name="Duy" userId="00f02d2ea35a0614" providerId="LiveId" clId="{E88FF8C2-1FC0-4C6E-A0F5-E99DA5F881DB}" dt="2020-11-15T18:17:04.817" v="1579" actId="22"/>
        <pc:sldMkLst>
          <pc:docMk/>
          <pc:sldMk cId="3479506023" sldId="389"/>
        </pc:sldMkLst>
        <pc:spChg chg="mod">
          <ac:chgData name="Duy" userId="00f02d2ea35a0614" providerId="LiveId" clId="{E88FF8C2-1FC0-4C6E-A0F5-E99DA5F881DB}" dt="2020-11-15T18:15:59.186" v="1578" actId="5793"/>
          <ac:spMkLst>
            <pc:docMk/>
            <pc:sldMk cId="3479506023" sldId="389"/>
            <ac:spMk id="12" creationId="{D029A7D1-7AA0-4E29-8A04-79138B2FBE65}"/>
          </ac:spMkLst>
        </pc:spChg>
        <pc:picChg chg="add">
          <ac:chgData name="Duy" userId="00f02d2ea35a0614" providerId="LiveId" clId="{E88FF8C2-1FC0-4C6E-A0F5-E99DA5F881DB}" dt="2020-11-15T18:17:04.817" v="1579" actId="22"/>
          <ac:picMkLst>
            <pc:docMk/>
            <pc:sldMk cId="3479506023" sldId="389"/>
            <ac:picMk id="2" creationId="{53A05176-AAEF-4E4A-9391-88576378BCF4}"/>
          </ac:picMkLst>
        </pc:picChg>
        <pc:picChg chg="add">
          <ac:chgData name="Duy" userId="00f02d2ea35a0614" providerId="LiveId" clId="{E88FF8C2-1FC0-4C6E-A0F5-E99DA5F881DB}" dt="2020-11-15T18:17:04.817" v="1579" actId="22"/>
          <ac:picMkLst>
            <pc:docMk/>
            <pc:sldMk cId="3479506023" sldId="389"/>
            <ac:picMk id="3" creationId="{EBA50864-ECD0-4EAA-A4FB-D273A286F549}"/>
          </ac:picMkLst>
        </pc:picChg>
        <pc:picChg chg="add">
          <ac:chgData name="Duy" userId="00f02d2ea35a0614" providerId="LiveId" clId="{E88FF8C2-1FC0-4C6E-A0F5-E99DA5F881DB}" dt="2020-11-15T18:17:04.817" v="1579" actId="22"/>
          <ac:picMkLst>
            <pc:docMk/>
            <pc:sldMk cId="3479506023" sldId="389"/>
            <ac:picMk id="9" creationId="{14CC3541-1116-4939-8CF5-A1379845EEB5}"/>
          </ac:picMkLst>
        </pc:picChg>
        <pc:picChg chg="add">
          <ac:chgData name="Duy" userId="00f02d2ea35a0614" providerId="LiveId" clId="{E88FF8C2-1FC0-4C6E-A0F5-E99DA5F881DB}" dt="2020-11-15T18:17:04.817" v="1579" actId="22"/>
          <ac:picMkLst>
            <pc:docMk/>
            <pc:sldMk cId="3479506023" sldId="389"/>
            <ac:picMk id="11" creationId="{6B6CBAA1-B18E-48F1-8F5D-FB5E79258462}"/>
          </ac:picMkLst>
        </pc:picChg>
        <pc:picChg chg="add">
          <ac:chgData name="Duy" userId="00f02d2ea35a0614" providerId="LiveId" clId="{E88FF8C2-1FC0-4C6E-A0F5-E99DA5F881DB}" dt="2020-11-15T18:17:04.817" v="1579" actId="22"/>
          <ac:picMkLst>
            <pc:docMk/>
            <pc:sldMk cId="3479506023" sldId="389"/>
            <ac:picMk id="15" creationId="{FE48A8C9-75AB-4C73-A62B-A8982E81E968}"/>
          </ac:picMkLst>
        </pc:picChg>
        <pc:picChg chg="add">
          <ac:chgData name="Duy" userId="00f02d2ea35a0614" providerId="LiveId" clId="{E88FF8C2-1FC0-4C6E-A0F5-E99DA5F881DB}" dt="2020-11-15T18:17:04.817" v="1579" actId="22"/>
          <ac:picMkLst>
            <pc:docMk/>
            <pc:sldMk cId="3479506023" sldId="389"/>
            <ac:picMk id="17" creationId="{D9CAE86A-2D90-4088-BABB-CA83190C47EA}"/>
          </ac:picMkLst>
        </pc:picChg>
        <pc:picChg chg="add">
          <ac:chgData name="Duy" userId="00f02d2ea35a0614" providerId="LiveId" clId="{E88FF8C2-1FC0-4C6E-A0F5-E99DA5F881DB}" dt="2020-11-15T18:17:04.817" v="1579" actId="22"/>
          <ac:picMkLst>
            <pc:docMk/>
            <pc:sldMk cId="3479506023" sldId="389"/>
            <ac:picMk id="19" creationId="{70D1258F-17BA-4E2C-8E32-0E074405CE31}"/>
          </ac:picMkLst>
        </pc:picChg>
      </pc:sldChg>
      <pc:sldChg chg="addSp modSp add mod">
        <pc:chgData name="Duy" userId="00f02d2ea35a0614" providerId="LiveId" clId="{E88FF8C2-1FC0-4C6E-A0F5-E99DA5F881DB}" dt="2020-11-15T18:19:38.803" v="1614" actId="20577"/>
        <pc:sldMkLst>
          <pc:docMk/>
          <pc:sldMk cId="1708095204" sldId="390"/>
        </pc:sldMkLst>
        <pc:spChg chg="add mod">
          <ac:chgData name="Duy" userId="00f02d2ea35a0614" providerId="LiveId" clId="{E88FF8C2-1FC0-4C6E-A0F5-E99DA5F881DB}" dt="2020-11-15T18:19:14.284" v="1589" actId="1076"/>
          <ac:spMkLst>
            <pc:docMk/>
            <pc:sldMk cId="1708095204" sldId="390"/>
            <ac:spMk id="2" creationId="{E084B708-77C4-44F3-BC88-E10F1DF5E99D}"/>
          </ac:spMkLst>
        </pc:spChg>
        <pc:spChg chg="add mod">
          <ac:chgData name="Duy" userId="00f02d2ea35a0614" providerId="LiveId" clId="{E88FF8C2-1FC0-4C6E-A0F5-E99DA5F881DB}" dt="2020-11-15T18:19:01.854" v="1585" actId="14100"/>
          <ac:spMkLst>
            <pc:docMk/>
            <pc:sldMk cId="1708095204" sldId="390"/>
            <ac:spMk id="3" creationId="{F4CB581E-3E5C-48C4-AC93-0DD146835DE4}"/>
          </ac:spMkLst>
        </pc:spChg>
        <pc:spChg chg="add mod">
          <ac:chgData name="Duy" userId="00f02d2ea35a0614" providerId="LiveId" clId="{E88FF8C2-1FC0-4C6E-A0F5-E99DA5F881DB}" dt="2020-11-15T18:19:05.796" v="1586" actId="1076"/>
          <ac:spMkLst>
            <pc:docMk/>
            <pc:sldMk cId="1708095204" sldId="390"/>
            <ac:spMk id="9" creationId="{92FE4B8D-4B0E-4B26-8ECC-57D8EBDD58E4}"/>
          </ac:spMkLst>
        </pc:spChg>
        <pc:spChg chg="add mod">
          <ac:chgData name="Duy" userId="00f02d2ea35a0614" providerId="LiveId" clId="{E88FF8C2-1FC0-4C6E-A0F5-E99DA5F881DB}" dt="2020-11-15T18:19:21.836" v="1592" actId="20577"/>
          <ac:spMkLst>
            <pc:docMk/>
            <pc:sldMk cId="1708095204" sldId="390"/>
            <ac:spMk id="11" creationId="{5104FE41-3DAA-4D59-828A-002731528D95}"/>
          </ac:spMkLst>
        </pc:spChg>
        <pc:spChg chg="mod">
          <ac:chgData name="Duy" userId="00f02d2ea35a0614" providerId="LiveId" clId="{E88FF8C2-1FC0-4C6E-A0F5-E99DA5F881DB}" dt="2020-11-15T18:19:38.803" v="1614" actId="20577"/>
          <ac:spMkLst>
            <pc:docMk/>
            <pc:sldMk cId="1708095204" sldId="390"/>
            <ac:spMk id="12" creationId="{D029A7D1-7AA0-4E29-8A04-79138B2FBE65}"/>
          </ac:spMkLst>
        </pc:spChg>
      </pc:sldChg>
      <pc:sldChg chg="addSp modSp add mod">
        <pc:chgData name="Duy" userId="00f02d2ea35a0614" providerId="LiveId" clId="{E88FF8C2-1FC0-4C6E-A0F5-E99DA5F881DB}" dt="2020-11-15T18:20:45.401" v="1644" actId="20577"/>
        <pc:sldMkLst>
          <pc:docMk/>
          <pc:sldMk cId="1793317860" sldId="391"/>
        </pc:sldMkLst>
        <pc:spChg chg="add mod">
          <ac:chgData name="Duy" userId="00f02d2ea35a0614" providerId="LiveId" clId="{E88FF8C2-1FC0-4C6E-A0F5-E99DA5F881DB}" dt="2020-11-15T18:20:27.788" v="1622" actId="1076"/>
          <ac:spMkLst>
            <pc:docMk/>
            <pc:sldMk cId="1793317860" sldId="391"/>
            <ac:spMk id="2" creationId="{D1230524-1187-450E-95DA-9C61E6A3EF64}"/>
          </ac:spMkLst>
        </pc:spChg>
        <pc:spChg chg="add mod">
          <ac:chgData name="Duy" userId="00f02d2ea35a0614" providerId="LiveId" clId="{E88FF8C2-1FC0-4C6E-A0F5-E99DA5F881DB}" dt="2020-11-15T18:20:23.622" v="1621" actId="1076"/>
          <ac:spMkLst>
            <pc:docMk/>
            <pc:sldMk cId="1793317860" sldId="391"/>
            <ac:spMk id="3" creationId="{7276A755-555F-4284-B63C-650203B64D4B}"/>
          </ac:spMkLst>
        </pc:spChg>
        <pc:spChg chg="add mod">
          <ac:chgData name="Duy" userId="00f02d2ea35a0614" providerId="LiveId" clId="{E88FF8C2-1FC0-4C6E-A0F5-E99DA5F881DB}" dt="2020-11-15T18:20:23.622" v="1621" actId="1076"/>
          <ac:spMkLst>
            <pc:docMk/>
            <pc:sldMk cId="1793317860" sldId="391"/>
            <ac:spMk id="9" creationId="{DC38DB66-7241-41E8-B33B-033B36E7C4A6}"/>
          </ac:spMkLst>
        </pc:spChg>
        <pc:spChg chg="add mod">
          <ac:chgData name="Duy" userId="00f02d2ea35a0614" providerId="LiveId" clId="{E88FF8C2-1FC0-4C6E-A0F5-E99DA5F881DB}" dt="2020-11-15T18:20:30.593" v="1623" actId="1076"/>
          <ac:spMkLst>
            <pc:docMk/>
            <pc:sldMk cId="1793317860" sldId="391"/>
            <ac:spMk id="11" creationId="{023BA59C-553B-44CF-A1E9-3F6C8E0322F8}"/>
          </ac:spMkLst>
        </pc:spChg>
        <pc:spChg chg="mod">
          <ac:chgData name="Duy" userId="00f02d2ea35a0614" providerId="LiveId" clId="{E88FF8C2-1FC0-4C6E-A0F5-E99DA5F881DB}" dt="2020-11-15T18:20:45.401" v="1644" actId="20577"/>
          <ac:spMkLst>
            <pc:docMk/>
            <pc:sldMk cId="1793317860" sldId="391"/>
            <ac:spMk id="12" creationId="{D029A7D1-7AA0-4E29-8A04-79138B2FBE65}"/>
          </ac:spMkLst>
        </pc:spChg>
      </pc:sldChg>
      <pc:sldChg chg="addSp modSp add mod">
        <pc:chgData name="Duy" userId="00f02d2ea35a0614" providerId="LiveId" clId="{E88FF8C2-1FC0-4C6E-A0F5-E99DA5F881DB}" dt="2020-11-15T18:33:09.993" v="1842" actId="20577"/>
        <pc:sldMkLst>
          <pc:docMk/>
          <pc:sldMk cId="536132078" sldId="392"/>
        </pc:sldMkLst>
        <pc:spChg chg="add">
          <ac:chgData name="Duy" userId="00f02d2ea35a0614" providerId="LiveId" clId="{E88FF8C2-1FC0-4C6E-A0F5-E99DA5F881DB}" dt="2020-11-15T18:22:05.060" v="1645" actId="22"/>
          <ac:spMkLst>
            <pc:docMk/>
            <pc:sldMk cId="536132078" sldId="392"/>
            <ac:spMk id="3" creationId="{A16D7816-C89C-47A7-888C-0D9CF62D68A9}"/>
          </ac:spMkLst>
        </pc:spChg>
        <pc:spChg chg="add">
          <ac:chgData name="Duy" userId="00f02d2ea35a0614" providerId="LiveId" clId="{E88FF8C2-1FC0-4C6E-A0F5-E99DA5F881DB}" dt="2020-11-15T18:22:05.060" v="1645" actId="22"/>
          <ac:spMkLst>
            <pc:docMk/>
            <pc:sldMk cId="536132078" sldId="392"/>
            <ac:spMk id="9" creationId="{8B7E1DC4-7CBB-4DF5-901D-777896CBE85A}"/>
          </ac:spMkLst>
        </pc:spChg>
        <pc:spChg chg="mod">
          <ac:chgData name="Duy" userId="00f02d2ea35a0614" providerId="LiveId" clId="{E88FF8C2-1FC0-4C6E-A0F5-E99DA5F881DB}" dt="2020-11-15T18:33:09.993" v="1842" actId="20577"/>
          <ac:spMkLst>
            <pc:docMk/>
            <pc:sldMk cId="536132078" sldId="392"/>
            <ac:spMk id="12" creationId="{D029A7D1-7AA0-4E29-8A04-79138B2FBE65}"/>
          </ac:spMkLst>
        </pc:spChg>
        <pc:picChg chg="add">
          <ac:chgData name="Duy" userId="00f02d2ea35a0614" providerId="LiveId" clId="{E88FF8C2-1FC0-4C6E-A0F5-E99DA5F881DB}" dt="2020-11-15T18:22:05.060" v="1645" actId="22"/>
          <ac:picMkLst>
            <pc:docMk/>
            <pc:sldMk cId="536132078" sldId="392"/>
            <ac:picMk id="2" creationId="{C959A039-FE83-4114-BF82-100A4254B678}"/>
          </ac:picMkLst>
        </pc:picChg>
        <pc:picChg chg="add">
          <ac:chgData name="Duy" userId="00f02d2ea35a0614" providerId="LiveId" clId="{E88FF8C2-1FC0-4C6E-A0F5-E99DA5F881DB}" dt="2020-11-15T18:22:05.060" v="1645" actId="22"/>
          <ac:picMkLst>
            <pc:docMk/>
            <pc:sldMk cId="536132078" sldId="392"/>
            <ac:picMk id="11" creationId="{9DF7006E-7C61-4D1A-A566-6D24F1C4A6C1}"/>
          </ac:picMkLst>
        </pc:picChg>
        <pc:picChg chg="add">
          <ac:chgData name="Duy" userId="00f02d2ea35a0614" providerId="LiveId" clId="{E88FF8C2-1FC0-4C6E-A0F5-E99DA5F881DB}" dt="2020-11-15T18:22:05.060" v="1645" actId="22"/>
          <ac:picMkLst>
            <pc:docMk/>
            <pc:sldMk cId="536132078" sldId="392"/>
            <ac:picMk id="15" creationId="{86B131B3-F766-446D-9C96-93C9A6113B29}"/>
          </ac:picMkLst>
        </pc:picChg>
        <pc:picChg chg="add">
          <ac:chgData name="Duy" userId="00f02d2ea35a0614" providerId="LiveId" clId="{E88FF8C2-1FC0-4C6E-A0F5-E99DA5F881DB}" dt="2020-11-15T18:22:05.060" v="1645" actId="22"/>
          <ac:picMkLst>
            <pc:docMk/>
            <pc:sldMk cId="536132078" sldId="392"/>
            <ac:picMk id="17" creationId="{D74DFEC1-DE14-4C57-9483-F4B1E9FBEAE5}"/>
          </ac:picMkLst>
        </pc:picChg>
        <pc:picChg chg="add">
          <ac:chgData name="Duy" userId="00f02d2ea35a0614" providerId="LiveId" clId="{E88FF8C2-1FC0-4C6E-A0F5-E99DA5F881DB}" dt="2020-11-15T18:22:05.060" v="1645" actId="22"/>
          <ac:picMkLst>
            <pc:docMk/>
            <pc:sldMk cId="536132078" sldId="392"/>
            <ac:picMk id="19" creationId="{766D31DA-748C-42A8-ABFE-266563AF77DE}"/>
          </ac:picMkLst>
        </pc:picChg>
        <pc:picChg chg="add">
          <ac:chgData name="Duy" userId="00f02d2ea35a0614" providerId="LiveId" clId="{E88FF8C2-1FC0-4C6E-A0F5-E99DA5F881DB}" dt="2020-11-15T18:22:05.060" v="1645" actId="22"/>
          <ac:picMkLst>
            <pc:docMk/>
            <pc:sldMk cId="536132078" sldId="392"/>
            <ac:picMk id="21" creationId="{96B817C2-3D90-4EA3-9E55-05A40CFB2CA8}"/>
          </ac:picMkLst>
        </pc:picChg>
        <pc:picChg chg="add">
          <ac:chgData name="Duy" userId="00f02d2ea35a0614" providerId="LiveId" clId="{E88FF8C2-1FC0-4C6E-A0F5-E99DA5F881DB}" dt="2020-11-15T18:22:05.060" v="1645" actId="22"/>
          <ac:picMkLst>
            <pc:docMk/>
            <pc:sldMk cId="536132078" sldId="392"/>
            <ac:picMk id="23" creationId="{919041E6-86BF-41D8-8A9D-D418966CEC17}"/>
          </ac:picMkLst>
        </pc:picChg>
        <pc:picChg chg="add">
          <ac:chgData name="Duy" userId="00f02d2ea35a0614" providerId="LiveId" clId="{E88FF8C2-1FC0-4C6E-A0F5-E99DA5F881DB}" dt="2020-11-15T18:22:05.060" v="1645" actId="22"/>
          <ac:picMkLst>
            <pc:docMk/>
            <pc:sldMk cId="536132078" sldId="392"/>
            <ac:picMk id="25" creationId="{99C0070C-1D14-494E-B565-AEED1F5CECD3}"/>
          </ac:picMkLst>
        </pc:picChg>
        <pc:picChg chg="add">
          <ac:chgData name="Duy" userId="00f02d2ea35a0614" providerId="LiveId" clId="{E88FF8C2-1FC0-4C6E-A0F5-E99DA5F881DB}" dt="2020-11-15T18:22:05.060" v="1645" actId="22"/>
          <ac:picMkLst>
            <pc:docMk/>
            <pc:sldMk cId="536132078" sldId="392"/>
            <ac:picMk id="27" creationId="{DE2993F8-E514-4420-88ED-675FA227DE8C}"/>
          </ac:picMkLst>
        </pc:picChg>
        <pc:picChg chg="add">
          <ac:chgData name="Duy" userId="00f02d2ea35a0614" providerId="LiveId" clId="{E88FF8C2-1FC0-4C6E-A0F5-E99DA5F881DB}" dt="2020-11-15T18:22:05.060" v="1645" actId="22"/>
          <ac:picMkLst>
            <pc:docMk/>
            <pc:sldMk cId="536132078" sldId="392"/>
            <ac:picMk id="29" creationId="{A7F8D8BE-8039-4D97-BDA3-A9EFE29DC34C}"/>
          </ac:picMkLst>
        </pc:picChg>
        <pc:picChg chg="add">
          <ac:chgData name="Duy" userId="00f02d2ea35a0614" providerId="LiveId" clId="{E88FF8C2-1FC0-4C6E-A0F5-E99DA5F881DB}" dt="2020-11-15T18:22:05.060" v="1645" actId="22"/>
          <ac:picMkLst>
            <pc:docMk/>
            <pc:sldMk cId="536132078" sldId="392"/>
            <ac:picMk id="31" creationId="{944156EA-D73F-40A9-B715-2FC1D880E62B}"/>
          </ac:picMkLst>
        </pc:picChg>
        <pc:picChg chg="add">
          <ac:chgData name="Duy" userId="00f02d2ea35a0614" providerId="LiveId" clId="{E88FF8C2-1FC0-4C6E-A0F5-E99DA5F881DB}" dt="2020-11-15T18:22:16.452" v="1646" actId="22"/>
          <ac:picMkLst>
            <pc:docMk/>
            <pc:sldMk cId="536132078" sldId="392"/>
            <ac:picMk id="33" creationId="{DD08787B-DDF7-4C7C-8B16-3CC998574CEE}"/>
          </ac:picMkLst>
        </pc:picChg>
      </pc:sldChg>
      <pc:sldChg chg="addSp modSp add mod">
        <pc:chgData name="Duy" userId="00f02d2ea35a0614" providerId="LiveId" clId="{E88FF8C2-1FC0-4C6E-A0F5-E99DA5F881DB}" dt="2020-11-15T18:32:57.846" v="1809" actId="14100"/>
        <pc:sldMkLst>
          <pc:docMk/>
          <pc:sldMk cId="3436869320" sldId="393"/>
        </pc:sldMkLst>
        <pc:spChg chg="add mod">
          <ac:chgData name="Duy" userId="00f02d2ea35a0614" providerId="LiveId" clId="{E88FF8C2-1FC0-4C6E-A0F5-E99DA5F881DB}" dt="2020-11-15T18:32:57.846" v="1809" actId="14100"/>
          <ac:spMkLst>
            <pc:docMk/>
            <pc:sldMk cId="3436869320" sldId="393"/>
            <ac:spMk id="8" creationId="{2E8B6EE5-43D7-44BF-8FAC-8CF40D5BECE9}"/>
          </ac:spMkLst>
        </pc:spChg>
        <pc:spChg chg="mod">
          <ac:chgData name="Duy" userId="00f02d2ea35a0614" providerId="LiveId" clId="{E88FF8C2-1FC0-4C6E-A0F5-E99DA5F881DB}" dt="2020-11-15T18:25:57.778" v="1756" actId="20577"/>
          <ac:spMkLst>
            <pc:docMk/>
            <pc:sldMk cId="3436869320" sldId="393"/>
            <ac:spMk id="12" creationId="{D029A7D1-7AA0-4E29-8A04-79138B2FBE65}"/>
          </ac:spMkLst>
        </pc:spChg>
      </pc:sldChg>
      <pc:sldChg chg="addSp modSp add mod">
        <pc:chgData name="Duy" userId="00f02d2ea35a0614" providerId="LiveId" clId="{E88FF8C2-1FC0-4C6E-A0F5-E99DA5F881DB}" dt="2020-11-15T18:40:35.113" v="2234" actId="14100"/>
        <pc:sldMkLst>
          <pc:docMk/>
          <pc:sldMk cId="1709908296" sldId="394"/>
        </pc:sldMkLst>
        <pc:spChg chg="add mod">
          <ac:chgData name="Duy" userId="00f02d2ea35a0614" providerId="LiveId" clId="{E88FF8C2-1FC0-4C6E-A0F5-E99DA5F881DB}" dt="2020-11-15T18:36:47.508" v="2051" actId="1076"/>
          <ac:spMkLst>
            <pc:docMk/>
            <pc:sldMk cId="1709908296" sldId="394"/>
            <ac:spMk id="2" creationId="{20BA3DEE-978A-4126-888F-949ACD5359A5}"/>
          </ac:spMkLst>
        </pc:spChg>
        <pc:spChg chg="add mod">
          <ac:chgData name="Duy" userId="00f02d2ea35a0614" providerId="LiveId" clId="{E88FF8C2-1FC0-4C6E-A0F5-E99DA5F881DB}" dt="2020-11-15T18:38:20.421" v="2087" actId="1076"/>
          <ac:spMkLst>
            <pc:docMk/>
            <pc:sldMk cId="1709908296" sldId="394"/>
            <ac:spMk id="6" creationId="{BC1D6AB3-A2BC-42C9-92C5-0A98FDD1C5C8}"/>
          </ac:spMkLst>
        </pc:spChg>
        <pc:spChg chg="mod">
          <ac:chgData name="Duy" userId="00f02d2ea35a0614" providerId="LiveId" clId="{E88FF8C2-1FC0-4C6E-A0F5-E99DA5F881DB}" dt="2020-11-15T18:35:17.481" v="1965" actId="20577"/>
          <ac:spMkLst>
            <pc:docMk/>
            <pc:sldMk cId="1709908296" sldId="394"/>
            <ac:spMk id="12" creationId="{D029A7D1-7AA0-4E29-8A04-79138B2FBE65}"/>
          </ac:spMkLst>
        </pc:spChg>
        <pc:spChg chg="add mod">
          <ac:chgData name="Duy" userId="00f02d2ea35a0614" providerId="LiveId" clId="{E88FF8C2-1FC0-4C6E-A0F5-E99DA5F881DB}" dt="2020-11-15T18:38:48.882" v="2134" actId="20577"/>
          <ac:spMkLst>
            <pc:docMk/>
            <pc:sldMk cId="1709908296" sldId="394"/>
            <ac:spMk id="14" creationId="{BF3CAA03-6971-42EC-AC54-C64C3C33AEA3}"/>
          </ac:spMkLst>
        </pc:spChg>
        <pc:spChg chg="add mod">
          <ac:chgData name="Duy" userId="00f02d2ea35a0614" providerId="LiveId" clId="{E88FF8C2-1FC0-4C6E-A0F5-E99DA5F881DB}" dt="2020-11-15T18:40:01.931" v="2202" actId="1076"/>
          <ac:spMkLst>
            <pc:docMk/>
            <pc:sldMk cId="1709908296" sldId="394"/>
            <ac:spMk id="17" creationId="{CF3EB312-A9A5-4696-9215-8CED91DC5B3A}"/>
          </ac:spMkLst>
        </pc:spChg>
        <pc:spChg chg="add mod">
          <ac:chgData name="Duy" userId="00f02d2ea35a0614" providerId="LiveId" clId="{E88FF8C2-1FC0-4C6E-A0F5-E99DA5F881DB}" dt="2020-11-15T18:40:06.519" v="2204" actId="1076"/>
          <ac:spMkLst>
            <pc:docMk/>
            <pc:sldMk cId="1709908296" sldId="394"/>
            <ac:spMk id="18" creationId="{9502FC47-4E63-49E8-908F-4632B8864E1B}"/>
          </ac:spMkLst>
        </pc:spChg>
        <pc:spChg chg="add mod">
          <ac:chgData name="Duy" userId="00f02d2ea35a0614" providerId="LiveId" clId="{E88FF8C2-1FC0-4C6E-A0F5-E99DA5F881DB}" dt="2020-11-15T18:40:14.157" v="2228" actId="20577"/>
          <ac:spMkLst>
            <pc:docMk/>
            <pc:sldMk cId="1709908296" sldId="394"/>
            <ac:spMk id="19" creationId="{7341B8A0-D7BD-44E3-B911-34CC6FDEF268}"/>
          </ac:spMkLst>
        </pc:spChg>
        <pc:picChg chg="add mod">
          <ac:chgData name="Duy" userId="00f02d2ea35a0614" providerId="LiveId" clId="{E88FF8C2-1FC0-4C6E-A0F5-E99DA5F881DB}" dt="2020-11-15T18:37:11.317" v="2053" actId="1076"/>
          <ac:picMkLst>
            <pc:docMk/>
            <pc:sldMk cId="1709908296" sldId="394"/>
            <ac:picMk id="3" creationId="{3C721931-B832-459B-AA5D-A6318C989BE7}"/>
          </ac:picMkLst>
        </pc:picChg>
        <pc:cxnChg chg="add mod">
          <ac:chgData name="Duy" userId="00f02d2ea35a0614" providerId="LiveId" clId="{E88FF8C2-1FC0-4C6E-A0F5-E99DA5F881DB}" dt="2020-11-15T18:38:20.421" v="2087" actId="1076"/>
          <ac:cxnSpMkLst>
            <pc:docMk/>
            <pc:sldMk cId="1709908296" sldId="394"/>
            <ac:cxnSpMk id="10" creationId="{AE3FD1CC-849A-4EF1-A0B8-4E9E34B3F646}"/>
          </ac:cxnSpMkLst>
        </pc:cxnChg>
        <pc:cxnChg chg="add mod">
          <ac:chgData name="Duy" userId="00f02d2ea35a0614" providerId="LiveId" clId="{E88FF8C2-1FC0-4C6E-A0F5-E99DA5F881DB}" dt="2020-11-15T18:38:36.553" v="2092" actId="1076"/>
          <ac:cxnSpMkLst>
            <pc:docMk/>
            <pc:sldMk cId="1709908296" sldId="394"/>
            <ac:cxnSpMk id="15" creationId="{FCCFCA1C-D23D-48AD-90D3-54A11EA8247C}"/>
          </ac:cxnSpMkLst>
        </pc:cxnChg>
        <pc:cxnChg chg="add mod">
          <ac:chgData name="Duy" userId="00f02d2ea35a0614" providerId="LiveId" clId="{E88FF8C2-1FC0-4C6E-A0F5-E99DA5F881DB}" dt="2020-11-15T18:40:23.274" v="2230" actId="14100"/>
          <ac:cxnSpMkLst>
            <pc:docMk/>
            <pc:sldMk cId="1709908296" sldId="394"/>
            <ac:cxnSpMk id="20" creationId="{FA37049C-B50F-460B-9A2E-B262FBDACFAC}"/>
          </ac:cxnSpMkLst>
        </pc:cxnChg>
        <pc:cxnChg chg="add mod">
          <ac:chgData name="Duy" userId="00f02d2ea35a0614" providerId="LiveId" clId="{E88FF8C2-1FC0-4C6E-A0F5-E99DA5F881DB}" dt="2020-11-15T18:40:28.535" v="2232" actId="14100"/>
          <ac:cxnSpMkLst>
            <pc:docMk/>
            <pc:sldMk cId="1709908296" sldId="394"/>
            <ac:cxnSpMk id="22" creationId="{5B24B1AA-F361-46FE-B60F-E7D76F4AC73F}"/>
          </ac:cxnSpMkLst>
        </pc:cxnChg>
        <pc:cxnChg chg="add mod">
          <ac:chgData name="Duy" userId="00f02d2ea35a0614" providerId="LiveId" clId="{E88FF8C2-1FC0-4C6E-A0F5-E99DA5F881DB}" dt="2020-11-15T18:40:35.113" v="2234" actId="14100"/>
          <ac:cxnSpMkLst>
            <pc:docMk/>
            <pc:sldMk cId="1709908296" sldId="394"/>
            <ac:cxnSpMk id="24" creationId="{7470A438-24AB-467A-ADDB-8E90B9624E03}"/>
          </ac:cxnSpMkLst>
        </pc:cxnChg>
      </pc:sldChg>
      <pc:sldChg chg="addSp modSp add mod">
        <pc:chgData name="Duy" userId="00f02d2ea35a0614" providerId="LiveId" clId="{E88FF8C2-1FC0-4C6E-A0F5-E99DA5F881DB}" dt="2020-11-15T19:01:41.341" v="3634" actId="20577"/>
        <pc:sldMkLst>
          <pc:docMk/>
          <pc:sldMk cId="2512528602" sldId="395"/>
        </pc:sldMkLst>
        <pc:spChg chg="mod">
          <ac:chgData name="Duy" userId="00f02d2ea35a0614" providerId="LiveId" clId="{E88FF8C2-1FC0-4C6E-A0F5-E99DA5F881DB}" dt="2020-11-15T19:01:09.920" v="3527" actId="26606"/>
          <ac:spMkLst>
            <pc:docMk/>
            <pc:sldMk cId="2512528602" sldId="395"/>
            <ac:spMk id="4" creationId="{E4954D5F-BECC-4828-B494-FFADF13EB5CD}"/>
          </ac:spMkLst>
        </pc:spChg>
        <pc:spChg chg="mod">
          <ac:chgData name="Duy" userId="00f02d2ea35a0614" providerId="LiveId" clId="{E88FF8C2-1FC0-4C6E-A0F5-E99DA5F881DB}" dt="2020-11-15T19:01:09.920" v="3527" actId="26606"/>
          <ac:spMkLst>
            <pc:docMk/>
            <pc:sldMk cId="2512528602" sldId="395"/>
            <ac:spMk id="5" creationId="{1042924C-8624-405A-9007-FCFE2D620348}"/>
          </ac:spMkLst>
        </pc:spChg>
        <pc:spChg chg="mod">
          <ac:chgData name="Duy" userId="00f02d2ea35a0614" providerId="LiveId" clId="{E88FF8C2-1FC0-4C6E-A0F5-E99DA5F881DB}" dt="2020-11-15T19:01:09.920" v="3527" actId="26606"/>
          <ac:spMkLst>
            <pc:docMk/>
            <pc:sldMk cId="2512528602" sldId="395"/>
            <ac:spMk id="7" creationId="{C017288B-7B56-41C5-B8D7-781697A7E9A9}"/>
          </ac:spMkLst>
        </pc:spChg>
        <pc:spChg chg="mod">
          <ac:chgData name="Duy" userId="00f02d2ea35a0614" providerId="LiveId" clId="{E88FF8C2-1FC0-4C6E-A0F5-E99DA5F881DB}" dt="2020-11-15T19:01:41.341" v="3634" actId="20577"/>
          <ac:spMkLst>
            <pc:docMk/>
            <pc:sldMk cId="2512528602" sldId="395"/>
            <ac:spMk id="12" creationId="{D029A7D1-7AA0-4E29-8A04-79138B2FBE65}"/>
          </ac:spMkLst>
        </pc:spChg>
        <pc:picChg chg="add mod ord">
          <ac:chgData name="Duy" userId="00f02d2ea35a0614" providerId="LiveId" clId="{E88FF8C2-1FC0-4C6E-A0F5-E99DA5F881DB}" dt="2020-11-15T19:01:09.920" v="3527" actId="26606"/>
          <ac:picMkLst>
            <pc:docMk/>
            <pc:sldMk cId="2512528602" sldId="395"/>
            <ac:picMk id="3" creationId="{08D932D0-937A-4E8A-B01F-0F73D9EFD76C}"/>
          </ac:picMkLst>
        </pc:picChg>
      </pc:sldChg>
      <pc:sldChg chg="addSp modSp add mod">
        <pc:chgData name="Duy" userId="00f02d2ea35a0614" providerId="LiveId" clId="{E88FF8C2-1FC0-4C6E-A0F5-E99DA5F881DB}" dt="2020-11-15T19:10:29.584" v="3795" actId="1076"/>
        <pc:sldMkLst>
          <pc:docMk/>
          <pc:sldMk cId="4008647342" sldId="396"/>
        </pc:sldMkLst>
        <pc:spChg chg="mod">
          <ac:chgData name="Duy" userId="00f02d2ea35a0614" providerId="LiveId" clId="{E88FF8C2-1FC0-4C6E-A0F5-E99DA5F881DB}" dt="2020-11-15T19:07:07.793" v="3786" actId="20577"/>
          <ac:spMkLst>
            <pc:docMk/>
            <pc:sldMk cId="4008647342" sldId="396"/>
            <ac:spMk id="12" creationId="{D029A7D1-7AA0-4E29-8A04-79138B2FBE65}"/>
          </ac:spMkLst>
        </pc:spChg>
        <pc:picChg chg="add mod">
          <ac:chgData name="Duy" userId="00f02d2ea35a0614" providerId="LiveId" clId="{E88FF8C2-1FC0-4C6E-A0F5-E99DA5F881DB}" dt="2020-11-15T19:08:06.941" v="3788" actId="1076"/>
          <ac:picMkLst>
            <pc:docMk/>
            <pc:sldMk cId="4008647342" sldId="396"/>
            <ac:picMk id="10242" creationId="{9F92EDCA-512B-4FC7-9A84-A2BA4F4C76E4}"/>
          </ac:picMkLst>
        </pc:picChg>
        <pc:picChg chg="add mod">
          <ac:chgData name="Duy" userId="00f02d2ea35a0614" providerId="LiveId" clId="{E88FF8C2-1FC0-4C6E-A0F5-E99DA5F881DB}" dt="2020-11-15T19:10:29.584" v="3795" actId="1076"/>
          <ac:picMkLst>
            <pc:docMk/>
            <pc:sldMk cId="4008647342" sldId="396"/>
            <ac:picMk id="10244" creationId="{496981E5-C64D-400F-9CF8-BF108073EA05}"/>
          </ac:picMkLst>
        </pc:picChg>
      </pc:sldChg>
      <pc:sldChg chg="addSp modSp add mod">
        <pc:chgData name="Duy" userId="00f02d2ea35a0614" providerId="LiveId" clId="{E88FF8C2-1FC0-4C6E-A0F5-E99DA5F881DB}" dt="2020-11-15T19:15:09.818" v="3883" actId="20577"/>
        <pc:sldMkLst>
          <pc:docMk/>
          <pc:sldMk cId="1221417205" sldId="397"/>
        </pc:sldMkLst>
        <pc:spChg chg="mod">
          <ac:chgData name="Duy" userId="00f02d2ea35a0614" providerId="LiveId" clId="{E88FF8C2-1FC0-4C6E-A0F5-E99DA5F881DB}" dt="2020-11-15T19:15:09.818" v="3883" actId="20577"/>
          <ac:spMkLst>
            <pc:docMk/>
            <pc:sldMk cId="1221417205" sldId="397"/>
            <ac:spMk id="12" creationId="{D029A7D1-7AA0-4E29-8A04-79138B2FBE65}"/>
          </ac:spMkLst>
        </pc:spChg>
        <pc:picChg chg="add mod">
          <ac:chgData name="Duy" userId="00f02d2ea35a0614" providerId="LiveId" clId="{E88FF8C2-1FC0-4C6E-A0F5-E99DA5F881DB}" dt="2020-11-15T19:12:04.029" v="3855" actId="1076"/>
          <ac:picMkLst>
            <pc:docMk/>
            <pc:sldMk cId="1221417205" sldId="397"/>
            <ac:picMk id="11266" creationId="{0CCA4F66-BF14-4D8D-8E6C-7423913E6F94}"/>
          </ac:picMkLst>
        </pc:picChg>
        <pc:picChg chg="add mod">
          <ac:chgData name="Duy" userId="00f02d2ea35a0614" providerId="LiveId" clId="{E88FF8C2-1FC0-4C6E-A0F5-E99DA5F881DB}" dt="2020-11-15T19:11:59.723" v="3853" actId="14100"/>
          <ac:picMkLst>
            <pc:docMk/>
            <pc:sldMk cId="1221417205" sldId="397"/>
            <ac:picMk id="11268" creationId="{B3099051-0D58-453B-AF3F-CCD1063FF1CE}"/>
          </ac:picMkLst>
        </pc:picChg>
        <pc:picChg chg="add mod">
          <ac:chgData name="Duy" userId="00f02d2ea35a0614" providerId="LiveId" clId="{E88FF8C2-1FC0-4C6E-A0F5-E99DA5F881DB}" dt="2020-11-15T19:13:43.730" v="3862" actId="1076"/>
          <ac:picMkLst>
            <pc:docMk/>
            <pc:sldMk cId="1221417205" sldId="397"/>
            <ac:picMk id="11270" creationId="{922C2E02-20DC-4D88-B53D-D357AA7A85A2}"/>
          </ac:picMkLst>
        </pc:picChg>
        <pc:picChg chg="add mod">
          <ac:chgData name="Duy" userId="00f02d2ea35a0614" providerId="LiveId" clId="{E88FF8C2-1FC0-4C6E-A0F5-E99DA5F881DB}" dt="2020-11-15T19:15:00.749" v="3865" actId="1076"/>
          <ac:picMkLst>
            <pc:docMk/>
            <pc:sldMk cId="1221417205" sldId="397"/>
            <ac:picMk id="11272" creationId="{7BF845C6-0889-41BA-8D23-A4C7E900EFE1}"/>
          </ac:picMkLst>
        </pc:picChg>
      </pc:sldChg>
      <pc:sldChg chg="add del">
        <pc:chgData name="Duy" userId="00f02d2ea35a0614" providerId="LiveId" clId="{E88FF8C2-1FC0-4C6E-A0F5-E99DA5F881DB}" dt="2020-11-15T19:15:22.248" v="3884" actId="47"/>
        <pc:sldMkLst>
          <pc:docMk/>
          <pc:sldMk cId="349096780" sldId="398"/>
        </pc:sldMkLst>
      </pc:sldChg>
      <pc:sldChg chg="add del">
        <pc:chgData name="Duy" userId="00f02d2ea35a0614" providerId="LiveId" clId="{E88FF8C2-1FC0-4C6E-A0F5-E99DA5F881DB}" dt="2020-11-15T19:15:22.248" v="3884" actId="47"/>
        <pc:sldMkLst>
          <pc:docMk/>
          <pc:sldMk cId="1175650893" sldId="399"/>
        </pc:sldMkLst>
      </pc:sldChg>
      <pc:sldChg chg="modSp add mod">
        <pc:chgData name="Duy" userId="00f02d2ea35a0614" providerId="LiveId" clId="{E88FF8C2-1FC0-4C6E-A0F5-E99DA5F881DB}" dt="2020-11-15T18:58:57.220" v="3333" actId="20577"/>
        <pc:sldMkLst>
          <pc:docMk/>
          <pc:sldMk cId="493987804" sldId="400"/>
        </pc:sldMkLst>
        <pc:spChg chg="mod">
          <ac:chgData name="Duy" userId="00f02d2ea35a0614" providerId="LiveId" clId="{E88FF8C2-1FC0-4C6E-A0F5-E99DA5F881DB}" dt="2020-11-15T18:58:57.220" v="3333" actId="20577"/>
          <ac:spMkLst>
            <pc:docMk/>
            <pc:sldMk cId="493987804" sldId="400"/>
            <ac:spMk id="8" creationId="{B2FF6409-4E60-4CE2-AD9E-3EDF7577D9CF}"/>
          </ac:spMkLst>
        </pc:spChg>
      </pc:sldChg>
      <pc:sldChg chg="modSp add mod ord">
        <pc:chgData name="Duy" userId="00f02d2ea35a0614" providerId="LiveId" clId="{E88FF8C2-1FC0-4C6E-A0F5-E99DA5F881DB}" dt="2020-11-15T18:59:56.482" v="3517" actId="14100"/>
        <pc:sldMkLst>
          <pc:docMk/>
          <pc:sldMk cId="2489248067" sldId="401"/>
        </pc:sldMkLst>
        <pc:spChg chg="mod">
          <ac:chgData name="Duy" userId="00f02d2ea35a0614" providerId="LiveId" clId="{E88FF8C2-1FC0-4C6E-A0F5-E99DA5F881DB}" dt="2020-11-15T18:59:56.482" v="3517" actId="14100"/>
          <ac:spMkLst>
            <pc:docMk/>
            <pc:sldMk cId="2489248067" sldId="401"/>
            <ac:spMk id="8" creationId="{B2FF6409-4E60-4CE2-AD9E-3EDF7577D9CF}"/>
          </ac:spMkLst>
        </pc:spChg>
      </pc:sldChg>
      <pc:sldChg chg="addSp delSp modSp add mod">
        <pc:chgData name="Duy" userId="00f02d2ea35a0614" providerId="LiveId" clId="{E88FF8C2-1FC0-4C6E-A0F5-E99DA5F881DB}" dt="2020-11-15T18:44:46.049" v="2500" actId="14100"/>
        <pc:sldMkLst>
          <pc:docMk/>
          <pc:sldMk cId="333646000" sldId="402"/>
        </pc:sldMkLst>
        <pc:spChg chg="mod">
          <ac:chgData name="Duy" userId="00f02d2ea35a0614" providerId="LiveId" clId="{E88FF8C2-1FC0-4C6E-A0F5-E99DA5F881DB}" dt="2020-11-15T18:41:00.711" v="2279" actId="20577"/>
          <ac:spMkLst>
            <pc:docMk/>
            <pc:sldMk cId="333646000" sldId="402"/>
            <ac:spMk id="2" creationId="{20BA3DEE-978A-4126-888F-949ACD5359A5}"/>
          </ac:spMkLst>
        </pc:spChg>
        <pc:spChg chg="add del mod">
          <ac:chgData name="Duy" userId="00f02d2ea35a0614" providerId="LiveId" clId="{E88FF8C2-1FC0-4C6E-A0F5-E99DA5F881DB}" dt="2020-11-15T18:41:28.913" v="2310" actId="20577"/>
          <ac:spMkLst>
            <pc:docMk/>
            <pc:sldMk cId="333646000" sldId="402"/>
            <ac:spMk id="6" creationId="{BC1D6AB3-A2BC-42C9-92C5-0A98FDD1C5C8}"/>
          </ac:spMkLst>
        </pc:spChg>
        <pc:spChg chg="mod">
          <ac:chgData name="Duy" userId="00f02d2ea35a0614" providerId="LiveId" clId="{E88FF8C2-1FC0-4C6E-A0F5-E99DA5F881DB}" dt="2020-11-15T18:41:22.739" v="2287" actId="1076"/>
          <ac:spMkLst>
            <pc:docMk/>
            <pc:sldMk cId="333646000" sldId="402"/>
            <ac:spMk id="14" creationId="{BF3CAA03-6971-42EC-AC54-C64C3C33AEA3}"/>
          </ac:spMkLst>
        </pc:spChg>
        <pc:spChg chg="mod">
          <ac:chgData name="Duy" userId="00f02d2ea35a0614" providerId="LiveId" clId="{E88FF8C2-1FC0-4C6E-A0F5-E99DA5F881DB}" dt="2020-11-15T18:42:22.748" v="2413" actId="20577"/>
          <ac:spMkLst>
            <pc:docMk/>
            <pc:sldMk cId="333646000" sldId="402"/>
            <ac:spMk id="17" creationId="{CF3EB312-A9A5-4696-9215-8CED91DC5B3A}"/>
          </ac:spMkLst>
        </pc:spChg>
        <pc:spChg chg="mod">
          <ac:chgData name="Duy" userId="00f02d2ea35a0614" providerId="LiveId" clId="{E88FF8C2-1FC0-4C6E-A0F5-E99DA5F881DB}" dt="2020-11-15T18:42:11.414" v="2377" actId="20577"/>
          <ac:spMkLst>
            <pc:docMk/>
            <pc:sldMk cId="333646000" sldId="402"/>
            <ac:spMk id="18" creationId="{9502FC47-4E63-49E8-908F-4632B8864E1B}"/>
          </ac:spMkLst>
        </pc:spChg>
        <pc:spChg chg="mod">
          <ac:chgData name="Duy" userId="00f02d2ea35a0614" providerId="LiveId" clId="{E88FF8C2-1FC0-4C6E-A0F5-E99DA5F881DB}" dt="2020-11-15T18:41:49.542" v="2343" actId="20577"/>
          <ac:spMkLst>
            <pc:docMk/>
            <pc:sldMk cId="333646000" sldId="402"/>
            <ac:spMk id="19" creationId="{7341B8A0-D7BD-44E3-B911-34CC6FDEF268}"/>
          </ac:spMkLst>
        </pc:spChg>
        <pc:picChg chg="del">
          <ac:chgData name="Duy" userId="00f02d2ea35a0614" providerId="LiveId" clId="{E88FF8C2-1FC0-4C6E-A0F5-E99DA5F881DB}" dt="2020-11-15T18:44:19.210" v="2497" actId="478"/>
          <ac:picMkLst>
            <pc:docMk/>
            <pc:sldMk cId="333646000" sldId="402"/>
            <ac:picMk id="3" creationId="{3C721931-B832-459B-AA5D-A6318C989BE7}"/>
          </ac:picMkLst>
        </pc:picChg>
        <pc:picChg chg="add mod">
          <ac:chgData name="Duy" userId="00f02d2ea35a0614" providerId="LiveId" clId="{E88FF8C2-1FC0-4C6E-A0F5-E99DA5F881DB}" dt="2020-11-15T18:44:46.049" v="2500" actId="14100"/>
          <ac:picMkLst>
            <pc:docMk/>
            <pc:sldMk cId="333646000" sldId="402"/>
            <ac:picMk id="3074" creationId="{D02229A4-A4FB-4034-B714-E89E8E08CFFD}"/>
          </ac:picMkLst>
        </pc:picChg>
        <pc:cxnChg chg="add del mod">
          <ac:chgData name="Duy" userId="00f02d2ea35a0614" providerId="LiveId" clId="{E88FF8C2-1FC0-4C6E-A0F5-E99DA5F881DB}" dt="2020-11-15T18:41:24.129" v="2289" actId="478"/>
          <ac:cxnSpMkLst>
            <pc:docMk/>
            <pc:sldMk cId="333646000" sldId="402"/>
            <ac:cxnSpMk id="10" creationId="{AE3FD1CC-849A-4EF1-A0B8-4E9E34B3F646}"/>
          </ac:cxnSpMkLst>
        </pc:cxnChg>
        <pc:cxnChg chg="mod">
          <ac:chgData name="Duy" userId="00f02d2ea35a0614" providerId="LiveId" clId="{E88FF8C2-1FC0-4C6E-A0F5-E99DA5F881DB}" dt="2020-11-15T18:41:22.739" v="2287" actId="1076"/>
          <ac:cxnSpMkLst>
            <pc:docMk/>
            <pc:sldMk cId="333646000" sldId="402"/>
            <ac:cxnSpMk id="15" creationId="{FCCFCA1C-D23D-48AD-90D3-54A11EA8247C}"/>
          </ac:cxnSpMkLst>
        </pc:cxnChg>
      </pc:sldChg>
      <pc:sldChg chg="addSp delSp modSp add mod">
        <pc:chgData name="Duy" userId="00f02d2ea35a0614" providerId="LiveId" clId="{E88FF8C2-1FC0-4C6E-A0F5-E99DA5F881DB}" dt="2020-11-15T18:44:16.278" v="2496" actId="1076"/>
        <pc:sldMkLst>
          <pc:docMk/>
          <pc:sldMk cId="747665525" sldId="403"/>
        </pc:sldMkLst>
        <pc:spChg chg="mod">
          <ac:chgData name="Duy" userId="00f02d2ea35a0614" providerId="LiveId" clId="{E88FF8C2-1FC0-4C6E-A0F5-E99DA5F881DB}" dt="2020-11-15T18:42:55.733" v="2443" actId="20577"/>
          <ac:spMkLst>
            <pc:docMk/>
            <pc:sldMk cId="747665525" sldId="403"/>
            <ac:spMk id="2" creationId="{20BA3DEE-978A-4126-888F-949ACD5359A5}"/>
          </ac:spMkLst>
        </pc:spChg>
        <pc:spChg chg="mod">
          <ac:chgData name="Duy" userId="00f02d2ea35a0614" providerId="LiveId" clId="{E88FF8C2-1FC0-4C6E-A0F5-E99DA5F881DB}" dt="2020-11-15T18:43:03.574" v="2445" actId="20577"/>
          <ac:spMkLst>
            <pc:docMk/>
            <pc:sldMk cId="747665525" sldId="403"/>
            <ac:spMk id="14" creationId="{BF3CAA03-6971-42EC-AC54-C64C3C33AEA3}"/>
          </ac:spMkLst>
        </pc:spChg>
        <pc:spChg chg="del">
          <ac:chgData name="Duy" userId="00f02d2ea35a0614" providerId="LiveId" clId="{E88FF8C2-1FC0-4C6E-A0F5-E99DA5F881DB}" dt="2020-11-15T18:43:26.885" v="2489" actId="478"/>
          <ac:spMkLst>
            <pc:docMk/>
            <pc:sldMk cId="747665525" sldId="403"/>
            <ac:spMk id="17" creationId="{CF3EB312-A9A5-4696-9215-8CED91DC5B3A}"/>
          </ac:spMkLst>
        </pc:spChg>
        <pc:spChg chg="mod">
          <ac:chgData name="Duy" userId="00f02d2ea35a0614" providerId="LiveId" clId="{E88FF8C2-1FC0-4C6E-A0F5-E99DA5F881DB}" dt="2020-11-15T18:43:16.915" v="2488" actId="20577"/>
          <ac:spMkLst>
            <pc:docMk/>
            <pc:sldMk cId="747665525" sldId="403"/>
            <ac:spMk id="18" creationId="{9502FC47-4E63-49E8-908F-4632B8864E1B}"/>
          </ac:spMkLst>
        </pc:spChg>
        <pc:spChg chg="mod">
          <ac:chgData name="Duy" userId="00f02d2ea35a0614" providerId="LiveId" clId="{E88FF8C2-1FC0-4C6E-A0F5-E99DA5F881DB}" dt="2020-11-15T18:43:10.493" v="2473" actId="20577"/>
          <ac:spMkLst>
            <pc:docMk/>
            <pc:sldMk cId="747665525" sldId="403"/>
            <ac:spMk id="19" creationId="{7341B8A0-D7BD-44E3-B911-34CC6FDEF268}"/>
          </ac:spMkLst>
        </pc:spChg>
        <pc:picChg chg="del">
          <ac:chgData name="Duy" userId="00f02d2ea35a0614" providerId="LiveId" clId="{E88FF8C2-1FC0-4C6E-A0F5-E99DA5F881DB}" dt="2020-11-15T18:43:33.364" v="2491" actId="478"/>
          <ac:picMkLst>
            <pc:docMk/>
            <pc:sldMk cId="747665525" sldId="403"/>
            <ac:picMk id="3" creationId="{3C721931-B832-459B-AA5D-A6318C989BE7}"/>
          </ac:picMkLst>
        </pc:picChg>
        <pc:picChg chg="add mod">
          <ac:chgData name="Duy" userId="00f02d2ea35a0614" providerId="LiveId" clId="{E88FF8C2-1FC0-4C6E-A0F5-E99DA5F881DB}" dt="2020-11-15T18:44:16.278" v="2496" actId="1076"/>
          <ac:picMkLst>
            <pc:docMk/>
            <pc:sldMk cId="747665525" sldId="403"/>
            <ac:picMk id="2050" creationId="{18089E8F-90B3-44AF-9115-DD85274D4266}"/>
          </ac:picMkLst>
        </pc:picChg>
        <pc:cxnChg chg="del">
          <ac:chgData name="Duy" userId="00f02d2ea35a0614" providerId="LiveId" clId="{E88FF8C2-1FC0-4C6E-A0F5-E99DA5F881DB}" dt="2020-11-15T18:43:29.124" v="2490" actId="478"/>
          <ac:cxnSpMkLst>
            <pc:docMk/>
            <pc:sldMk cId="747665525" sldId="403"/>
            <ac:cxnSpMk id="20" creationId="{FA37049C-B50F-460B-9A2E-B262FBDACFAC}"/>
          </ac:cxnSpMkLst>
        </pc:cxnChg>
      </pc:sldChg>
      <pc:sldChg chg="addSp delSp modSp add mod">
        <pc:chgData name="Duy" userId="00f02d2ea35a0614" providerId="LiveId" clId="{E88FF8C2-1FC0-4C6E-A0F5-E99DA5F881DB}" dt="2020-11-15T18:47:20.568" v="2604" actId="1076"/>
        <pc:sldMkLst>
          <pc:docMk/>
          <pc:sldMk cId="938827071" sldId="404"/>
        </pc:sldMkLst>
        <pc:spChg chg="mod">
          <ac:chgData name="Duy" userId="00f02d2ea35a0614" providerId="LiveId" clId="{E88FF8C2-1FC0-4C6E-A0F5-E99DA5F881DB}" dt="2020-11-15T18:45:27.365" v="2556" actId="20577"/>
          <ac:spMkLst>
            <pc:docMk/>
            <pc:sldMk cId="938827071" sldId="404"/>
            <ac:spMk id="2" creationId="{20BA3DEE-978A-4126-888F-949ACD5359A5}"/>
          </ac:spMkLst>
        </pc:spChg>
        <pc:spChg chg="mod">
          <ac:chgData name="Duy" userId="00f02d2ea35a0614" providerId="LiveId" clId="{E88FF8C2-1FC0-4C6E-A0F5-E99DA5F881DB}" dt="2020-11-15T18:46:21.549" v="2595" actId="1076"/>
          <ac:spMkLst>
            <pc:docMk/>
            <pc:sldMk cId="938827071" sldId="404"/>
            <ac:spMk id="14" creationId="{BF3CAA03-6971-42EC-AC54-C64C3C33AEA3}"/>
          </ac:spMkLst>
        </pc:spChg>
        <pc:spChg chg="mod">
          <ac:chgData name="Duy" userId="00f02d2ea35a0614" providerId="LiveId" clId="{E88FF8C2-1FC0-4C6E-A0F5-E99DA5F881DB}" dt="2020-11-15T18:46:25.461" v="2596" actId="14100"/>
          <ac:spMkLst>
            <pc:docMk/>
            <pc:sldMk cId="938827071" sldId="404"/>
            <ac:spMk id="18" creationId="{9502FC47-4E63-49E8-908F-4632B8864E1B}"/>
          </ac:spMkLst>
        </pc:spChg>
        <pc:spChg chg="mod">
          <ac:chgData name="Duy" userId="00f02d2ea35a0614" providerId="LiveId" clId="{E88FF8C2-1FC0-4C6E-A0F5-E99DA5F881DB}" dt="2020-11-15T18:46:17.996" v="2594" actId="1076"/>
          <ac:spMkLst>
            <pc:docMk/>
            <pc:sldMk cId="938827071" sldId="404"/>
            <ac:spMk id="19" creationId="{7341B8A0-D7BD-44E3-B911-34CC6FDEF268}"/>
          </ac:spMkLst>
        </pc:spChg>
        <pc:picChg chg="del">
          <ac:chgData name="Duy" userId="00f02d2ea35a0614" providerId="LiveId" clId="{E88FF8C2-1FC0-4C6E-A0F5-E99DA5F881DB}" dt="2020-11-15T18:46:29.138" v="2597" actId="478"/>
          <ac:picMkLst>
            <pc:docMk/>
            <pc:sldMk cId="938827071" sldId="404"/>
            <ac:picMk id="2050" creationId="{18089E8F-90B3-44AF-9115-DD85274D4266}"/>
          </ac:picMkLst>
        </pc:picChg>
        <pc:picChg chg="add del mod">
          <ac:chgData name="Duy" userId="00f02d2ea35a0614" providerId="LiveId" clId="{E88FF8C2-1FC0-4C6E-A0F5-E99DA5F881DB}" dt="2020-11-15T18:47:12.854" v="2600" actId="478"/>
          <ac:picMkLst>
            <pc:docMk/>
            <pc:sldMk cId="938827071" sldId="404"/>
            <ac:picMk id="4098" creationId="{3E909814-E0FC-4594-AB55-052A50F9E251}"/>
          </ac:picMkLst>
        </pc:picChg>
        <pc:picChg chg="add mod">
          <ac:chgData name="Duy" userId="00f02d2ea35a0614" providerId="LiveId" clId="{E88FF8C2-1FC0-4C6E-A0F5-E99DA5F881DB}" dt="2020-11-15T18:47:20.568" v="2604" actId="1076"/>
          <ac:picMkLst>
            <pc:docMk/>
            <pc:sldMk cId="938827071" sldId="404"/>
            <ac:picMk id="4100" creationId="{AFBC802C-23A6-4E27-A8C9-AF91B292B2AD}"/>
          </ac:picMkLst>
        </pc:picChg>
        <pc:cxnChg chg="mod">
          <ac:chgData name="Duy" userId="00f02d2ea35a0614" providerId="LiveId" clId="{E88FF8C2-1FC0-4C6E-A0F5-E99DA5F881DB}" dt="2020-11-15T18:46:21.549" v="2595" actId="1076"/>
          <ac:cxnSpMkLst>
            <pc:docMk/>
            <pc:sldMk cId="938827071" sldId="404"/>
            <ac:cxnSpMk id="15" creationId="{FCCFCA1C-D23D-48AD-90D3-54A11EA8247C}"/>
          </ac:cxnSpMkLst>
        </pc:cxnChg>
        <pc:cxnChg chg="mod">
          <ac:chgData name="Duy" userId="00f02d2ea35a0614" providerId="LiveId" clId="{E88FF8C2-1FC0-4C6E-A0F5-E99DA5F881DB}" dt="2020-11-15T18:46:11.805" v="2592" actId="14100"/>
          <ac:cxnSpMkLst>
            <pc:docMk/>
            <pc:sldMk cId="938827071" sldId="404"/>
            <ac:cxnSpMk id="24" creationId="{7470A438-24AB-467A-ADDB-8E90B9624E03}"/>
          </ac:cxnSpMkLst>
        </pc:cxnChg>
      </pc:sldChg>
      <pc:sldChg chg="addSp delSp modSp add mod ord">
        <pc:chgData name="Duy" userId="00f02d2ea35a0614" providerId="LiveId" clId="{E88FF8C2-1FC0-4C6E-A0F5-E99DA5F881DB}" dt="2020-11-15T18:50:56.579" v="2921" actId="20577"/>
        <pc:sldMkLst>
          <pc:docMk/>
          <pc:sldMk cId="413108597" sldId="405"/>
        </pc:sldMkLst>
        <pc:spChg chg="mod">
          <ac:chgData name="Duy" userId="00f02d2ea35a0614" providerId="LiveId" clId="{E88FF8C2-1FC0-4C6E-A0F5-E99DA5F881DB}" dt="2020-11-15T18:48:23.235" v="2724" actId="20577"/>
          <ac:spMkLst>
            <pc:docMk/>
            <pc:sldMk cId="413108597" sldId="405"/>
            <ac:spMk id="2" creationId="{20BA3DEE-978A-4126-888F-949ACD5359A5}"/>
          </ac:spMkLst>
        </pc:spChg>
        <pc:spChg chg="mod">
          <ac:chgData name="Duy" userId="00f02d2ea35a0614" providerId="LiveId" clId="{E88FF8C2-1FC0-4C6E-A0F5-E99DA5F881DB}" dt="2020-11-15T18:48:34.017" v="2747" actId="20577"/>
          <ac:spMkLst>
            <pc:docMk/>
            <pc:sldMk cId="413108597" sldId="405"/>
            <ac:spMk id="6" creationId="{BC1D6AB3-A2BC-42C9-92C5-0A98FDD1C5C8}"/>
          </ac:spMkLst>
        </pc:spChg>
        <pc:spChg chg="mod">
          <ac:chgData name="Duy" userId="00f02d2ea35a0614" providerId="LiveId" clId="{E88FF8C2-1FC0-4C6E-A0F5-E99DA5F881DB}" dt="2020-11-15T18:47:48.641" v="2680" actId="20577"/>
          <ac:spMkLst>
            <pc:docMk/>
            <pc:sldMk cId="413108597" sldId="405"/>
            <ac:spMk id="12" creationId="{D029A7D1-7AA0-4E29-8A04-79138B2FBE65}"/>
          </ac:spMkLst>
        </pc:spChg>
        <pc:spChg chg="mod">
          <ac:chgData name="Duy" userId="00f02d2ea35a0614" providerId="LiveId" clId="{E88FF8C2-1FC0-4C6E-A0F5-E99DA5F881DB}" dt="2020-11-15T18:48:45.278" v="2780" actId="20577"/>
          <ac:spMkLst>
            <pc:docMk/>
            <pc:sldMk cId="413108597" sldId="405"/>
            <ac:spMk id="14" creationId="{BF3CAA03-6971-42EC-AC54-C64C3C33AEA3}"/>
          </ac:spMkLst>
        </pc:spChg>
        <pc:spChg chg="mod">
          <ac:chgData name="Duy" userId="00f02d2ea35a0614" providerId="LiveId" clId="{E88FF8C2-1FC0-4C6E-A0F5-E99DA5F881DB}" dt="2020-11-15T18:50:56.579" v="2921" actId="20577"/>
          <ac:spMkLst>
            <pc:docMk/>
            <pc:sldMk cId="413108597" sldId="405"/>
            <ac:spMk id="19" creationId="{7341B8A0-D7BD-44E3-B911-34CC6FDEF268}"/>
          </ac:spMkLst>
        </pc:spChg>
        <pc:picChg chg="del">
          <ac:chgData name="Duy" userId="00f02d2ea35a0614" providerId="LiveId" clId="{E88FF8C2-1FC0-4C6E-A0F5-E99DA5F881DB}" dt="2020-11-15T18:49:25.096" v="2816" actId="478"/>
          <ac:picMkLst>
            <pc:docMk/>
            <pc:sldMk cId="413108597" sldId="405"/>
            <ac:picMk id="4100" creationId="{AFBC802C-23A6-4E27-A8C9-AF91B292B2AD}"/>
          </ac:picMkLst>
        </pc:picChg>
        <pc:picChg chg="add mod">
          <ac:chgData name="Duy" userId="00f02d2ea35a0614" providerId="LiveId" clId="{E88FF8C2-1FC0-4C6E-A0F5-E99DA5F881DB}" dt="2020-11-15T18:50:09.919" v="2822" actId="1076"/>
          <ac:picMkLst>
            <pc:docMk/>
            <pc:sldMk cId="413108597" sldId="405"/>
            <ac:picMk id="5122" creationId="{FA64DC7D-8905-4E54-B550-E5A74D8F12BE}"/>
          </ac:picMkLst>
        </pc:picChg>
      </pc:sldChg>
      <pc:sldChg chg="addSp delSp modSp add mod">
        <pc:chgData name="Duy" userId="00f02d2ea35a0614" providerId="LiveId" clId="{E88FF8C2-1FC0-4C6E-A0F5-E99DA5F881DB}" dt="2020-11-15T18:53:39.550" v="3028" actId="1076"/>
        <pc:sldMkLst>
          <pc:docMk/>
          <pc:sldMk cId="3923478166" sldId="406"/>
        </pc:sldMkLst>
        <pc:spChg chg="mod">
          <ac:chgData name="Duy" userId="00f02d2ea35a0614" providerId="LiveId" clId="{E88FF8C2-1FC0-4C6E-A0F5-E99DA5F881DB}" dt="2020-11-15T18:50:35.948" v="2845" actId="20577"/>
          <ac:spMkLst>
            <pc:docMk/>
            <pc:sldMk cId="3923478166" sldId="406"/>
            <ac:spMk id="2" creationId="{20BA3DEE-978A-4126-888F-949ACD5359A5}"/>
          </ac:spMkLst>
        </pc:spChg>
        <pc:spChg chg="mod">
          <ac:chgData name="Duy" userId="00f02d2ea35a0614" providerId="LiveId" clId="{E88FF8C2-1FC0-4C6E-A0F5-E99DA5F881DB}" dt="2020-11-15T18:51:17.589" v="2973" actId="20577"/>
          <ac:spMkLst>
            <pc:docMk/>
            <pc:sldMk cId="3923478166" sldId="406"/>
            <ac:spMk id="6" creationId="{BC1D6AB3-A2BC-42C9-92C5-0A98FDD1C5C8}"/>
          </ac:spMkLst>
        </pc:spChg>
        <pc:spChg chg="del mod">
          <ac:chgData name="Duy" userId="00f02d2ea35a0614" providerId="LiveId" clId="{E88FF8C2-1FC0-4C6E-A0F5-E99DA5F881DB}" dt="2020-11-15T18:52:09.450" v="3020" actId="478"/>
          <ac:spMkLst>
            <pc:docMk/>
            <pc:sldMk cId="3923478166" sldId="406"/>
            <ac:spMk id="14" creationId="{BF3CAA03-6971-42EC-AC54-C64C3C33AEA3}"/>
          </ac:spMkLst>
        </pc:spChg>
        <pc:spChg chg="add del mod">
          <ac:chgData name="Duy" userId="00f02d2ea35a0614" providerId="LiveId" clId="{E88FF8C2-1FC0-4C6E-A0F5-E99DA5F881DB}" dt="2020-11-15T18:51:52.841" v="3003" actId="20577"/>
          <ac:spMkLst>
            <pc:docMk/>
            <pc:sldMk cId="3923478166" sldId="406"/>
            <ac:spMk id="18" creationId="{9502FC47-4E63-49E8-908F-4632B8864E1B}"/>
          </ac:spMkLst>
        </pc:spChg>
        <pc:spChg chg="mod">
          <ac:chgData name="Duy" userId="00f02d2ea35a0614" providerId="LiveId" clId="{E88FF8C2-1FC0-4C6E-A0F5-E99DA5F881DB}" dt="2020-11-15T18:52:14.902" v="3022" actId="1076"/>
          <ac:spMkLst>
            <pc:docMk/>
            <pc:sldMk cId="3923478166" sldId="406"/>
            <ac:spMk id="19" creationId="{7341B8A0-D7BD-44E3-B911-34CC6FDEF268}"/>
          </ac:spMkLst>
        </pc:spChg>
        <pc:picChg chg="mod">
          <ac:chgData name="Duy" userId="00f02d2ea35a0614" providerId="LiveId" clId="{E88FF8C2-1FC0-4C6E-A0F5-E99DA5F881DB}" dt="2020-11-15T18:53:39.550" v="3028" actId="1076"/>
          <ac:picMkLst>
            <pc:docMk/>
            <pc:sldMk cId="3923478166" sldId="406"/>
            <ac:picMk id="5122" creationId="{FA64DC7D-8905-4E54-B550-E5A74D8F12BE}"/>
          </ac:picMkLst>
        </pc:picChg>
        <pc:picChg chg="add mod">
          <ac:chgData name="Duy" userId="00f02d2ea35a0614" providerId="LiveId" clId="{E88FF8C2-1FC0-4C6E-A0F5-E99DA5F881DB}" dt="2020-11-15T18:53:39.550" v="3028" actId="1076"/>
          <ac:picMkLst>
            <pc:docMk/>
            <pc:sldMk cId="3923478166" sldId="406"/>
            <ac:picMk id="6146" creationId="{46E75158-F08F-40FF-89DC-FBF08E677C4E}"/>
          </ac:picMkLst>
        </pc:picChg>
        <pc:cxnChg chg="del mod">
          <ac:chgData name="Duy" userId="00f02d2ea35a0614" providerId="LiveId" clId="{E88FF8C2-1FC0-4C6E-A0F5-E99DA5F881DB}" dt="2020-11-15T18:52:11.989" v="3021" actId="478"/>
          <ac:cxnSpMkLst>
            <pc:docMk/>
            <pc:sldMk cId="3923478166" sldId="406"/>
            <ac:cxnSpMk id="15" creationId="{FCCFCA1C-D23D-48AD-90D3-54A11EA8247C}"/>
          </ac:cxnSpMkLst>
        </pc:cxnChg>
        <pc:cxnChg chg="mod">
          <ac:chgData name="Duy" userId="00f02d2ea35a0614" providerId="LiveId" clId="{E88FF8C2-1FC0-4C6E-A0F5-E99DA5F881DB}" dt="2020-11-15T18:52:18.025" v="3023" actId="14100"/>
          <ac:cxnSpMkLst>
            <pc:docMk/>
            <pc:sldMk cId="3923478166" sldId="406"/>
            <ac:cxnSpMk id="22" creationId="{5B24B1AA-F361-46FE-B60F-E7D76F4AC73F}"/>
          </ac:cxnSpMkLst>
        </pc:cxnChg>
        <pc:cxnChg chg="add del">
          <ac:chgData name="Duy" userId="00f02d2ea35a0614" providerId="LiveId" clId="{E88FF8C2-1FC0-4C6E-A0F5-E99DA5F881DB}" dt="2020-11-15T18:51:46.075" v="2976" actId="478"/>
          <ac:cxnSpMkLst>
            <pc:docMk/>
            <pc:sldMk cId="3923478166" sldId="406"/>
            <ac:cxnSpMk id="24" creationId="{7470A438-24AB-467A-ADDB-8E90B9624E03}"/>
          </ac:cxnSpMkLst>
        </pc:cxnChg>
      </pc:sldChg>
      <pc:sldChg chg="addSp delSp modSp add mod">
        <pc:chgData name="Duy" userId="00f02d2ea35a0614" providerId="LiveId" clId="{E88FF8C2-1FC0-4C6E-A0F5-E99DA5F881DB}" dt="2020-11-15T18:56:05.267" v="3184" actId="14100"/>
        <pc:sldMkLst>
          <pc:docMk/>
          <pc:sldMk cId="196589354" sldId="407"/>
        </pc:sldMkLst>
        <pc:spChg chg="mod">
          <ac:chgData name="Duy" userId="00f02d2ea35a0614" providerId="LiveId" clId="{E88FF8C2-1FC0-4C6E-A0F5-E99DA5F881DB}" dt="2020-11-15T18:54:27.721" v="3066" actId="20577"/>
          <ac:spMkLst>
            <pc:docMk/>
            <pc:sldMk cId="196589354" sldId="407"/>
            <ac:spMk id="2" creationId="{20BA3DEE-978A-4126-888F-949ACD5359A5}"/>
          </ac:spMkLst>
        </pc:spChg>
        <pc:spChg chg="mod">
          <ac:chgData name="Duy" userId="00f02d2ea35a0614" providerId="LiveId" clId="{E88FF8C2-1FC0-4C6E-A0F5-E99DA5F881DB}" dt="2020-11-15T18:54:36.869" v="3092" actId="20577"/>
          <ac:spMkLst>
            <pc:docMk/>
            <pc:sldMk cId="196589354" sldId="407"/>
            <ac:spMk id="6" creationId="{BC1D6AB3-A2BC-42C9-92C5-0A98FDD1C5C8}"/>
          </ac:spMkLst>
        </pc:spChg>
        <pc:spChg chg="mod">
          <ac:chgData name="Duy" userId="00f02d2ea35a0614" providerId="LiveId" clId="{E88FF8C2-1FC0-4C6E-A0F5-E99DA5F881DB}" dt="2020-11-15T18:54:42.960" v="3115" actId="20577"/>
          <ac:spMkLst>
            <pc:docMk/>
            <pc:sldMk cId="196589354" sldId="407"/>
            <ac:spMk id="18" creationId="{9502FC47-4E63-49E8-908F-4632B8864E1B}"/>
          </ac:spMkLst>
        </pc:spChg>
        <pc:spChg chg="mod">
          <ac:chgData name="Duy" userId="00f02d2ea35a0614" providerId="LiveId" clId="{E88FF8C2-1FC0-4C6E-A0F5-E99DA5F881DB}" dt="2020-11-15T18:54:58.665" v="3135" actId="1076"/>
          <ac:spMkLst>
            <pc:docMk/>
            <pc:sldMk cId="196589354" sldId="407"/>
            <ac:spMk id="19" creationId="{7341B8A0-D7BD-44E3-B911-34CC6FDEF268}"/>
          </ac:spMkLst>
        </pc:spChg>
        <pc:spChg chg="add mod">
          <ac:chgData name="Duy" userId="00f02d2ea35a0614" providerId="LiveId" clId="{E88FF8C2-1FC0-4C6E-A0F5-E99DA5F881DB}" dt="2020-11-15T18:55:22.241" v="3178" actId="20577"/>
          <ac:spMkLst>
            <pc:docMk/>
            <pc:sldMk cId="196589354" sldId="407"/>
            <ac:spMk id="20" creationId="{723646CC-56EC-428B-8EE6-A9A2C067AA12}"/>
          </ac:spMkLst>
        </pc:spChg>
        <pc:picChg chg="del">
          <ac:chgData name="Duy" userId="00f02d2ea35a0614" providerId="LiveId" clId="{E88FF8C2-1FC0-4C6E-A0F5-E99DA5F881DB}" dt="2020-11-15T18:55:30.689" v="3179" actId="478"/>
          <ac:picMkLst>
            <pc:docMk/>
            <pc:sldMk cId="196589354" sldId="407"/>
            <ac:picMk id="5122" creationId="{FA64DC7D-8905-4E54-B550-E5A74D8F12BE}"/>
          </ac:picMkLst>
        </pc:picChg>
        <pc:picChg chg="del mod">
          <ac:chgData name="Duy" userId="00f02d2ea35a0614" providerId="LiveId" clId="{E88FF8C2-1FC0-4C6E-A0F5-E99DA5F881DB}" dt="2020-11-15T18:55:55.468" v="3180" actId="478"/>
          <ac:picMkLst>
            <pc:docMk/>
            <pc:sldMk cId="196589354" sldId="407"/>
            <ac:picMk id="6146" creationId="{46E75158-F08F-40FF-89DC-FBF08E677C4E}"/>
          </ac:picMkLst>
        </pc:picChg>
        <pc:picChg chg="add mod">
          <ac:chgData name="Duy" userId="00f02d2ea35a0614" providerId="LiveId" clId="{E88FF8C2-1FC0-4C6E-A0F5-E99DA5F881DB}" dt="2020-11-15T18:56:05.267" v="3184" actId="14100"/>
          <ac:picMkLst>
            <pc:docMk/>
            <pc:sldMk cId="196589354" sldId="407"/>
            <ac:picMk id="7170" creationId="{F1268E77-50EC-417F-89E1-810EA110B9AE}"/>
          </ac:picMkLst>
        </pc:picChg>
        <pc:cxnChg chg="mod">
          <ac:chgData name="Duy" userId="00f02d2ea35a0614" providerId="LiveId" clId="{E88FF8C2-1FC0-4C6E-A0F5-E99DA5F881DB}" dt="2020-11-15T18:54:22.976" v="3057" actId="14100"/>
          <ac:cxnSpMkLst>
            <pc:docMk/>
            <pc:sldMk cId="196589354" sldId="407"/>
            <ac:cxnSpMk id="10" creationId="{AE3FD1CC-849A-4EF1-A0B8-4E9E34B3F646}"/>
          </ac:cxnSpMkLst>
        </pc:cxnChg>
        <pc:cxnChg chg="add mod">
          <ac:chgData name="Duy" userId="00f02d2ea35a0614" providerId="LiveId" clId="{E88FF8C2-1FC0-4C6E-A0F5-E99DA5F881DB}" dt="2020-11-15T18:55:10.583" v="3138" actId="14100"/>
          <ac:cxnSpMkLst>
            <pc:docMk/>
            <pc:sldMk cId="196589354" sldId="407"/>
            <ac:cxnSpMk id="21" creationId="{EF8C4E24-76C7-4AC3-818A-CD5DEA1F0002}"/>
          </ac:cxnSpMkLst>
        </pc:cxnChg>
        <pc:cxnChg chg="mod">
          <ac:chgData name="Duy" userId="00f02d2ea35a0614" providerId="LiveId" clId="{E88FF8C2-1FC0-4C6E-A0F5-E99DA5F881DB}" dt="2020-11-15T18:54:58.665" v="3135" actId="1076"/>
          <ac:cxnSpMkLst>
            <pc:docMk/>
            <pc:sldMk cId="196589354" sldId="407"/>
            <ac:cxnSpMk id="22" creationId="{5B24B1AA-F361-46FE-B60F-E7D76F4AC73F}"/>
          </ac:cxnSpMkLst>
        </pc:cxnChg>
        <pc:cxnChg chg="mod">
          <ac:chgData name="Duy" userId="00f02d2ea35a0614" providerId="LiveId" clId="{E88FF8C2-1FC0-4C6E-A0F5-E99DA5F881DB}" dt="2020-11-15T18:54:56.555" v="3134" actId="14100"/>
          <ac:cxnSpMkLst>
            <pc:docMk/>
            <pc:sldMk cId="196589354" sldId="407"/>
            <ac:cxnSpMk id="24" creationId="{7470A438-24AB-467A-ADDB-8E90B9624E03}"/>
          </ac:cxnSpMkLst>
        </pc:cxnChg>
      </pc:sldChg>
      <pc:sldChg chg="addSp delSp modSp add mod">
        <pc:chgData name="Duy" userId="00f02d2ea35a0614" providerId="LiveId" clId="{E88FF8C2-1FC0-4C6E-A0F5-E99DA5F881DB}" dt="2020-11-15T18:58:03.626" v="3257" actId="14100"/>
        <pc:sldMkLst>
          <pc:docMk/>
          <pc:sldMk cId="4163036684" sldId="408"/>
        </pc:sldMkLst>
        <pc:spChg chg="mod">
          <ac:chgData name="Duy" userId="00f02d2ea35a0614" providerId="LiveId" clId="{E88FF8C2-1FC0-4C6E-A0F5-E99DA5F881DB}" dt="2020-11-15T18:56:22.012" v="3213" actId="20577"/>
          <ac:spMkLst>
            <pc:docMk/>
            <pc:sldMk cId="4163036684" sldId="408"/>
            <ac:spMk id="2" creationId="{20BA3DEE-978A-4126-888F-949ACD5359A5}"/>
          </ac:spMkLst>
        </pc:spChg>
        <pc:spChg chg="mod">
          <ac:chgData name="Duy" userId="00f02d2ea35a0614" providerId="LiveId" clId="{E88FF8C2-1FC0-4C6E-A0F5-E99DA5F881DB}" dt="2020-11-15T18:56:43.250" v="3252" actId="20577"/>
          <ac:spMkLst>
            <pc:docMk/>
            <pc:sldMk cId="4163036684" sldId="408"/>
            <ac:spMk id="6" creationId="{BC1D6AB3-A2BC-42C9-92C5-0A98FDD1C5C8}"/>
          </ac:spMkLst>
        </pc:spChg>
        <pc:spChg chg="del">
          <ac:chgData name="Duy" userId="00f02d2ea35a0614" providerId="LiveId" clId="{E88FF8C2-1FC0-4C6E-A0F5-E99DA5F881DB}" dt="2020-11-15T18:56:26.463" v="3216" actId="478"/>
          <ac:spMkLst>
            <pc:docMk/>
            <pc:sldMk cId="4163036684" sldId="408"/>
            <ac:spMk id="18" creationId="{9502FC47-4E63-49E8-908F-4632B8864E1B}"/>
          </ac:spMkLst>
        </pc:spChg>
        <pc:spChg chg="del">
          <ac:chgData name="Duy" userId="00f02d2ea35a0614" providerId="LiveId" clId="{E88FF8C2-1FC0-4C6E-A0F5-E99DA5F881DB}" dt="2020-11-15T18:56:25.612" v="3215" actId="478"/>
          <ac:spMkLst>
            <pc:docMk/>
            <pc:sldMk cId="4163036684" sldId="408"/>
            <ac:spMk id="19" creationId="{7341B8A0-D7BD-44E3-B911-34CC6FDEF268}"/>
          </ac:spMkLst>
        </pc:spChg>
        <pc:spChg chg="del">
          <ac:chgData name="Duy" userId="00f02d2ea35a0614" providerId="LiveId" clId="{E88FF8C2-1FC0-4C6E-A0F5-E99DA5F881DB}" dt="2020-11-15T18:56:24.792" v="3214" actId="478"/>
          <ac:spMkLst>
            <pc:docMk/>
            <pc:sldMk cId="4163036684" sldId="408"/>
            <ac:spMk id="20" creationId="{723646CC-56EC-428B-8EE6-A9A2C067AA12}"/>
          </ac:spMkLst>
        </pc:spChg>
        <pc:picChg chg="del">
          <ac:chgData name="Duy" userId="00f02d2ea35a0614" providerId="LiveId" clId="{E88FF8C2-1FC0-4C6E-A0F5-E99DA5F881DB}" dt="2020-11-15T18:57:08.611" v="3253" actId="478"/>
          <ac:picMkLst>
            <pc:docMk/>
            <pc:sldMk cId="4163036684" sldId="408"/>
            <ac:picMk id="7170" creationId="{F1268E77-50EC-417F-89E1-810EA110B9AE}"/>
          </ac:picMkLst>
        </pc:picChg>
        <pc:picChg chg="add mod">
          <ac:chgData name="Duy" userId="00f02d2ea35a0614" providerId="LiveId" clId="{E88FF8C2-1FC0-4C6E-A0F5-E99DA5F881DB}" dt="2020-11-15T18:58:03.626" v="3257" actId="14100"/>
          <ac:picMkLst>
            <pc:docMk/>
            <pc:sldMk cId="4163036684" sldId="408"/>
            <ac:picMk id="8194" creationId="{9405FD77-E829-43A0-8C80-7657EB9640B3}"/>
          </ac:picMkLst>
        </pc:picChg>
        <pc:cxnChg chg="mod">
          <ac:chgData name="Duy" userId="00f02d2ea35a0614" providerId="LiveId" clId="{E88FF8C2-1FC0-4C6E-A0F5-E99DA5F881DB}" dt="2020-11-15T18:56:35.331" v="3222" actId="14100"/>
          <ac:cxnSpMkLst>
            <pc:docMk/>
            <pc:sldMk cId="4163036684" sldId="408"/>
            <ac:cxnSpMk id="10" creationId="{AE3FD1CC-849A-4EF1-A0B8-4E9E34B3F646}"/>
          </ac:cxnSpMkLst>
        </pc:cxnChg>
        <pc:cxnChg chg="del mod">
          <ac:chgData name="Duy" userId="00f02d2ea35a0614" providerId="LiveId" clId="{E88FF8C2-1FC0-4C6E-A0F5-E99DA5F881DB}" dt="2020-11-15T18:56:28.752" v="3218" actId="478"/>
          <ac:cxnSpMkLst>
            <pc:docMk/>
            <pc:sldMk cId="4163036684" sldId="408"/>
            <ac:cxnSpMk id="21" creationId="{EF8C4E24-76C7-4AC3-818A-CD5DEA1F0002}"/>
          </ac:cxnSpMkLst>
        </pc:cxnChg>
        <pc:cxnChg chg="del mod">
          <ac:chgData name="Duy" userId="00f02d2ea35a0614" providerId="LiveId" clId="{E88FF8C2-1FC0-4C6E-A0F5-E99DA5F881DB}" dt="2020-11-15T18:56:27.961" v="3217" actId="478"/>
          <ac:cxnSpMkLst>
            <pc:docMk/>
            <pc:sldMk cId="4163036684" sldId="408"/>
            <ac:cxnSpMk id="22" creationId="{5B24B1AA-F361-46FE-B60F-E7D76F4AC73F}"/>
          </ac:cxnSpMkLst>
        </pc:cxnChg>
        <pc:cxnChg chg="del">
          <ac:chgData name="Duy" userId="00f02d2ea35a0614" providerId="LiveId" clId="{E88FF8C2-1FC0-4C6E-A0F5-E99DA5F881DB}" dt="2020-11-15T18:56:29.753" v="3219" actId="478"/>
          <ac:cxnSpMkLst>
            <pc:docMk/>
            <pc:sldMk cId="4163036684" sldId="408"/>
            <ac:cxnSpMk id="24" creationId="{7470A438-24AB-467A-ADDB-8E90B9624E03}"/>
          </ac:cxnSpMkLst>
        </pc:cxnChg>
      </pc:sldChg>
      <pc:sldChg chg="modSp add mod">
        <pc:chgData name="Duy" userId="00f02d2ea35a0614" providerId="LiveId" clId="{E88FF8C2-1FC0-4C6E-A0F5-E99DA5F881DB}" dt="2020-11-15T19:00:13.875" v="3522" actId="207"/>
        <pc:sldMkLst>
          <pc:docMk/>
          <pc:sldMk cId="2385060959" sldId="409"/>
        </pc:sldMkLst>
        <pc:spChg chg="mod">
          <ac:chgData name="Duy" userId="00f02d2ea35a0614" providerId="LiveId" clId="{E88FF8C2-1FC0-4C6E-A0F5-E99DA5F881DB}" dt="2020-11-15T19:00:13.875" v="3522" actId="207"/>
          <ac:spMkLst>
            <pc:docMk/>
            <pc:sldMk cId="2385060959" sldId="409"/>
            <ac:spMk id="8" creationId="{B2FF6409-4E60-4CE2-AD9E-3EDF7577D9CF}"/>
          </ac:spMkLst>
        </pc:spChg>
      </pc:sldChg>
      <pc:sldChg chg="addSp delSp modSp add mod">
        <pc:chgData name="Duy" userId="00f02d2ea35a0614" providerId="LiveId" clId="{E88FF8C2-1FC0-4C6E-A0F5-E99DA5F881DB}" dt="2020-11-15T19:02:20.402" v="3640" actId="962"/>
        <pc:sldMkLst>
          <pc:docMk/>
          <pc:sldMk cId="2886083099" sldId="410"/>
        </pc:sldMkLst>
        <pc:picChg chg="del">
          <ac:chgData name="Duy" userId="00f02d2ea35a0614" providerId="LiveId" clId="{E88FF8C2-1FC0-4C6E-A0F5-E99DA5F881DB}" dt="2020-11-15T19:01:55.860" v="3636" actId="478"/>
          <ac:picMkLst>
            <pc:docMk/>
            <pc:sldMk cId="2886083099" sldId="410"/>
            <ac:picMk id="3" creationId="{08D932D0-937A-4E8A-B01F-0F73D9EFD76C}"/>
          </ac:picMkLst>
        </pc:picChg>
        <pc:picChg chg="add mod ord">
          <ac:chgData name="Duy" userId="00f02d2ea35a0614" providerId="LiveId" clId="{E88FF8C2-1FC0-4C6E-A0F5-E99DA5F881DB}" dt="2020-11-15T19:02:20.402" v="3640" actId="962"/>
          <ac:picMkLst>
            <pc:docMk/>
            <pc:sldMk cId="2886083099" sldId="410"/>
            <ac:picMk id="6" creationId="{9E57AFEF-DC0E-4844-ADDA-BFE01BA5A2E3}"/>
          </ac:picMkLst>
        </pc:picChg>
      </pc:sldChg>
      <pc:sldChg chg="addSp delSp modSp add mod">
        <pc:chgData name="Duy" userId="00f02d2ea35a0614" providerId="LiveId" clId="{E88FF8C2-1FC0-4C6E-A0F5-E99DA5F881DB}" dt="2020-11-15T19:03:27.364" v="3692" actId="26606"/>
        <pc:sldMkLst>
          <pc:docMk/>
          <pc:sldMk cId="614627233" sldId="411"/>
        </pc:sldMkLst>
        <pc:spChg chg="mod">
          <ac:chgData name="Duy" userId="00f02d2ea35a0614" providerId="LiveId" clId="{E88FF8C2-1FC0-4C6E-A0F5-E99DA5F881DB}" dt="2020-11-15T19:02:42.170" v="3683" actId="20577"/>
          <ac:spMkLst>
            <pc:docMk/>
            <pc:sldMk cId="614627233" sldId="411"/>
            <ac:spMk id="12" creationId="{D029A7D1-7AA0-4E29-8A04-79138B2FBE65}"/>
          </ac:spMkLst>
        </pc:spChg>
        <pc:picChg chg="add del mod ord">
          <ac:chgData name="Duy" userId="00f02d2ea35a0614" providerId="LiveId" clId="{E88FF8C2-1FC0-4C6E-A0F5-E99DA5F881DB}" dt="2020-11-15T19:03:13.350" v="3688" actId="478"/>
          <ac:picMkLst>
            <pc:docMk/>
            <pc:sldMk cId="614627233" sldId="411"/>
            <ac:picMk id="3" creationId="{C98AC623-AA56-4117-A77A-252CDD63C10E}"/>
          </ac:picMkLst>
        </pc:picChg>
        <pc:picChg chg="del">
          <ac:chgData name="Duy" userId="00f02d2ea35a0614" providerId="LiveId" clId="{E88FF8C2-1FC0-4C6E-A0F5-E99DA5F881DB}" dt="2020-11-15T19:02:32.780" v="3642" actId="478"/>
          <ac:picMkLst>
            <pc:docMk/>
            <pc:sldMk cId="614627233" sldId="411"/>
            <ac:picMk id="6" creationId="{9E57AFEF-DC0E-4844-ADDA-BFE01BA5A2E3}"/>
          </ac:picMkLst>
        </pc:picChg>
        <pc:picChg chg="add mod ord">
          <ac:chgData name="Duy" userId="00f02d2ea35a0614" providerId="LiveId" clId="{E88FF8C2-1FC0-4C6E-A0F5-E99DA5F881DB}" dt="2020-11-15T19:03:27.364" v="3692" actId="26606"/>
          <ac:picMkLst>
            <pc:docMk/>
            <pc:sldMk cId="614627233" sldId="411"/>
            <ac:picMk id="9" creationId="{A8CF07BB-D6C5-4593-ACD7-320582F00DE1}"/>
          </ac:picMkLst>
        </pc:picChg>
      </pc:sldChg>
      <pc:sldChg chg="addSp delSp modSp add mod">
        <pc:chgData name="Duy" userId="00f02d2ea35a0614" providerId="LiveId" clId="{E88FF8C2-1FC0-4C6E-A0F5-E99DA5F881DB}" dt="2020-11-15T19:03:46.546" v="3698" actId="26606"/>
        <pc:sldMkLst>
          <pc:docMk/>
          <pc:sldMk cId="2474467957" sldId="412"/>
        </pc:sldMkLst>
        <pc:picChg chg="add mod ord">
          <ac:chgData name="Duy" userId="00f02d2ea35a0614" providerId="LiveId" clId="{E88FF8C2-1FC0-4C6E-A0F5-E99DA5F881DB}" dt="2020-11-15T19:03:46.546" v="3698" actId="26606"/>
          <ac:picMkLst>
            <pc:docMk/>
            <pc:sldMk cId="2474467957" sldId="412"/>
            <ac:picMk id="3" creationId="{3BC8EBCA-85DB-4DA9-988A-FA02FE71ECB1}"/>
          </ac:picMkLst>
        </pc:picChg>
        <pc:picChg chg="del">
          <ac:chgData name="Duy" userId="00f02d2ea35a0614" providerId="LiveId" clId="{E88FF8C2-1FC0-4C6E-A0F5-E99DA5F881DB}" dt="2020-11-15T19:03:35.946" v="3694" actId="478"/>
          <ac:picMkLst>
            <pc:docMk/>
            <pc:sldMk cId="2474467957" sldId="412"/>
            <ac:picMk id="9" creationId="{A8CF07BB-D6C5-4593-ACD7-320582F00DE1}"/>
          </ac:picMkLst>
        </pc:picChg>
      </pc:sldChg>
      <pc:sldChg chg="addSp delSp modSp add mod">
        <pc:chgData name="Duy" userId="00f02d2ea35a0614" providerId="LiveId" clId="{E88FF8C2-1FC0-4C6E-A0F5-E99DA5F881DB}" dt="2020-11-15T19:06:11.985" v="3744" actId="1076"/>
        <pc:sldMkLst>
          <pc:docMk/>
          <pc:sldMk cId="3886468558" sldId="413"/>
        </pc:sldMkLst>
        <pc:spChg chg="mod">
          <ac:chgData name="Duy" userId="00f02d2ea35a0614" providerId="LiveId" clId="{E88FF8C2-1FC0-4C6E-A0F5-E99DA5F881DB}" dt="2020-11-15T19:04:19.150" v="3720" actId="20577"/>
          <ac:spMkLst>
            <pc:docMk/>
            <pc:sldMk cId="3886468558" sldId="413"/>
            <ac:spMk id="12" creationId="{D029A7D1-7AA0-4E29-8A04-79138B2FBE65}"/>
          </ac:spMkLst>
        </pc:spChg>
        <pc:picChg chg="del">
          <ac:chgData name="Duy" userId="00f02d2ea35a0614" providerId="LiveId" clId="{E88FF8C2-1FC0-4C6E-A0F5-E99DA5F881DB}" dt="2020-11-15T19:05:50.166" v="3730" actId="478"/>
          <ac:picMkLst>
            <pc:docMk/>
            <pc:sldMk cId="3886468558" sldId="413"/>
            <ac:picMk id="2" creationId="{C959A039-FE83-4114-BF82-100A4254B678}"/>
          </ac:picMkLst>
        </pc:picChg>
        <pc:picChg chg="del">
          <ac:chgData name="Duy" userId="00f02d2ea35a0614" providerId="LiveId" clId="{E88FF8C2-1FC0-4C6E-A0F5-E99DA5F881DB}" dt="2020-11-15T19:05:45.757" v="3725" actId="478"/>
          <ac:picMkLst>
            <pc:docMk/>
            <pc:sldMk cId="3886468558" sldId="413"/>
            <ac:picMk id="11" creationId="{9DF7006E-7C61-4D1A-A566-6D24F1C4A6C1}"/>
          </ac:picMkLst>
        </pc:picChg>
        <pc:picChg chg="mod">
          <ac:chgData name="Duy" userId="00f02d2ea35a0614" providerId="LiveId" clId="{E88FF8C2-1FC0-4C6E-A0F5-E99DA5F881DB}" dt="2020-11-15T19:06:08.015" v="3741" actId="1076"/>
          <ac:picMkLst>
            <pc:docMk/>
            <pc:sldMk cId="3886468558" sldId="413"/>
            <ac:picMk id="15" creationId="{86B131B3-F766-446D-9C96-93C9A6113B29}"/>
          </ac:picMkLst>
        </pc:picChg>
        <pc:picChg chg="del">
          <ac:chgData name="Duy" userId="00f02d2ea35a0614" providerId="LiveId" clId="{E88FF8C2-1FC0-4C6E-A0F5-E99DA5F881DB}" dt="2020-11-15T19:05:24.347" v="3721" actId="478"/>
          <ac:picMkLst>
            <pc:docMk/>
            <pc:sldMk cId="3886468558" sldId="413"/>
            <ac:picMk id="17" creationId="{D74DFEC1-DE14-4C57-9483-F4B1E9FBEAE5}"/>
          </ac:picMkLst>
        </pc:picChg>
        <pc:picChg chg="mod">
          <ac:chgData name="Duy" userId="00f02d2ea35a0614" providerId="LiveId" clId="{E88FF8C2-1FC0-4C6E-A0F5-E99DA5F881DB}" dt="2020-11-15T19:06:04.971" v="3738" actId="1076"/>
          <ac:picMkLst>
            <pc:docMk/>
            <pc:sldMk cId="3886468558" sldId="413"/>
            <ac:picMk id="19" creationId="{766D31DA-748C-42A8-ABFE-266563AF77DE}"/>
          </ac:picMkLst>
        </pc:picChg>
        <pc:picChg chg="del">
          <ac:chgData name="Duy" userId="00f02d2ea35a0614" providerId="LiveId" clId="{E88FF8C2-1FC0-4C6E-A0F5-E99DA5F881DB}" dt="2020-11-15T19:05:48.378" v="3728" actId="478"/>
          <ac:picMkLst>
            <pc:docMk/>
            <pc:sldMk cId="3886468558" sldId="413"/>
            <ac:picMk id="21" creationId="{96B817C2-3D90-4EA3-9E55-05A40CFB2CA8}"/>
          </ac:picMkLst>
        </pc:picChg>
        <pc:picChg chg="del">
          <ac:chgData name="Duy" userId="00f02d2ea35a0614" providerId="LiveId" clId="{E88FF8C2-1FC0-4C6E-A0F5-E99DA5F881DB}" dt="2020-11-15T19:05:51.596" v="3731" actId="478"/>
          <ac:picMkLst>
            <pc:docMk/>
            <pc:sldMk cId="3886468558" sldId="413"/>
            <ac:picMk id="23" creationId="{919041E6-86BF-41D8-8A9D-D418966CEC17}"/>
          </ac:picMkLst>
        </pc:picChg>
        <pc:picChg chg="mod">
          <ac:chgData name="Duy" userId="00f02d2ea35a0614" providerId="LiveId" clId="{E88FF8C2-1FC0-4C6E-A0F5-E99DA5F881DB}" dt="2020-11-15T19:06:06.630" v="3739" actId="1076"/>
          <ac:picMkLst>
            <pc:docMk/>
            <pc:sldMk cId="3886468558" sldId="413"/>
            <ac:picMk id="25" creationId="{99C0070C-1D14-494E-B565-AEED1F5CECD3}"/>
          </ac:picMkLst>
        </pc:picChg>
        <pc:picChg chg="del">
          <ac:chgData name="Duy" userId="00f02d2ea35a0614" providerId="LiveId" clId="{E88FF8C2-1FC0-4C6E-A0F5-E99DA5F881DB}" dt="2020-11-15T19:05:46.729" v="3726" actId="478"/>
          <ac:picMkLst>
            <pc:docMk/>
            <pc:sldMk cId="3886468558" sldId="413"/>
            <ac:picMk id="27" creationId="{DE2993F8-E514-4420-88ED-675FA227DE8C}"/>
          </ac:picMkLst>
        </pc:picChg>
        <pc:picChg chg="del">
          <ac:chgData name="Duy" userId="00f02d2ea35a0614" providerId="LiveId" clId="{E88FF8C2-1FC0-4C6E-A0F5-E99DA5F881DB}" dt="2020-11-15T19:05:49.136" v="3729" actId="478"/>
          <ac:picMkLst>
            <pc:docMk/>
            <pc:sldMk cId="3886468558" sldId="413"/>
            <ac:picMk id="29" creationId="{A7F8D8BE-8039-4D97-BDA3-A9EFE29DC34C}"/>
          </ac:picMkLst>
        </pc:picChg>
        <pc:picChg chg="del">
          <ac:chgData name="Duy" userId="00f02d2ea35a0614" providerId="LiveId" clId="{E88FF8C2-1FC0-4C6E-A0F5-E99DA5F881DB}" dt="2020-11-15T19:05:47.377" v="3727" actId="478"/>
          <ac:picMkLst>
            <pc:docMk/>
            <pc:sldMk cId="3886468558" sldId="413"/>
            <ac:picMk id="31" creationId="{944156EA-D73F-40A9-B715-2FC1D880E62B}"/>
          </ac:picMkLst>
        </pc:picChg>
        <pc:picChg chg="mod">
          <ac:chgData name="Duy" userId="00f02d2ea35a0614" providerId="LiveId" clId="{E88FF8C2-1FC0-4C6E-A0F5-E99DA5F881DB}" dt="2020-11-15T19:05:56.168" v="3733" actId="1076"/>
          <ac:picMkLst>
            <pc:docMk/>
            <pc:sldMk cId="3886468558" sldId="413"/>
            <ac:picMk id="33" creationId="{DD08787B-DDF7-4C7C-8B16-3CC998574CEE}"/>
          </ac:picMkLst>
        </pc:picChg>
        <pc:picChg chg="add mod">
          <ac:chgData name="Duy" userId="00f02d2ea35a0614" providerId="LiveId" clId="{E88FF8C2-1FC0-4C6E-A0F5-E99DA5F881DB}" dt="2020-11-15T19:06:11.985" v="3744" actId="1076"/>
          <ac:picMkLst>
            <pc:docMk/>
            <pc:sldMk cId="3886468558" sldId="413"/>
            <ac:picMk id="9218" creationId="{3A481789-EED9-4038-AFFC-DFCB90FCFD48}"/>
          </ac:picMkLst>
        </pc:picChg>
      </pc:sldChg>
      <pc:sldChg chg="addSp delSp modSp add mod ord">
        <pc:chgData name="Duy" userId="00f02d2ea35a0614" providerId="LiveId" clId="{E88FF8C2-1FC0-4C6E-A0F5-E99DA5F881DB}" dt="2020-11-15T19:17:27.965" v="3906" actId="478"/>
        <pc:sldMkLst>
          <pc:docMk/>
          <pc:sldMk cId="308061532" sldId="414"/>
        </pc:sldMkLst>
        <pc:spChg chg="add del mod">
          <ac:chgData name="Duy" userId="00f02d2ea35a0614" providerId="LiveId" clId="{E88FF8C2-1FC0-4C6E-A0F5-E99DA5F881DB}" dt="2020-11-15T19:17:27.965" v="3906" actId="478"/>
          <ac:spMkLst>
            <pc:docMk/>
            <pc:sldMk cId="308061532" sldId="414"/>
            <ac:spMk id="3" creationId="{BEC042FA-8E74-46ED-8340-69597E333374}"/>
          </ac:spMkLst>
        </pc:spChg>
        <pc:spChg chg="del">
          <ac:chgData name="Duy" userId="00f02d2ea35a0614" providerId="LiveId" clId="{E88FF8C2-1FC0-4C6E-A0F5-E99DA5F881DB}" dt="2020-11-15T19:17:26.439" v="3905" actId="478"/>
          <ac:spMkLst>
            <pc:docMk/>
            <pc:sldMk cId="308061532" sldId="414"/>
            <ac:spMk id="12" creationId="{D029A7D1-7AA0-4E29-8A04-79138B2FBE65}"/>
          </ac:spMkLst>
        </pc:spChg>
        <pc:picChg chg="add del">
          <ac:chgData name="Duy" userId="00f02d2ea35a0614" providerId="LiveId" clId="{E88FF8C2-1FC0-4C6E-A0F5-E99DA5F881DB}" dt="2020-11-15T19:17:10.352" v="3899" actId="478"/>
          <ac:picMkLst>
            <pc:docMk/>
            <pc:sldMk cId="308061532" sldId="414"/>
            <ac:picMk id="12290" creationId="{DED678B0-AF24-47EB-98D6-875617B54574}"/>
          </ac:picMkLst>
        </pc:picChg>
      </pc:sldChg>
      <pc:sldChg chg="add del ord">
        <pc:chgData name="Duy" userId="00f02d2ea35a0614" providerId="LiveId" clId="{E88FF8C2-1FC0-4C6E-A0F5-E99DA5F881DB}" dt="2020-11-15T19:16:18.306" v="3892" actId="47"/>
        <pc:sldMkLst>
          <pc:docMk/>
          <pc:sldMk cId="2903701097" sldId="415"/>
        </pc:sldMkLst>
      </pc:sldChg>
      <pc:sldChg chg="add del ord">
        <pc:chgData name="Duy" userId="00f02d2ea35a0614" providerId="LiveId" clId="{E88FF8C2-1FC0-4C6E-A0F5-E99DA5F881DB}" dt="2020-11-15T19:16:19.736" v="3893" actId="47"/>
        <pc:sldMkLst>
          <pc:docMk/>
          <pc:sldMk cId="838803144" sldId="416"/>
        </pc:sldMkLst>
      </pc:sldChg>
      <pc:sldChg chg="add ord">
        <pc:chgData name="Duy" userId="00f02d2ea35a0614" providerId="LiveId" clId="{E88FF8C2-1FC0-4C6E-A0F5-E99DA5F881DB}" dt="2020-11-15T19:16:08.504" v="3889"/>
        <pc:sldMkLst>
          <pc:docMk/>
          <pc:sldMk cId="781622885" sldId="417"/>
        </pc:sldMkLst>
      </pc:sldChg>
      <pc:sldChg chg="add ord">
        <pc:chgData name="Duy" userId="00f02d2ea35a0614" providerId="LiveId" clId="{E88FF8C2-1FC0-4C6E-A0F5-E99DA5F881DB}" dt="2020-11-15T19:16:13.320" v="3891"/>
        <pc:sldMkLst>
          <pc:docMk/>
          <pc:sldMk cId="2815360467" sldId="418"/>
        </pc:sldMkLst>
      </pc:sldChg>
      <pc:sldChg chg="add ord">
        <pc:chgData name="Duy" userId="00f02d2ea35a0614" providerId="LiveId" clId="{E88FF8C2-1FC0-4C6E-A0F5-E99DA5F881DB}" dt="2020-11-15T19:16:23.059" v="3895"/>
        <pc:sldMkLst>
          <pc:docMk/>
          <pc:sldMk cId="640740964" sldId="419"/>
        </pc:sldMkLst>
      </pc:sldChg>
      <pc:sldChg chg="addSp delSp modSp add mod">
        <pc:chgData name="Duy" userId="00f02d2ea35a0614" providerId="LiveId" clId="{E88FF8C2-1FC0-4C6E-A0F5-E99DA5F881DB}" dt="2020-11-15T19:17:24.044" v="3904" actId="478"/>
        <pc:sldMkLst>
          <pc:docMk/>
          <pc:sldMk cId="2081423872" sldId="420"/>
        </pc:sldMkLst>
        <pc:spChg chg="add del mod">
          <ac:chgData name="Duy" userId="00f02d2ea35a0614" providerId="LiveId" clId="{E88FF8C2-1FC0-4C6E-A0F5-E99DA5F881DB}" dt="2020-11-15T19:17:24.044" v="3904" actId="478"/>
          <ac:spMkLst>
            <pc:docMk/>
            <pc:sldMk cId="2081423872" sldId="420"/>
            <ac:spMk id="3" creationId="{3CCBD6CA-DE83-4933-801C-34D963B1B9B0}"/>
          </ac:spMkLst>
        </pc:spChg>
        <pc:spChg chg="del">
          <ac:chgData name="Duy" userId="00f02d2ea35a0614" providerId="LiveId" clId="{E88FF8C2-1FC0-4C6E-A0F5-E99DA5F881DB}" dt="2020-11-15T19:17:22.600" v="3903" actId="478"/>
          <ac:spMkLst>
            <pc:docMk/>
            <pc:sldMk cId="2081423872" sldId="420"/>
            <ac:spMk id="12" creationId="{D029A7D1-7AA0-4E29-8A04-79138B2FBE65}"/>
          </ac:spMkLst>
        </pc:spChg>
        <pc:picChg chg="mod">
          <ac:chgData name="Duy" userId="00f02d2ea35a0614" providerId="LiveId" clId="{E88FF8C2-1FC0-4C6E-A0F5-E99DA5F881DB}" dt="2020-11-15T19:17:20.748" v="3902" actId="1076"/>
          <ac:picMkLst>
            <pc:docMk/>
            <pc:sldMk cId="2081423872" sldId="420"/>
            <ac:picMk id="12290" creationId="{DED678B0-AF24-47EB-98D6-875617B54574}"/>
          </ac:picMkLst>
        </pc:picChg>
        <pc:picChg chg="del">
          <ac:chgData name="Duy" userId="00f02d2ea35a0614" providerId="LiveId" clId="{E88FF8C2-1FC0-4C6E-A0F5-E99DA5F881DB}" dt="2020-11-15T19:17:08.403" v="3898" actId="478"/>
          <ac:picMkLst>
            <pc:docMk/>
            <pc:sldMk cId="2081423872" sldId="420"/>
            <ac:picMk id="13314" creationId="{F0BFE5CF-4D65-45E0-A109-20626F41F8F4}"/>
          </ac:picMkLst>
        </pc:picChg>
      </pc:sldChg>
    </pc:docChg>
  </pc:docChgLst>
  <pc:docChgLst>
    <pc:chgData name="Duy Doan" userId="00f02d2ea35a0614" providerId="LiveId" clId="{5D375605-369D-44A0-B1F5-08221CEEF82E}"/>
    <pc:docChg chg="custSel addSld modSld">
      <pc:chgData name="Duy Doan" userId="00f02d2ea35a0614" providerId="LiveId" clId="{5D375605-369D-44A0-B1F5-08221CEEF82E}" dt="2020-11-16T00:23:29.578" v="39"/>
      <pc:docMkLst>
        <pc:docMk/>
      </pc:docMkLst>
      <pc:sldChg chg="addSp delSp modSp add mod modAnim">
        <pc:chgData name="Duy Doan" userId="00f02d2ea35a0614" providerId="LiveId" clId="{5D375605-369D-44A0-B1F5-08221CEEF82E}" dt="2020-11-16T00:23:29.578" v="39"/>
        <pc:sldMkLst>
          <pc:docMk/>
          <pc:sldMk cId="2395594858" sldId="421"/>
        </pc:sldMkLst>
        <pc:spChg chg="add mod">
          <ac:chgData name="Duy Doan" userId="00f02d2ea35a0614" providerId="LiveId" clId="{5D375605-369D-44A0-B1F5-08221CEEF82E}" dt="2020-11-16T00:23:08.335" v="36" actId="1076"/>
          <ac:spMkLst>
            <pc:docMk/>
            <pc:sldMk cId="2395594858" sldId="421"/>
            <ac:spMk id="2" creationId="{7D815D6B-558F-4531-A598-0302B3E89973}"/>
          </ac:spMkLst>
        </pc:spChg>
        <pc:spChg chg="mod">
          <ac:chgData name="Duy Doan" userId="00f02d2ea35a0614" providerId="LiveId" clId="{5D375605-369D-44A0-B1F5-08221CEEF82E}" dt="2020-11-16T00:20:56.779" v="9" actId="20577"/>
          <ac:spMkLst>
            <pc:docMk/>
            <pc:sldMk cId="2395594858" sldId="421"/>
            <ac:spMk id="12" creationId="{D029A7D1-7AA0-4E29-8A04-79138B2FBE65}"/>
          </ac:spMkLst>
        </pc:spChg>
        <pc:picChg chg="del">
          <ac:chgData name="Duy Doan" userId="00f02d2ea35a0614" providerId="LiveId" clId="{5D375605-369D-44A0-B1F5-08221CEEF82E}" dt="2020-11-16T00:20:52.679" v="4" actId="478"/>
          <ac:picMkLst>
            <pc:docMk/>
            <pc:sldMk cId="2395594858" sldId="421"/>
            <ac:picMk id="15" creationId="{86B131B3-F766-446D-9C96-93C9A6113B29}"/>
          </ac:picMkLst>
        </pc:picChg>
        <pc:picChg chg="del">
          <ac:chgData name="Duy Doan" userId="00f02d2ea35a0614" providerId="LiveId" clId="{5D375605-369D-44A0-B1F5-08221CEEF82E}" dt="2020-11-16T00:20:52.116" v="3" actId="478"/>
          <ac:picMkLst>
            <pc:docMk/>
            <pc:sldMk cId="2395594858" sldId="421"/>
            <ac:picMk id="19" creationId="{766D31DA-748C-42A8-ABFE-266563AF77DE}"/>
          </ac:picMkLst>
        </pc:picChg>
        <pc:picChg chg="del">
          <ac:chgData name="Duy Doan" userId="00f02d2ea35a0614" providerId="LiveId" clId="{5D375605-369D-44A0-B1F5-08221CEEF82E}" dt="2020-11-16T00:20:51.422" v="2" actId="478"/>
          <ac:picMkLst>
            <pc:docMk/>
            <pc:sldMk cId="2395594858" sldId="421"/>
            <ac:picMk id="25" creationId="{99C0070C-1D14-494E-B565-AEED1F5CECD3}"/>
          </ac:picMkLst>
        </pc:picChg>
        <pc:picChg chg="del">
          <ac:chgData name="Duy Doan" userId="00f02d2ea35a0614" providerId="LiveId" clId="{5D375605-369D-44A0-B1F5-08221CEEF82E}" dt="2020-11-16T00:20:53.160" v="5" actId="478"/>
          <ac:picMkLst>
            <pc:docMk/>
            <pc:sldMk cId="2395594858" sldId="421"/>
            <ac:picMk id="33" creationId="{DD08787B-DDF7-4C7C-8B16-3CC998574CEE}"/>
          </ac:picMkLst>
        </pc:picChg>
        <pc:picChg chg="add mod">
          <ac:chgData name="Duy Doan" userId="00f02d2ea35a0614" providerId="LiveId" clId="{5D375605-369D-44A0-B1F5-08221CEEF82E}" dt="2020-11-16T00:23:22.254" v="37" actId="1076"/>
          <ac:picMkLst>
            <pc:docMk/>
            <pc:sldMk cId="2395594858" sldId="421"/>
            <ac:picMk id="1026" creationId="{66A777BE-D627-4336-BEC4-318C047CA133}"/>
          </ac:picMkLst>
        </pc:picChg>
        <pc:picChg chg="del">
          <ac:chgData name="Duy Doan" userId="00f02d2ea35a0614" providerId="LiveId" clId="{5D375605-369D-44A0-B1F5-08221CEEF82E}" dt="2020-11-16T00:20:50.771" v="1" actId="478"/>
          <ac:picMkLst>
            <pc:docMk/>
            <pc:sldMk cId="2395594858" sldId="421"/>
            <ac:picMk id="9218" creationId="{3A481789-EED9-4038-AFFC-DFCB90FCFD48}"/>
          </ac:picMkLst>
        </pc:picChg>
      </pc:sldChg>
    </pc:docChg>
  </pc:docChgLst>
  <pc:docChgLst>
    <pc:chgData name="Đoàn Duy" userId="08be6bb3-9072-4436-bce6-c1162eac6ede" providerId="ADAL" clId="{88CB1CCA-6EAB-4D71-84B7-D382481B2A67}"/>
    <pc:docChg chg="custSel addSld delSld modSld modSection">
      <pc:chgData name="Đoàn Duy" userId="08be6bb3-9072-4436-bce6-c1162eac6ede" providerId="ADAL" clId="{88CB1CCA-6EAB-4D71-84B7-D382481B2A67}" dt="2023-10-16T06:33:07.361" v="34" actId="1076"/>
      <pc:docMkLst>
        <pc:docMk/>
      </pc:docMkLst>
      <pc:sldChg chg="delSp mod">
        <pc:chgData name="Đoàn Duy" userId="08be6bb3-9072-4436-bce6-c1162eac6ede" providerId="ADAL" clId="{88CB1CCA-6EAB-4D71-84B7-D382481B2A67}" dt="2023-10-16T06:23:51.004" v="3" actId="478"/>
        <pc:sldMkLst>
          <pc:docMk/>
          <pc:sldMk cId="3893651048" sldId="365"/>
        </pc:sldMkLst>
        <pc:inkChg chg="del">
          <ac:chgData name="Đoàn Duy" userId="08be6bb3-9072-4436-bce6-c1162eac6ede" providerId="ADAL" clId="{88CB1CCA-6EAB-4D71-84B7-D382481B2A67}" dt="2023-10-16T06:23:51.004" v="3" actId="478"/>
          <ac:inkMkLst>
            <pc:docMk/>
            <pc:sldMk cId="3893651048" sldId="365"/>
            <ac:inkMk id="3" creationId="{D6B6F1A6-FBCD-4F4B-AF73-92AE2D6F5519}"/>
          </ac:inkMkLst>
        </pc:inkChg>
      </pc:sldChg>
      <pc:sldChg chg="addSp delSp modSp mod">
        <pc:chgData name="Đoàn Duy" userId="08be6bb3-9072-4436-bce6-c1162eac6ede" providerId="ADAL" clId="{88CB1CCA-6EAB-4D71-84B7-D382481B2A67}" dt="2023-10-16T06:25:42.382" v="19" actId="1076"/>
        <pc:sldMkLst>
          <pc:docMk/>
          <pc:sldMk cId="1288274289" sldId="368"/>
        </pc:sldMkLst>
        <pc:graphicFrameChg chg="add mod modGraphic">
          <ac:chgData name="Đoàn Duy" userId="08be6bb3-9072-4436-bce6-c1162eac6ede" providerId="ADAL" clId="{88CB1CCA-6EAB-4D71-84B7-D382481B2A67}" dt="2023-10-16T06:25:42.382" v="19" actId="1076"/>
          <ac:graphicFrameMkLst>
            <pc:docMk/>
            <pc:sldMk cId="1288274289" sldId="368"/>
            <ac:graphicFrameMk id="6" creationId="{CA379BB2-019A-2B75-7E68-E4A255D08902}"/>
          </ac:graphicFrameMkLst>
        </pc:graphicFrameChg>
        <pc:picChg chg="del">
          <ac:chgData name="Đoàn Duy" userId="08be6bb3-9072-4436-bce6-c1162eac6ede" providerId="ADAL" clId="{88CB1CCA-6EAB-4D71-84B7-D382481B2A67}" dt="2023-10-16T06:24:05.576" v="5" actId="478"/>
          <ac:picMkLst>
            <pc:docMk/>
            <pc:sldMk cId="1288274289" sldId="368"/>
            <ac:picMk id="3" creationId="{06EB0297-A7C7-04DB-6805-5C479481292C}"/>
          </ac:picMkLst>
        </pc:picChg>
      </pc:sldChg>
      <pc:sldChg chg="del">
        <pc:chgData name="Đoàn Duy" userId="08be6bb3-9072-4436-bce6-c1162eac6ede" providerId="ADAL" clId="{88CB1CCA-6EAB-4D71-84B7-D382481B2A67}" dt="2023-10-16T06:23:58.464" v="4" actId="47"/>
        <pc:sldMkLst>
          <pc:docMk/>
          <pc:sldMk cId="1345362325" sldId="386"/>
        </pc:sldMkLst>
      </pc:sldChg>
      <pc:sldChg chg="delSp mod">
        <pc:chgData name="Đoàn Duy" userId="08be6bb3-9072-4436-bce6-c1162eac6ede" providerId="ADAL" clId="{88CB1CCA-6EAB-4D71-84B7-D382481B2A67}" dt="2023-10-16T06:23:44.889" v="1" actId="478"/>
        <pc:sldMkLst>
          <pc:docMk/>
          <pc:sldMk cId="3359811326" sldId="411"/>
        </pc:sldMkLst>
        <pc:inkChg chg="del">
          <ac:chgData name="Đoàn Duy" userId="08be6bb3-9072-4436-bce6-c1162eac6ede" providerId="ADAL" clId="{88CB1CCA-6EAB-4D71-84B7-D382481B2A67}" dt="2023-10-16T06:23:44.889" v="1" actId="478"/>
          <ac:inkMkLst>
            <pc:docMk/>
            <pc:sldMk cId="3359811326" sldId="411"/>
            <ac:inkMk id="3" creationId="{86FACC96-6E2F-478F-99B9-C4A05CBAC331}"/>
          </ac:inkMkLst>
        </pc:inkChg>
        <pc:inkChg chg="del">
          <ac:chgData name="Đoàn Duy" userId="08be6bb3-9072-4436-bce6-c1162eac6ede" providerId="ADAL" clId="{88CB1CCA-6EAB-4D71-84B7-D382481B2A67}" dt="2023-10-16T06:23:43.160" v="0" actId="478"/>
          <ac:inkMkLst>
            <pc:docMk/>
            <pc:sldMk cId="3359811326" sldId="411"/>
            <ac:inkMk id="6" creationId="{E303E6CE-015C-483C-9839-B168D53A90FF}"/>
          </ac:inkMkLst>
        </pc:inkChg>
      </pc:sldChg>
      <pc:sldChg chg="delSp mod">
        <pc:chgData name="Đoàn Duy" userId="08be6bb3-9072-4436-bce6-c1162eac6ede" providerId="ADAL" clId="{88CB1CCA-6EAB-4D71-84B7-D382481B2A67}" dt="2023-10-16T06:23:48.021" v="2" actId="478"/>
        <pc:sldMkLst>
          <pc:docMk/>
          <pc:sldMk cId="2838865355" sldId="412"/>
        </pc:sldMkLst>
        <pc:inkChg chg="del">
          <ac:chgData name="Đoàn Duy" userId="08be6bb3-9072-4436-bce6-c1162eac6ede" providerId="ADAL" clId="{88CB1CCA-6EAB-4D71-84B7-D382481B2A67}" dt="2023-10-16T06:23:48.021" v="2" actId="478"/>
          <ac:inkMkLst>
            <pc:docMk/>
            <pc:sldMk cId="2838865355" sldId="412"/>
            <ac:inkMk id="2" creationId="{20BB8CCF-0B47-47EC-9265-42FB5AEB52F1}"/>
          </ac:inkMkLst>
        </pc:inkChg>
      </pc:sldChg>
      <pc:sldChg chg="addSp delSp modSp mod">
        <pc:chgData name="Đoàn Duy" userId="08be6bb3-9072-4436-bce6-c1162eac6ede" providerId="ADAL" clId="{88CB1CCA-6EAB-4D71-84B7-D382481B2A67}" dt="2023-10-16T06:33:07.361" v="34" actId="1076"/>
        <pc:sldMkLst>
          <pc:docMk/>
          <pc:sldMk cId="920144229" sldId="423"/>
        </pc:sldMkLst>
        <pc:graphicFrameChg chg="add del mod">
          <ac:chgData name="Đoàn Duy" userId="08be6bb3-9072-4436-bce6-c1162eac6ede" providerId="ADAL" clId="{88CB1CCA-6EAB-4D71-84B7-D382481B2A67}" dt="2023-10-16T06:33:00.649" v="31"/>
          <ac:graphicFrameMkLst>
            <pc:docMk/>
            <pc:sldMk cId="920144229" sldId="423"/>
            <ac:graphicFrameMk id="9" creationId="{2AD68AA6-C456-F79B-332E-2FF82435D796}"/>
          </ac:graphicFrameMkLst>
        </pc:graphicFrameChg>
        <pc:picChg chg="del">
          <ac:chgData name="Đoàn Duy" userId="08be6bb3-9072-4436-bce6-c1162eac6ede" providerId="ADAL" clId="{88CB1CCA-6EAB-4D71-84B7-D382481B2A67}" dt="2023-10-16T06:27:43.638" v="25" actId="478"/>
          <ac:picMkLst>
            <pc:docMk/>
            <pc:sldMk cId="920144229" sldId="423"/>
            <ac:picMk id="6" creationId="{43C6B625-7C0D-4414-98DB-B535228F53EB}"/>
          </ac:picMkLst>
        </pc:picChg>
        <pc:picChg chg="add del mod">
          <ac:chgData name="Đoàn Duy" userId="08be6bb3-9072-4436-bce6-c1162eac6ede" providerId="ADAL" clId="{88CB1CCA-6EAB-4D71-84B7-D382481B2A67}" dt="2023-10-16T06:32:41.526" v="28" actId="478"/>
          <ac:picMkLst>
            <pc:docMk/>
            <pc:sldMk cId="920144229" sldId="423"/>
            <ac:picMk id="8" creationId="{513DB0FD-4A2C-FB52-F3BE-3AAC165C7DF7}"/>
          </ac:picMkLst>
        </pc:picChg>
        <pc:picChg chg="add mod">
          <ac:chgData name="Đoàn Duy" userId="08be6bb3-9072-4436-bce6-c1162eac6ede" providerId="ADAL" clId="{88CB1CCA-6EAB-4D71-84B7-D382481B2A67}" dt="2023-10-16T06:33:07.361" v="34" actId="1076"/>
          <ac:picMkLst>
            <pc:docMk/>
            <pc:sldMk cId="920144229" sldId="423"/>
            <ac:picMk id="11" creationId="{929C53B9-94C8-9D43-DA00-19179BBA4D8A}"/>
          </ac:picMkLst>
        </pc:picChg>
      </pc:sldChg>
      <pc:sldChg chg="addSp delSp modSp add mod">
        <pc:chgData name="Đoàn Duy" userId="08be6bb3-9072-4436-bce6-c1162eac6ede" providerId="ADAL" clId="{88CB1CCA-6EAB-4D71-84B7-D382481B2A67}" dt="2023-10-16T06:26:24.597" v="24" actId="1076"/>
        <pc:sldMkLst>
          <pc:docMk/>
          <pc:sldMk cId="3705076115" sldId="424"/>
        </pc:sldMkLst>
        <pc:spChg chg="del">
          <ac:chgData name="Đoàn Duy" userId="08be6bb3-9072-4436-bce6-c1162eac6ede" providerId="ADAL" clId="{88CB1CCA-6EAB-4D71-84B7-D382481B2A67}" dt="2023-10-16T06:26:12.475" v="21" actId="478"/>
          <ac:spMkLst>
            <pc:docMk/>
            <pc:sldMk cId="3705076115" sldId="424"/>
            <ac:spMk id="8" creationId="{75A274C6-B7DA-4A16-AD00-B9A7FF9527D6}"/>
          </ac:spMkLst>
        </pc:spChg>
        <pc:spChg chg="del">
          <ac:chgData name="Đoàn Duy" userId="08be6bb3-9072-4436-bce6-c1162eac6ede" providerId="ADAL" clId="{88CB1CCA-6EAB-4D71-84B7-D382481B2A67}" dt="2023-10-16T06:26:12.475" v="21" actId="478"/>
          <ac:spMkLst>
            <pc:docMk/>
            <pc:sldMk cId="3705076115" sldId="424"/>
            <ac:spMk id="9" creationId="{78CA13FB-C1A0-4EDF-9EBF-E91F4E9A7D49}"/>
          </ac:spMkLst>
        </pc:spChg>
        <pc:spChg chg="del">
          <ac:chgData name="Đoàn Duy" userId="08be6bb3-9072-4436-bce6-c1162eac6ede" providerId="ADAL" clId="{88CB1CCA-6EAB-4D71-84B7-D382481B2A67}" dt="2023-10-16T06:26:12.475" v="21" actId="478"/>
          <ac:spMkLst>
            <pc:docMk/>
            <pc:sldMk cId="3705076115" sldId="424"/>
            <ac:spMk id="10" creationId="{173FB6DB-B6C5-4D27-9D47-4A48175BB06F}"/>
          </ac:spMkLst>
        </pc:spChg>
        <pc:spChg chg="del">
          <ac:chgData name="Đoàn Duy" userId="08be6bb3-9072-4436-bce6-c1162eac6ede" providerId="ADAL" clId="{88CB1CCA-6EAB-4D71-84B7-D382481B2A67}" dt="2023-10-16T06:26:12.475" v="21" actId="478"/>
          <ac:spMkLst>
            <pc:docMk/>
            <pc:sldMk cId="3705076115" sldId="424"/>
            <ac:spMk id="11" creationId="{7652D30A-2AEE-4567-871E-0B3795AE662E}"/>
          </ac:spMkLst>
        </pc:spChg>
        <pc:spChg chg="del">
          <ac:chgData name="Đoàn Duy" userId="08be6bb3-9072-4436-bce6-c1162eac6ede" providerId="ADAL" clId="{88CB1CCA-6EAB-4D71-84B7-D382481B2A67}" dt="2023-10-16T06:26:12.475" v="21" actId="478"/>
          <ac:spMkLst>
            <pc:docMk/>
            <pc:sldMk cId="3705076115" sldId="424"/>
            <ac:spMk id="13" creationId="{14CC9978-B51F-450A-85C2-77CB0446BF0F}"/>
          </ac:spMkLst>
        </pc:spChg>
        <pc:spChg chg="del">
          <ac:chgData name="Đoàn Duy" userId="08be6bb3-9072-4436-bce6-c1162eac6ede" providerId="ADAL" clId="{88CB1CCA-6EAB-4D71-84B7-D382481B2A67}" dt="2023-10-16T06:26:12.475" v="21" actId="478"/>
          <ac:spMkLst>
            <pc:docMk/>
            <pc:sldMk cId="3705076115" sldId="424"/>
            <ac:spMk id="14" creationId="{55D2C3A6-CD9D-4068-8D8E-35DCD3BF0761}"/>
          </ac:spMkLst>
        </pc:spChg>
        <pc:spChg chg="del">
          <ac:chgData name="Đoàn Duy" userId="08be6bb3-9072-4436-bce6-c1162eac6ede" providerId="ADAL" clId="{88CB1CCA-6EAB-4D71-84B7-D382481B2A67}" dt="2023-10-16T06:26:12.475" v="21" actId="478"/>
          <ac:spMkLst>
            <pc:docMk/>
            <pc:sldMk cId="3705076115" sldId="424"/>
            <ac:spMk id="15" creationId="{D992E100-05A6-46CB-9F8A-E72C3245B515}"/>
          </ac:spMkLst>
        </pc:spChg>
        <pc:spChg chg="del">
          <ac:chgData name="Đoàn Duy" userId="08be6bb3-9072-4436-bce6-c1162eac6ede" providerId="ADAL" clId="{88CB1CCA-6EAB-4D71-84B7-D382481B2A67}" dt="2023-10-16T06:26:12.475" v="21" actId="478"/>
          <ac:spMkLst>
            <pc:docMk/>
            <pc:sldMk cId="3705076115" sldId="424"/>
            <ac:spMk id="16" creationId="{591E62D9-B934-46D4-B098-948A6613EFB1}"/>
          </ac:spMkLst>
        </pc:spChg>
        <pc:spChg chg="del">
          <ac:chgData name="Đoàn Duy" userId="08be6bb3-9072-4436-bce6-c1162eac6ede" providerId="ADAL" clId="{88CB1CCA-6EAB-4D71-84B7-D382481B2A67}" dt="2023-10-16T06:26:12.475" v="21" actId="478"/>
          <ac:spMkLst>
            <pc:docMk/>
            <pc:sldMk cId="3705076115" sldId="424"/>
            <ac:spMk id="17" creationId="{21BCBF61-2226-40F4-9DCD-041E97D88818}"/>
          </ac:spMkLst>
        </pc:spChg>
        <pc:spChg chg="del">
          <ac:chgData name="Đoàn Duy" userId="08be6bb3-9072-4436-bce6-c1162eac6ede" providerId="ADAL" clId="{88CB1CCA-6EAB-4D71-84B7-D382481B2A67}" dt="2023-10-16T06:26:12.475" v="21" actId="478"/>
          <ac:spMkLst>
            <pc:docMk/>
            <pc:sldMk cId="3705076115" sldId="424"/>
            <ac:spMk id="18" creationId="{E3EE24FA-A926-46FB-B0C1-336610798737}"/>
          </ac:spMkLst>
        </pc:spChg>
        <pc:spChg chg="del">
          <ac:chgData name="Đoàn Duy" userId="08be6bb3-9072-4436-bce6-c1162eac6ede" providerId="ADAL" clId="{88CB1CCA-6EAB-4D71-84B7-D382481B2A67}" dt="2023-10-16T06:26:12.475" v="21" actId="478"/>
          <ac:spMkLst>
            <pc:docMk/>
            <pc:sldMk cId="3705076115" sldId="424"/>
            <ac:spMk id="19" creationId="{ACF3D35A-4821-4E7D-9FBB-054460567751}"/>
          </ac:spMkLst>
        </pc:spChg>
        <pc:spChg chg="del">
          <ac:chgData name="Đoàn Duy" userId="08be6bb3-9072-4436-bce6-c1162eac6ede" providerId="ADAL" clId="{88CB1CCA-6EAB-4D71-84B7-D382481B2A67}" dt="2023-10-16T06:26:12.475" v="21" actId="478"/>
          <ac:spMkLst>
            <pc:docMk/>
            <pc:sldMk cId="3705076115" sldId="424"/>
            <ac:spMk id="20" creationId="{ED0B2D25-0792-4F0B-98D0-3802BF156F3A}"/>
          </ac:spMkLst>
        </pc:spChg>
        <pc:spChg chg="del">
          <ac:chgData name="Đoàn Duy" userId="08be6bb3-9072-4436-bce6-c1162eac6ede" providerId="ADAL" clId="{88CB1CCA-6EAB-4D71-84B7-D382481B2A67}" dt="2023-10-16T06:26:12.475" v="21" actId="478"/>
          <ac:spMkLst>
            <pc:docMk/>
            <pc:sldMk cId="3705076115" sldId="424"/>
            <ac:spMk id="21" creationId="{74EA3F2A-287F-4B01-B68F-85A8BC919839}"/>
          </ac:spMkLst>
        </pc:spChg>
        <pc:spChg chg="del">
          <ac:chgData name="Đoàn Duy" userId="08be6bb3-9072-4436-bce6-c1162eac6ede" providerId="ADAL" clId="{88CB1CCA-6EAB-4D71-84B7-D382481B2A67}" dt="2023-10-16T06:26:12.475" v="21" actId="478"/>
          <ac:spMkLst>
            <pc:docMk/>
            <pc:sldMk cId="3705076115" sldId="424"/>
            <ac:spMk id="22" creationId="{56D30BA6-F872-466B-87A6-A274ACC338C6}"/>
          </ac:spMkLst>
        </pc:spChg>
        <pc:picChg chg="add mod">
          <ac:chgData name="Đoàn Duy" userId="08be6bb3-9072-4436-bce6-c1162eac6ede" providerId="ADAL" clId="{88CB1CCA-6EAB-4D71-84B7-D382481B2A67}" dt="2023-10-16T06:26:24.597" v="24" actId="1076"/>
          <ac:picMkLst>
            <pc:docMk/>
            <pc:sldMk cId="3705076115" sldId="424"/>
            <ac:picMk id="2" creationId="{81E82A9C-1F3A-3CFF-A672-F8862D0E4897}"/>
          </ac:picMkLst>
        </pc:picChg>
      </pc:sldChg>
    </pc:docChg>
  </pc:docChgLst>
  <pc:docChgLst>
    <pc:chgData name="Duy Doan" userId="00f02d2ea35a0614" providerId="LiveId" clId="{82F26357-437E-458E-9EEF-67863EB68076}"/>
    <pc:docChg chg="custSel modSld">
      <pc:chgData name="Duy Doan" userId="00f02d2ea35a0614" providerId="LiveId" clId="{82F26357-437E-458E-9EEF-67863EB68076}" dt="2022-11-01T06:15:29.114" v="7" actId="478"/>
      <pc:docMkLst>
        <pc:docMk/>
      </pc:docMkLst>
      <pc:sldChg chg="delSp mod">
        <pc:chgData name="Duy Doan" userId="00f02d2ea35a0614" providerId="LiveId" clId="{82F26357-437E-458E-9EEF-67863EB68076}" dt="2022-10-11T06:16:43.952" v="2" actId="478"/>
        <pc:sldMkLst>
          <pc:docMk/>
          <pc:sldMk cId="2219405526" sldId="360"/>
        </pc:sldMkLst>
        <pc:inkChg chg="del">
          <ac:chgData name="Duy Doan" userId="00f02d2ea35a0614" providerId="LiveId" clId="{82F26357-437E-458E-9EEF-67863EB68076}" dt="2022-10-11T06:16:43.952" v="2" actId="478"/>
          <ac:inkMkLst>
            <pc:docMk/>
            <pc:sldMk cId="2219405526" sldId="360"/>
            <ac:inkMk id="3" creationId="{4BAFA04C-1186-498F-BFAA-2483AC908363}"/>
          </ac:inkMkLst>
        </pc:inkChg>
      </pc:sldChg>
      <pc:sldChg chg="delSp mod">
        <pc:chgData name="Duy Doan" userId="00f02d2ea35a0614" providerId="LiveId" clId="{82F26357-437E-458E-9EEF-67863EB68076}" dt="2022-10-11T06:16:35.657" v="0" actId="478"/>
        <pc:sldMkLst>
          <pc:docMk/>
          <pc:sldMk cId="2511740448" sldId="361"/>
        </pc:sldMkLst>
        <pc:inkChg chg="del">
          <ac:chgData name="Duy Doan" userId="00f02d2ea35a0614" providerId="LiveId" clId="{82F26357-437E-458E-9EEF-67863EB68076}" dt="2022-10-11T06:16:35.657" v="0" actId="478"/>
          <ac:inkMkLst>
            <pc:docMk/>
            <pc:sldMk cId="2511740448" sldId="361"/>
            <ac:inkMk id="2" creationId="{D7D04D31-CAD7-4DF0-8B22-0EF7678E0763}"/>
          </ac:inkMkLst>
        </pc:inkChg>
      </pc:sldChg>
      <pc:sldChg chg="delSp mod">
        <pc:chgData name="Duy Doan" userId="00f02d2ea35a0614" providerId="LiveId" clId="{82F26357-437E-458E-9EEF-67863EB68076}" dt="2022-11-01T06:13:25.607" v="6" actId="478"/>
        <pc:sldMkLst>
          <pc:docMk/>
          <pc:sldMk cId="1288274289" sldId="368"/>
        </pc:sldMkLst>
        <pc:inkChg chg="del">
          <ac:chgData name="Duy Doan" userId="00f02d2ea35a0614" providerId="LiveId" clId="{82F26357-437E-458E-9EEF-67863EB68076}" dt="2022-11-01T06:13:25.607" v="6" actId="478"/>
          <ac:inkMkLst>
            <pc:docMk/>
            <pc:sldMk cId="1288274289" sldId="368"/>
            <ac:inkMk id="3" creationId="{DFD91805-C9EF-40C1-9C1E-FE031CB7D54D}"/>
          </ac:inkMkLst>
        </pc:inkChg>
      </pc:sldChg>
      <pc:sldChg chg="delSp mod">
        <pc:chgData name="Duy Doan" userId="00f02d2ea35a0614" providerId="LiveId" clId="{82F26357-437E-458E-9EEF-67863EB68076}" dt="2022-10-11T06:16:39.113" v="1" actId="478"/>
        <pc:sldMkLst>
          <pc:docMk/>
          <pc:sldMk cId="4271796237" sldId="384"/>
        </pc:sldMkLst>
        <pc:inkChg chg="del">
          <ac:chgData name="Duy Doan" userId="00f02d2ea35a0614" providerId="LiveId" clId="{82F26357-437E-458E-9EEF-67863EB68076}" dt="2022-10-11T06:16:39.113" v="1" actId="478"/>
          <ac:inkMkLst>
            <pc:docMk/>
            <pc:sldMk cId="4271796237" sldId="384"/>
            <ac:inkMk id="3" creationId="{263F8A28-C32F-4FBC-90B4-2A8E685205E7}"/>
          </ac:inkMkLst>
        </pc:inkChg>
      </pc:sldChg>
      <pc:sldChg chg="delSp mod">
        <pc:chgData name="Duy Doan" userId="00f02d2ea35a0614" providerId="LiveId" clId="{82F26357-437E-458E-9EEF-67863EB68076}" dt="2022-11-01T06:15:29.114" v="7" actId="478"/>
        <pc:sldMkLst>
          <pc:docMk/>
          <pc:sldMk cId="536132078" sldId="392"/>
        </pc:sldMkLst>
        <pc:inkChg chg="del">
          <ac:chgData name="Duy Doan" userId="00f02d2ea35a0614" providerId="LiveId" clId="{82F26357-437E-458E-9EEF-67863EB68076}" dt="2022-11-01T06:15:29.114" v="7" actId="478"/>
          <ac:inkMkLst>
            <pc:docMk/>
            <pc:sldMk cId="536132078" sldId="392"/>
            <ac:inkMk id="8" creationId="{4DDC541A-7F6C-4D53-8BA3-2DC5F5266008}"/>
          </ac:inkMkLst>
        </pc:inkChg>
      </pc:sldChg>
      <pc:sldChg chg="delSp mod">
        <pc:chgData name="Duy Doan" userId="00f02d2ea35a0614" providerId="LiveId" clId="{82F26357-437E-458E-9EEF-67863EB68076}" dt="2022-10-11T06:16:54.453" v="4" actId="478"/>
        <pc:sldMkLst>
          <pc:docMk/>
          <pc:sldMk cId="3685980061" sldId="395"/>
        </pc:sldMkLst>
        <pc:inkChg chg="del">
          <ac:chgData name="Duy Doan" userId="00f02d2ea35a0614" providerId="LiveId" clId="{82F26357-437E-458E-9EEF-67863EB68076}" dt="2022-10-11T06:16:52.473" v="3" actId="478"/>
          <ac:inkMkLst>
            <pc:docMk/>
            <pc:sldMk cId="3685980061" sldId="395"/>
            <ac:inkMk id="6" creationId="{B493B535-AF21-4A69-8569-FF5E358B2420}"/>
          </ac:inkMkLst>
        </pc:inkChg>
        <pc:inkChg chg="del">
          <ac:chgData name="Duy Doan" userId="00f02d2ea35a0614" providerId="LiveId" clId="{82F26357-437E-458E-9EEF-67863EB68076}" dt="2022-10-11T06:16:54.453" v="4" actId="478"/>
          <ac:inkMkLst>
            <pc:docMk/>
            <pc:sldMk cId="3685980061" sldId="395"/>
            <ac:inkMk id="8" creationId="{E4936BBD-7844-47B8-81B1-5D522A965DAE}"/>
          </ac:inkMkLst>
        </pc:inkChg>
      </pc:sldChg>
      <pc:sldChg chg="delSp mod">
        <pc:chgData name="Duy Doan" userId="00f02d2ea35a0614" providerId="LiveId" clId="{82F26357-437E-458E-9EEF-67863EB68076}" dt="2022-10-11T06:17:01.824" v="5" actId="478"/>
        <pc:sldMkLst>
          <pc:docMk/>
          <pc:sldMk cId="423875339" sldId="410"/>
        </pc:sldMkLst>
        <pc:inkChg chg="del">
          <ac:chgData name="Duy Doan" userId="00f02d2ea35a0614" providerId="LiveId" clId="{82F26357-437E-458E-9EEF-67863EB68076}" dt="2022-10-11T06:17:01.824" v="5" actId="478"/>
          <ac:inkMkLst>
            <pc:docMk/>
            <pc:sldMk cId="423875339" sldId="410"/>
            <ac:inkMk id="2" creationId="{775E1A53-DB20-40AE-8156-368135526806}"/>
          </ac:inkMkLst>
        </pc:inkChg>
      </pc:sldChg>
    </pc:docChg>
  </pc:docChgLst>
  <pc:docChgLst>
    <pc:chgData name="Duy" userId="00f02d2ea35a0614" providerId="LiveId" clId="{5CD8DF61-740C-439E-AE1B-4D4A2C7243AC}"/>
    <pc:docChg chg="undo custSel mod addSld delSld modSld sldOrd modSection">
      <pc:chgData name="Duy" userId="00f02d2ea35a0614" providerId="LiveId" clId="{5CD8DF61-740C-439E-AE1B-4D4A2C7243AC}" dt="2020-11-08T19:20:28.562" v="1404" actId="47"/>
      <pc:docMkLst>
        <pc:docMk/>
      </pc:docMkLst>
      <pc:sldChg chg="modSp mod">
        <pc:chgData name="Duy" userId="00f02d2ea35a0614" providerId="LiveId" clId="{5CD8DF61-740C-439E-AE1B-4D4A2C7243AC}" dt="2020-11-08T17:19:17.659" v="64" actId="20577"/>
        <pc:sldMkLst>
          <pc:docMk/>
          <pc:sldMk cId="0" sldId="262"/>
        </pc:sldMkLst>
        <pc:spChg chg="mod">
          <ac:chgData name="Duy" userId="00f02d2ea35a0614" providerId="LiveId" clId="{5CD8DF61-740C-439E-AE1B-4D4A2C7243AC}" dt="2020-11-08T17:19:17.659" v="64" actId="20577"/>
          <ac:spMkLst>
            <pc:docMk/>
            <pc:sldMk cId="0" sldId="262"/>
            <ac:spMk id="2" creationId="{00000000-0000-0000-0000-000000000000}"/>
          </ac:spMkLst>
        </pc:spChg>
      </pc:sldChg>
      <pc:sldChg chg="del">
        <pc:chgData name="Duy" userId="00f02d2ea35a0614" providerId="LiveId" clId="{5CD8DF61-740C-439E-AE1B-4D4A2C7243AC}" dt="2020-11-08T17:29:35.982" v="395" actId="47"/>
        <pc:sldMkLst>
          <pc:docMk/>
          <pc:sldMk cId="0" sldId="283"/>
        </pc:sldMkLst>
      </pc:sldChg>
      <pc:sldChg chg="del">
        <pc:chgData name="Duy" userId="00f02d2ea35a0614" providerId="LiveId" clId="{5CD8DF61-740C-439E-AE1B-4D4A2C7243AC}" dt="2020-11-08T17:29:35.982" v="395" actId="47"/>
        <pc:sldMkLst>
          <pc:docMk/>
          <pc:sldMk cId="0" sldId="284"/>
        </pc:sldMkLst>
      </pc:sldChg>
      <pc:sldChg chg="del">
        <pc:chgData name="Duy" userId="00f02d2ea35a0614" providerId="LiveId" clId="{5CD8DF61-740C-439E-AE1B-4D4A2C7243AC}" dt="2020-11-08T19:20:21.563" v="1401" actId="47"/>
        <pc:sldMkLst>
          <pc:docMk/>
          <pc:sldMk cId="0" sldId="290"/>
        </pc:sldMkLst>
      </pc:sldChg>
      <pc:sldChg chg="del">
        <pc:chgData name="Duy" userId="00f02d2ea35a0614" providerId="LiveId" clId="{5CD8DF61-740C-439E-AE1B-4D4A2C7243AC}" dt="2020-11-08T19:20:22.588" v="1402" actId="47"/>
        <pc:sldMkLst>
          <pc:docMk/>
          <pc:sldMk cId="0" sldId="291"/>
        </pc:sldMkLst>
      </pc:sldChg>
      <pc:sldChg chg="del">
        <pc:chgData name="Duy" userId="00f02d2ea35a0614" providerId="LiveId" clId="{5CD8DF61-740C-439E-AE1B-4D4A2C7243AC}" dt="2020-11-08T17:29:35.982" v="395" actId="47"/>
        <pc:sldMkLst>
          <pc:docMk/>
          <pc:sldMk cId="0" sldId="293"/>
        </pc:sldMkLst>
      </pc:sldChg>
      <pc:sldChg chg="del">
        <pc:chgData name="Duy" userId="00f02d2ea35a0614" providerId="LiveId" clId="{5CD8DF61-740C-439E-AE1B-4D4A2C7243AC}" dt="2020-11-08T17:18:22.285" v="0" actId="47"/>
        <pc:sldMkLst>
          <pc:docMk/>
          <pc:sldMk cId="1601255511" sldId="302"/>
        </pc:sldMkLst>
      </pc:sldChg>
      <pc:sldChg chg="del">
        <pc:chgData name="Duy" userId="00f02d2ea35a0614" providerId="LiveId" clId="{5CD8DF61-740C-439E-AE1B-4D4A2C7243AC}" dt="2020-11-08T17:29:35.982" v="395" actId="47"/>
        <pc:sldMkLst>
          <pc:docMk/>
          <pc:sldMk cId="0" sldId="304"/>
        </pc:sldMkLst>
      </pc:sldChg>
      <pc:sldChg chg="del">
        <pc:chgData name="Duy" userId="00f02d2ea35a0614" providerId="LiveId" clId="{5CD8DF61-740C-439E-AE1B-4D4A2C7243AC}" dt="2020-11-08T17:29:35.982" v="395" actId="47"/>
        <pc:sldMkLst>
          <pc:docMk/>
          <pc:sldMk cId="0" sldId="305"/>
        </pc:sldMkLst>
      </pc:sldChg>
      <pc:sldChg chg="del">
        <pc:chgData name="Duy" userId="00f02d2ea35a0614" providerId="LiveId" clId="{5CD8DF61-740C-439E-AE1B-4D4A2C7243AC}" dt="2020-11-08T17:29:35.982" v="395" actId="47"/>
        <pc:sldMkLst>
          <pc:docMk/>
          <pc:sldMk cId="0" sldId="306"/>
        </pc:sldMkLst>
      </pc:sldChg>
      <pc:sldChg chg="del">
        <pc:chgData name="Duy" userId="00f02d2ea35a0614" providerId="LiveId" clId="{5CD8DF61-740C-439E-AE1B-4D4A2C7243AC}" dt="2020-11-08T17:18:24.692" v="1" actId="47"/>
        <pc:sldMkLst>
          <pc:docMk/>
          <pc:sldMk cId="281438924" sldId="335"/>
        </pc:sldMkLst>
      </pc:sldChg>
      <pc:sldChg chg="del">
        <pc:chgData name="Duy" userId="00f02d2ea35a0614" providerId="LiveId" clId="{5CD8DF61-740C-439E-AE1B-4D4A2C7243AC}" dt="2020-11-08T17:18:22.285" v="0" actId="47"/>
        <pc:sldMkLst>
          <pc:docMk/>
          <pc:sldMk cId="2352519512" sldId="339"/>
        </pc:sldMkLst>
      </pc:sldChg>
      <pc:sldChg chg="del">
        <pc:chgData name="Duy" userId="00f02d2ea35a0614" providerId="LiveId" clId="{5CD8DF61-740C-439E-AE1B-4D4A2C7243AC}" dt="2020-11-08T17:18:22.285" v="0" actId="47"/>
        <pc:sldMkLst>
          <pc:docMk/>
          <pc:sldMk cId="645659831" sldId="340"/>
        </pc:sldMkLst>
      </pc:sldChg>
      <pc:sldChg chg="del">
        <pc:chgData name="Duy" userId="00f02d2ea35a0614" providerId="LiveId" clId="{5CD8DF61-740C-439E-AE1B-4D4A2C7243AC}" dt="2020-11-08T17:18:22.285" v="0" actId="47"/>
        <pc:sldMkLst>
          <pc:docMk/>
          <pc:sldMk cId="1806658767" sldId="343"/>
        </pc:sldMkLst>
      </pc:sldChg>
      <pc:sldChg chg="del">
        <pc:chgData name="Duy" userId="00f02d2ea35a0614" providerId="LiveId" clId="{5CD8DF61-740C-439E-AE1B-4D4A2C7243AC}" dt="2020-11-08T17:18:22.285" v="0" actId="47"/>
        <pc:sldMkLst>
          <pc:docMk/>
          <pc:sldMk cId="344554622" sldId="344"/>
        </pc:sldMkLst>
      </pc:sldChg>
      <pc:sldChg chg="del">
        <pc:chgData name="Duy" userId="00f02d2ea35a0614" providerId="LiveId" clId="{5CD8DF61-740C-439E-AE1B-4D4A2C7243AC}" dt="2020-11-08T17:18:22.285" v="0" actId="47"/>
        <pc:sldMkLst>
          <pc:docMk/>
          <pc:sldMk cId="2650943593" sldId="345"/>
        </pc:sldMkLst>
      </pc:sldChg>
      <pc:sldChg chg="del">
        <pc:chgData name="Duy" userId="00f02d2ea35a0614" providerId="LiveId" clId="{5CD8DF61-740C-439E-AE1B-4D4A2C7243AC}" dt="2020-11-08T17:18:22.285" v="0" actId="47"/>
        <pc:sldMkLst>
          <pc:docMk/>
          <pc:sldMk cId="316319758" sldId="346"/>
        </pc:sldMkLst>
      </pc:sldChg>
      <pc:sldChg chg="del">
        <pc:chgData name="Duy" userId="00f02d2ea35a0614" providerId="LiveId" clId="{5CD8DF61-740C-439E-AE1B-4D4A2C7243AC}" dt="2020-11-08T17:18:22.285" v="0" actId="47"/>
        <pc:sldMkLst>
          <pc:docMk/>
          <pc:sldMk cId="2155333580" sldId="347"/>
        </pc:sldMkLst>
      </pc:sldChg>
      <pc:sldChg chg="add">
        <pc:chgData name="Duy" userId="00f02d2ea35a0614" providerId="LiveId" clId="{5CD8DF61-740C-439E-AE1B-4D4A2C7243AC}" dt="2020-11-08T19:01:10.731" v="1207"/>
        <pc:sldMkLst>
          <pc:docMk/>
          <pc:sldMk cId="3326921306" sldId="347"/>
        </pc:sldMkLst>
      </pc:sldChg>
      <pc:sldChg chg="add">
        <pc:chgData name="Duy" userId="00f02d2ea35a0614" providerId="LiveId" clId="{5CD8DF61-740C-439E-AE1B-4D4A2C7243AC}" dt="2020-11-08T19:01:59.190" v="1208"/>
        <pc:sldMkLst>
          <pc:docMk/>
          <pc:sldMk cId="1642348187" sldId="348"/>
        </pc:sldMkLst>
      </pc:sldChg>
      <pc:sldChg chg="del">
        <pc:chgData name="Duy" userId="00f02d2ea35a0614" providerId="LiveId" clId="{5CD8DF61-740C-439E-AE1B-4D4A2C7243AC}" dt="2020-11-08T17:18:22.285" v="0" actId="47"/>
        <pc:sldMkLst>
          <pc:docMk/>
          <pc:sldMk cId="3251838174" sldId="348"/>
        </pc:sldMkLst>
      </pc:sldChg>
      <pc:sldChg chg="del">
        <pc:chgData name="Duy" userId="00f02d2ea35a0614" providerId="LiveId" clId="{5CD8DF61-740C-439E-AE1B-4D4A2C7243AC}" dt="2020-11-08T17:19:39.748" v="65" actId="47"/>
        <pc:sldMkLst>
          <pc:docMk/>
          <pc:sldMk cId="2293619646" sldId="349"/>
        </pc:sldMkLst>
      </pc:sldChg>
      <pc:sldChg chg="del">
        <pc:chgData name="Duy" userId="00f02d2ea35a0614" providerId="LiveId" clId="{5CD8DF61-740C-439E-AE1B-4D4A2C7243AC}" dt="2020-11-08T19:20:28.562" v="1404" actId="47"/>
        <pc:sldMkLst>
          <pc:docMk/>
          <pc:sldMk cId="1452466845" sldId="350"/>
        </pc:sldMkLst>
      </pc:sldChg>
      <pc:sldChg chg="del">
        <pc:chgData name="Duy" userId="00f02d2ea35a0614" providerId="LiveId" clId="{5CD8DF61-740C-439E-AE1B-4D4A2C7243AC}" dt="2020-11-08T17:29:35.982" v="395" actId="47"/>
        <pc:sldMkLst>
          <pc:docMk/>
          <pc:sldMk cId="2973885264" sldId="351"/>
        </pc:sldMkLst>
      </pc:sldChg>
      <pc:sldChg chg="del">
        <pc:chgData name="Duy" userId="00f02d2ea35a0614" providerId="LiveId" clId="{5CD8DF61-740C-439E-AE1B-4D4A2C7243AC}" dt="2020-11-08T19:20:23.691" v="1403" actId="47"/>
        <pc:sldMkLst>
          <pc:docMk/>
          <pc:sldMk cId="3068950489" sldId="352"/>
        </pc:sldMkLst>
      </pc:sldChg>
      <pc:sldChg chg="del">
        <pc:chgData name="Duy" userId="00f02d2ea35a0614" providerId="LiveId" clId="{5CD8DF61-740C-439E-AE1B-4D4A2C7243AC}" dt="2020-11-08T17:29:35.982" v="395" actId="47"/>
        <pc:sldMkLst>
          <pc:docMk/>
          <pc:sldMk cId="3397165657" sldId="353"/>
        </pc:sldMkLst>
      </pc:sldChg>
      <pc:sldChg chg="del">
        <pc:chgData name="Duy" userId="00f02d2ea35a0614" providerId="LiveId" clId="{5CD8DF61-740C-439E-AE1B-4D4A2C7243AC}" dt="2020-11-08T17:29:35.982" v="395" actId="47"/>
        <pc:sldMkLst>
          <pc:docMk/>
          <pc:sldMk cId="1140304061" sldId="354"/>
        </pc:sldMkLst>
      </pc:sldChg>
      <pc:sldChg chg="add">
        <pc:chgData name="Duy" userId="00f02d2ea35a0614" providerId="LiveId" clId="{5CD8DF61-740C-439E-AE1B-4D4A2C7243AC}" dt="2020-11-08T19:01:10.731" v="1207"/>
        <pc:sldMkLst>
          <pc:docMk/>
          <pc:sldMk cId="2998234810" sldId="354"/>
        </pc:sldMkLst>
      </pc:sldChg>
      <pc:sldChg chg="del">
        <pc:chgData name="Duy" userId="00f02d2ea35a0614" providerId="LiveId" clId="{5CD8DF61-740C-439E-AE1B-4D4A2C7243AC}" dt="2020-11-08T17:29:35.982" v="395" actId="47"/>
        <pc:sldMkLst>
          <pc:docMk/>
          <pc:sldMk cId="304648059" sldId="355"/>
        </pc:sldMkLst>
      </pc:sldChg>
      <pc:sldChg chg="addSp delSp modSp add mod">
        <pc:chgData name="Duy" userId="00f02d2ea35a0614" providerId="LiveId" clId="{5CD8DF61-740C-439E-AE1B-4D4A2C7243AC}" dt="2020-11-08T17:24:02.501" v="239" actId="1076"/>
        <pc:sldMkLst>
          <pc:docMk/>
          <pc:sldMk cId="32698572" sldId="357"/>
        </pc:sldMkLst>
        <pc:spChg chg="add del mod">
          <ac:chgData name="Duy" userId="00f02d2ea35a0614" providerId="LiveId" clId="{5CD8DF61-740C-439E-AE1B-4D4A2C7243AC}" dt="2020-11-08T17:20:34.344" v="87" actId="478"/>
          <ac:spMkLst>
            <pc:docMk/>
            <pc:sldMk cId="32698572" sldId="357"/>
            <ac:spMk id="3" creationId="{06F9A62B-EF31-4F3C-99CA-A238F2BA2D1C}"/>
          </ac:spMkLst>
        </pc:spChg>
        <pc:spChg chg="add mod">
          <ac:chgData name="Duy" userId="00f02d2ea35a0614" providerId="LiveId" clId="{5CD8DF61-740C-439E-AE1B-4D4A2C7243AC}" dt="2020-11-08T17:24:02.501" v="239" actId="1076"/>
          <ac:spMkLst>
            <pc:docMk/>
            <pc:sldMk cId="32698572" sldId="357"/>
            <ac:spMk id="6" creationId="{8030EF7F-B37B-46B6-8B81-FD1F794723A6}"/>
          </ac:spMkLst>
        </pc:spChg>
        <pc:spChg chg="mod">
          <ac:chgData name="Duy" userId="00f02d2ea35a0614" providerId="LiveId" clId="{5CD8DF61-740C-439E-AE1B-4D4A2C7243AC}" dt="2020-11-08T17:20:18.067" v="84" actId="20577"/>
          <ac:spMkLst>
            <pc:docMk/>
            <pc:sldMk cId="32698572" sldId="357"/>
            <ac:spMk id="12" creationId="{D029A7D1-7AA0-4E29-8A04-79138B2FBE65}"/>
          </ac:spMkLst>
        </pc:spChg>
        <pc:spChg chg="del mod">
          <ac:chgData name="Duy" userId="00f02d2ea35a0614" providerId="LiveId" clId="{5CD8DF61-740C-439E-AE1B-4D4A2C7243AC}" dt="2020-11-08T17:20:31.882" v="86" actId="478"/>
          <ac:spMkLst>
            <pc:docMk/>
            <pc:sldMk cId="32698572" sldId="357"/>
            <ac:spMk id="14" creationId="{8784778B-84B4-4EAB-98CD-85943FB34DF5}"/>
          </ac:spMkLst>
        </pc:spChg>
      </pc:sldChg>
      <pc:sldChg chg="addSp modSp add mod">
        <pc:chgData name="Duy" userId="00f02d2ea35a0614" providerId="LiveId" clId="{5CD8DF61-740C-439E-AE1B-4D4A2C7243AC}" dt="2020-11-08T19:02:27.736" v="1211" actId="20577"/>
        <pc:sldMkLst>
          <pc:docMk/>
          <pc:sldMk cId="3749102436" sldId="358"/>
        </pc:sldMkLst>
        <pc:spChg chg="add mod">
          <ac:chgData name="Duy" userId="00f02d2ea35a0614" providerId="LiveId" clId="{5CD8DF61-740C-439E-AE1B-4D4A2C7243AC}" dt="2020-11-08T19:02:27.736" v="1211" actId="20577"/>
          <ac:spMkLst>
            <pc:docMk/>
            <pc:sldMk cId="3749102436" sldId="358"/>
            <ac:spMk id="2" creationId="{107929DD-AA0E-4103-9A4C-981428FB4D3D}"/>
          </ac:spMkLst>
        </pc:spChg>
        <pc:spChg chg="mod">
          <ac:chgData name="Duy" userId="00f02d2ea35a0614" providerId="LiveId" clId="{5CD8DF61-740C-439E-AE1B-4D4A2C7243AC}" dt="2020-11-08T17:24:23.244" v="248" actId="20577"/>
          <ac:spMkLst>
            <pc:docMk/>
            <pc:sldMk cId="3749102436" sldId="358"/>
            <ac:spMk id="12" creationId="{D029A7D1-7AA0-4E29-8A04-79138B2FBE65}"/>
          </ac:spMkLst>
        </pc:spChg>
      </pc:sldChg>
      <pc:sldChg chg="addSp delSp modSp add mod">
        <pc:chgData name="Duy" userId="00f02d2ea35a0614" providerId="LiveId" clId="{5CD8DF61-740C-439E-AE1B-4D4A2C7243AC}" dt="2020-11-08T17:30:30.457" v="431" actId="1076"/>
        <pc:sldMkLst>
          <pc:docMk/>
          <pc:sldMk cId="2820796511" sldId="359"/>
        </pc:sldMkLst>
        <pc:spChg chg="add del mod">
          <ac:chgData name="Duy" userId="00f02d2ea35a0614" providerId="LiveId" clId="{5CD8DF61-740C-439E-AE1B-4D4A2C7243AC}" dt="2020-11-08T17:29:57.104" v="399" actId="478"/>
          <ac:spMkLst>
            <pc:docMk/>
            <pc:sldMk cId="2820796511" sldId="359"/>
            <ac:spMk id="6" creationId="{6534F8D6-F2EF-4C79-BF2D-A3F8CF235204}"/>
          </ac:spMkLst>
        </pc:spChg>
        <pc:spChg chg="add mod">
          <ac:chgData name="Duy" userId="00f02d2ea35a0614" providerId="LiveId" clId="{5CD8DF61-740C-439E-AE1B-4D4A2C7243AC}" dt="2020-11-08T17:30:30.457" v="431" actId="1076"/>
          <ac:spMkLst>
            <pc:docMk/>
            <pc:sldMk cId="2820796511" sldId="359"/>
            <ac:spMk id="8" creationId="{EB7D7510-2208-4943-BD40-9A0BC807594A}"/>
          </ac:spMkLst>
        </pc:spChg>
        <pc:spChg chg="del">
          <ac:chgData name="Duy" userId="00f02d2ea35a0614" providerId="LiveId" clId="{5CD8DF61-740C-439E-AE1B-4D4A2C7243AC}" dt="2020-11-08T17:29:56.162" v="398" actId="478"/>
          <ac:spMkLst>
            <pc:docMk/>
            <pc:sldMk cId="2820796511" sldId="359"/>
            <ac:spMk id="12" creationId="{D029A7D1-7AA0-4E29-8A04-79138B2FBE65}"/>
          </ac:spMkLst>
        </pc:spChg>
      </pc:sldChg>
      <pc:sldChg chg="addSp delSp modSp add mod modAnim">
        <pc:chgData name="Duy" userId="00f02d2ea35a0614" providerId="LiveId" clId="{5CD8DF61-740C-439E-AE1B-4D4A2C7243AC}" dt="2020-11-08T17:42:52.417" v="452" actId="20577"/>
        <pc:sldMkLst>
          <pc:docMk/>
          <pc:sldMk cId="2219405526" sldId="360"/>
        </pc:sldMkLst>
        <pc:spChg chg="add del mod">
          <ac:chgData name="Duy" userId="00f02d2ea35a0614" providerId="LiveId" clId="{5CD8DF61-740C-439E-AE1B-4D4A2C7243AC}" dt="2020-11-08T17:41:30.559" v="433" actId="478"/>
          <ac:spMkLst>
            <pc:docMk/>
            <pc:sldMk cId="2219405526" sldId="360"/>
            <ac:spMk id="3" creationId="{CC38060F-5A59-40E6-8AFF-53A05E85CC8B}"/>
          </ac:spMkLst>
        </pc:spChg>
        <pc:spChg chg="add mod">
          <ac:chgData name="Duy" userId="00f02d2ea35a0614" providerId="LiveId" clId="{5CD8DF61-740C-439E-AE1B-4D4A2C7243AC}" dt="2020-11-08T17:42:52.417" v="452" actId="20577"/>
          <ac:spMkLst>
            <pc:docMk/>
            <pc:sldMk cId="2219405526" sldId="360"/>
            <ac:spMk id="9" creationId="{0EB023FA-8FFE-411F-AD27-36D984880BF2}"/>
          </ac:spMkLst>
        </pc:spChg>
        <pc:spChg chg="del">
          <ac:chgData name="Duy" userId="00f02d2ea35a0614" providerId="LiveId" clId="{5CD8DF61-740C-439E-AE1B-4D4A2C7243AC}" dt="2020-11-08T17:41:28.916" v="432" actId="478"/>
          <ac:spMkLst>
            <pc:docMk/>
            <pc:sldMk cId="2219405526" sldId="360"/>
            <ac:spMk id="12" creationId="{D029A7D1-7AA0-4E29-8A04-79138B2FBE65}"/>
          </ac:spMkLst>
        </pc:spChg>
        <pc:picChg chg="add mod">
          <ac:chgData name="Duy" userId="00f02d2ea35a0614" providerId="LiveId" clId="{5CD8DF61-740C-439E-AE1B-4D4A2C7243AC}" dt="2020-11-08T17:42:34.515" v="437" actId="1076"/>
          <ac:picMkLst>
            <pc:docMk/>
            <pc:sldMk cId="2219405526" sldId="360"/>
            <ac:picMk id="6" creationId="{DCC8474F-715C-4112-A6C0-E2BE9F985DA6}"/>
          </ac:picMkLst>
        </pc:picChg>
      </pc:sldChg>
      <pc:sldChg chg="addSp modSp add mod">
        <pc:chgData name="Duy" userId="00f02d2ea35a0614" providerId="LiveId" clId="{5CD8DF61-740C-439E-AE1B-4D4A2C7243AC}" dt="2020-11-08T18:31:47.542" v="937" actId="113"/>
        <pc:sldMkLst>
          <pc:docMk/>
          <pc:sldMk cId="2511740448" sldId="361"/>
        </pc:sldMkLst>
        <pc:spChg chg="add mod">
          <ac:chgData name="Duy" userId="00f02d2ea35a0614" providerId="LiveId" clId="{5CD8DF61-740C-439E-AE1B-4D4A2C7243AC}" dt="2020-11-08T18:31:47.542" v="937" actId="113"/>
          <ac:spMkLst>
            <pc:docMk/>
            <pc:sldMk cId="2511740448" sldId="361"/>
            <ac:spMk id="8" creationId="{7047AFAE-888C-475E-95D1-CC685563118A}"/>
          </ac:spMkLst>
        </pc:spChg>
        <pc:spChg chg="add mod">
          <ac:chgData name="Duy" userId="00f02d2ea35a0614" providerId="LiveId" clId="{5CD8DF61-740C-439E-AE1B-4D4A2C7243AC}" dt="2020-11-08T18:01:03.237" v="534" actId="20577"/>
          <ac:spMkLst>
            <pc:docMk/>
            <pc:sldMk cId="2511740448" sldId="361"/>
            <ac:spMk id="9" creationId="{79AB5A95-3493-45AF-8A89-4E707E5983A9}"/>
          </ac:spMkLst>
        </pc:spChg>
        <pc:spChg chg="add mod">
          <ac:chgData name="Duy" userId="00f02d2ea35a0614" providerId="LiveId" clId="{5CD8DF61-740C-439E-AE1B-4D4A2C7243AC}" dt="2020-11-08T18:02:25.294" v="553" actId="207"/>
          <ac:spMkLst>
            <pc:docMk/>
            <pc:sldMk cId="2511740448" sldId="361"/>
            <ac:spMk id="10" creationId="{BE4CA170-048B-42C2-A59B-7003B0A582F5}"/>
          </ac:spMkLst>
        </pc:spChg>
        <pc:spChg chg="mod">
          <ac:chgData name="Duy" userId="00f02d2ea35a0614" providerId="LiveId" clId="{5CD8DF61-740C-439E-AE1B-4D4A2C7243AC}" dt="2020-11-08T17:55:52.321" v="464" actId="20577"/>
          <ac:spMkLst>
            <pc:docMk/>
            <pc:sldMk cId="2511740448" sldId="361"/>
            <ac:spMk id="12" creationId="{D029A7D1-7AA0-4E29-8A04-79138B2FBE65}"/>
          </ac:spMkLst>
        </pc:spChg>
        <pc:spChg chg="add mod">
          <ac:chgData name="Duy" userId="00f02d2ea35a0614" providerId="LiveId" clId="{5CD8DF61-740C-439E-AE1B-4D4A2C7243AC}" dt="2020-11-08T18:01:14.023" v="539" actId="404"/>
          <ac:spMkLst>
            <pc:docMk/>
            <pc:sldMk cId="2511740448" sldId="361"/>
            <ac:spMk id="13" creationId="{D4D0C117-6CBF-4080-A4D6-EF0D1FBB87C8}"/>
          </ac:spMkLst>
        </pc:spChg>
      </pc:sldChg>
      <pc:sldChg chg="addSp modSp add mod">
        <pc:chgData name="Duy" userId="00f02d2ea35a0614" providerId="LiveId" clId="{5CD8DF61-740C-439E-AE1B-4D4A2C7243AC}" dt="2020-11-08T18:08:05.039" v="578" actId="20577"/>
        <pc:sldMkLst>
          <pc:docMk/>
          <pc:sldMk cId="1280942852" sldId="362"/>
        </pc:sldMkLst>
        <pc:spChg chg="mod">
          <ac:chgData name="Duy" userId="00f02d2ea35a0614" providerId="LiveId" clId="{5CD8DF61-740C-439E-AE1B-4D4A2C7243AC}" dt="2020-11-08T18:07:36.477" v="555" actId="26606"/>
          <ac:spMkLst>
            <pc:docMk/>
            <pc:sldMk cId="1280942852" sldId="362"/>
            <ac:spMk id="4" creationId="{E4954D5F-BECC-4828-B494-FFADF13EB5CD}"/>
          </ac:spMkLst>
        </pc:spChg>
        <pc:spChg chg="mod">
          <ac:chgData name="Duy" userId="00f02d2ea35a0614" providerId="LiveId" clId="{5CD8DF61-740C-439E-AE1B-4D4A2C7243AC}" dt="2020-11-08T18:07:36.477" v="555" actId="26606"/>
          <ac:spMkLst>
            <pc:docMk/>
            <pc:sldMk cId="1280942852" sldId="362"/>
            <ac:spMk id="5" creationId="{1042924C-8624-405A-9007-FCFE2D620348}"/>
          </ac:spMkLst>
        </pc:spChg>
        <pc:spChg chg="mod">
          <ac:chgData name="Duy" userId="00f02d2ea35a0614" providerId="LiveId" clId="{5CD8DF61-740C-439E-AE1B-4D4A2C7243AC}" dt="2020-11-08T18:07:36.477" v="555" actId="26606"/>
          <ac:spMkLst>
            <pc:docMk/>
            <pc:sldMk cId="1280942852" sldId="362"/>
            <ac:spMk id="7" creationId="{C017288B-7B56-41C5-B8D7-781697A7E9A9}"/>
          </ac:spMkLst>
        </pc:spChg>
        <pc:spChg chg="mod">
          <ac:chgData name="Duy" userId="00f02d2ea35a0614" providerId="LiveId" clId="{5CD8DF61-740C-439E-AE1B-4D4A2C7243AC}" dt="2020-11-08T18:08:05.039" v="578" actId="20577"/>
          <ac:spMkLst>
            <pc:docMk/>
            <pc:sldMk cId="1280942852" sldId="362"/>
            <ac:spMk id="12" creationId="{D029A7D1-7AA0-4E29-8A04-79138B2FBE65}"/>
          </ac:spMkLst>
        </pc:spChg>
        <pc:picChg chg="add mod ord">
          <ac:chgData name="Duy" userId="00f02d2ea35a0614" providerId="LiveId" clId="{5CD8DF61-740C-439E-AE1B-4D4A2C7243AC}" dt="2020-11-08T18:07:56.566" v="561" actId="1076"/>
          <ac:picMkLst>
            <pc:docMk/>
            <pc:sldMk cId="1280942852" sldId="362"/>
            <ac:picMk id="1026" creationId="{FE42E194-AEF0-4EC9-9F33-639F6267799E}"/>
          </ac:picMkLst>
        </pc:picChg>
      </pc:sldChg>
      <pc:sldChg chg="addSp modSp add mod">
        <pc:chgData name="Duy" userId="00f02d2ea35a0614" providerId="LiveId" clId="{5CD8DF61-740C-439E-AE1B-4D4A2C7243AC}" dt="2020-11-08T18:16:06.675" v="637" actId="20577"/>
        <pc:sldMkLst>
          <pc:docMk/>
          <pc:sldMk cId="1551158582" sldId="363"/>
        </pc:sldMkLst>
        <pc:spChg chg="add mod">
          <ac:chgData name="Duy" userId="00f02d2ea35a0614" providerId="LiveId" clId="{5CD8DF61-740C-439E-AE1B-4D4A2C7243AC}" dt="2020-11-08T18:15:31.567" v="613" actId="1076"/>
          <ac:spMkLst>
            <pc:docMk/>
            <pc:sldMk cId="1551158582" sldId="363"/>
            <ac:spMk id="9" creationId="{ACAC3913-96C5-458D-BF1D-426D520E5AD0}"/>
          </ac:spMkLst>
        </pc:spChg>
        <pc:spChg chg="add mod">
          <ac:chgData name="Duy" userId="00f02d2ea35a0614" providerId="LiveId" clId="{5CD8DF61-740C-439E-AE1B-4D4A2C7243AC}" dt="2020-11-08T18:15:53.939" v="622" actId="114"/>
          <ac:spMkLst>
            <pc:docMk/>
            <pc:sldMk cId="1551158582" sldId="363"/>
            <ac:spMk id="11" creationId="{ED823A44-101A-4734-B16F-F494335CEBDD}"/>
          </ac:spMkLst>
        </pc:spChg>
        <pc:spChg chg="mod">
          <ac:chgData name="Duy" userId="00f02d2ea35a0614" providerId="LiveId" clId="{5CD8DF61-740C-439E-AE1B-4D4A2C7243AC}" dt="2020-11-08T18:16:06.675" v="637" actId="20577"/>
          <ac:spMkLst>
            <pc:docMk/>
            <pc:sldMk cId="1551158582" sldId="363"/>
            <ac:spMk id="12" creationId="{D029A7D1-7AA0-4E29-8A04-79138B2FBE65}"/>
          </ac:spMkLst>
        </pc:spChg>
        <pc:picChg chg="add mod">
          <ac:chgData name="Duy" userId="00f02d2ea35a0614" providerId="LiveId" clId="{5CD8DF61-740C-439E-AE1B-4D4A2C7243AC}" dt="2020-11-08T18:11:48.253" v="608" actId="14100"/>
          <ac:picMkLst>
            <pc:docMk/>
            <pc:sldMk cId="1551158582" sldId="363"/>
            <ac:picMk id="3" creationId="{0F51B616-3B98-40FA-A092-5F639FE4DC82}"/>
          </ac:picMkLst>
        </pc:picChg>
      </pc:sldChg>
      <pc:sldChg chg="addSp modSp add mod">
        <pc:chgData name="Duy" userId="00f02d2ea35a0614" providerId="LiveId" clId="{5CD8DF61-740C-439E-AE1B-4D4A2C7243AC}" dt="2020-11-08T18:22:05.395" v="807" actId="1076"/>
        <pc:sldMkLst>
          <pc:docMk/>
          <pc:sldMk cId="2056581746" sldId="364"/>
        </pc:sldMkLst>
        <pc:spChg chg="add mod">
          <ac:chgData name="Duy" userId="00f02d2ea35a0614" providerId="LiveId" clId="{5CD8DF61-740C-439E-AE1B-4D4A2C7243AC}" dt="2020-11-08T18:22:05.395" v="807" actId="1076"/>
          <ac:spMkLst>
            <pc:docMk/>
            <pc:sldMk cId="2056581746" sldId="364"/>
            <ac:spMk id="3" creationId="{23FBEC5A-657B-47A3-BE12-6BCB76FE9DD8}"/>
          </ac:spMkLst>
        </pc:spChg>
        <pc:spChg chg="add mod">
          <ac:chgData name="Duy" userId="00f02d2ea35a0614" providerId="LiveId" clId="{5CD8DF61-740C-439E-AE1B-4D4A2C7243AC}" dt="2020-11-08T18:20:21.591" v="670" actId="1076"/>
          <ac:spMkLst>
            <pc:docMk/>
            <pc:sldMk cId="2056581746" sldId="364"/>
            <ac:spMk id="8" creationId="{0FCCFB28-F79C-48CD-B32F-8C4048283E6B}"/>
          </ac:spMkLst>
        </pc:spChg>
        <pc:spChg chg="mod">
          <ac:chgData name="Duy" userId="00f02d2ea35a0614" providerId="LiveId" clId="{5CD8DF61-740C-439E-AE1B-4D4A2C7243AC}" dt="2020-11-08T18:18:17.593" v="653" actId="20577"/>
          <ac:spMkLst>
            <pc:docMk/>
            <pc:sldMk cId="2056581746" sldId="364"/>
            <ac:spMk id="12" creationId="{D029A7D1-7AA0-4E29-8A04-79138B2FBE65}"/>
          </ac:spMkLst>
        </pc:spChg>
      </pc:sldChg>
      <pc:sldChg chg="addSp modSp add mod">
        <pc:chgData name="Duy" userId="00f02d2ea35a0614" providerId="LiveId" clId="{5CD8DF61-740C-439E-AE1B-4D4A2C7243AC}" dt="2020-11-08T18:26:29.905" v="848" actId="20577"/>
        <pc:sldMkLst>
          <pc:docMk/>
          <pc:sldMk cId="3893651048" sldId="365"/>
        </pc:sldMkLst>
        <pc:spChg chg="mod">
          <ac:chgData name="Duy" userId="00f02d2ea35a0614" providerId="LiveId" clId="{5CD8DF61-740C-439E-AE1B-4D4A2C7243AC}" dt="2020-11-08T18:26:03.978" v="811" actId="26606"/>
          <ac:spMkLst>
            <pc:docMk/>
            <pc:sldMk cId="3893651048" sldId="365"/>
            <ac:spMk id="4" creationId="{E4954D5F-BECC-4828-B494-FFADF13EB5CD}"/>
          </ac:spMkLst>
        </pc:spChg>
        <pc:spChg chg="mod">
          <ac:chgData name="Duy" userId="00f02d2ea35a0614" providerId="LiveId" clId="{5CD8DF61-740C-439E-AE1B-4D4A2C7243AC}" dt="2020-11-08T18:26:03.978" v="811" actId="26606"/>
          <ac:spMkLst>
            <pc:docMk/>
            <pc:sldMk cId="3893651048" sldId="365"/>
            <ac:spMk id="5" creationId="{1042924C-8624-405A-9007-FCFE2D620348}"/>
          </ac:spMkLst>
        </pc:spChg>
        <pc:spChg chg="mod">
          <ac:chgData name="Duy" userId="00f02d2ea35a0614" providerId="LiveId" clId="{5CD8DF61-740C-439E-AE1B-4D4A2C7243AC}" dt="2020-11-08T18:26:03.978" v="811" actId="26606"/>
          <ac:spMkLst>
            <pc:docMk/>
            <pc:sldMk cId="3893651048" sldId="365"/>
            <ac:spMk id="7" creationId="{C017288B-7B56-41C5-B8D7-781697A7E9A9}"/>
          </ac:spMkLst>
        </pc:spChg>
        <pc:spChg chg="mod">
          <ac:chgData name="Duy" userId="00f02d2ea35a0614" providerId="LiveId" clId="{5CD8DF61-740C-439E-AE1B-4D4A2C7243AC}" dt="2020-11-08T18:26:29.905" v="848" actId="20577"/>
          <ac:spMkLst>
            <pc:docMk/>
            <pc:sldMk cId="3893651048" sldId="365"/>
            <ac:spMk id="12" creationId="{D029A7D1-7AA0-4E29-8A04-79138B2FBE65}"/>
          </ac:spMkLst>
        </pc:spChg>
        <pc:picChg chg="add mod ord">
          <ac:chgData name="Duy" userId="00f02d2ea35a0614" providerId="LiveId" clId="{5CD8DF61-740C-439E-AE1B-4D4A2C7243AC}" dt="2020-11-08T18:26:11.810" v="814" actId="1076"/>
          <ac:picMkLst>
            <pc:docMk/>
            <pc:sldMk cId="3893651048" sldId="365"/>
            <ac:picMk id="2050" creationId="{C55CFA56-999C-4605-8C4B-4AB532B66717}"/>
          </ac:picMkLst>
        </pc:picChg>
      </pc:sldChg>
      <pc:sldChg chg="addSp delSp modSp add mod">
        <pc:chgData name="Duy" userId="00f02d2ea35a0614" providerId="LiveId" clId="{5CD8DF61-740C-439E-AE1B-4D4A2C7243AC}" dt="2020-11-08T18:29:02.235" v="859" actId="1076"/>
        <pc:sldMkLst>
          <pc:docMk/>
          <pc:sldMk cId="2909840888" sldId="366"/>
        </pc:sldMkLst>
        <pc:spChg chg="add del mod">
          <ac:chgData name="Duy" userId="00f02d2ea35a0614" providerId="LiveId" clId="{5CD8DF61-740C-439E-AE1B-4D4A2C7243AC}" dt="2020-11-08T18:26:40.200" v="850" actId="478"/>
          <ac:spMkLst>
            <pc:docMk/>
            <pc:sldMk cId="2909840888" sldId="366"/>
            <ac:spMk id="3" creationId="{5FF3929D-E4D3-4A7D-B9C4-6D2C8A6B53D9}"/>
          </ac:spMkLst>
        </pc:spChg>
        <pc:spChg chg="mod">
          <ac:chgData name="Duy" userId="00f02d2ea35a0614" providerId="LiveId" clId="{5CD8DF61-740C-439E-AE1B-4D4A2C7243AC}" dt="2020-11-08T18:27:28.586" v="853" actId="26606"/>
          <ac:spMkLst>
            <pc:docMk/>
            <pc:sldMk cId="2909840888" sldId="366"/>
            <ac:spMk id="4" creationId="{E4954D5F-BECC-4828-B494-FFADF13EB5CD}"/>
          </ac:spMkLst>
        </pc:spChg>
        <pc:spChg chg="mod">
          <ac:chgData name="Duy" userId="00f02d2ea35a0614" providerId="LiveId" clId="{5CD8DF61-740C-439E-AE1B-4D4A2C7243AC}" dt="2020-11-08T18:27:28.586" v="853" actId="26606"/>
          <ac:spMkLst>
            <pc:docMk/>
            <pc:sldMk cId="2909840888" sldId="366"/>
            <ac:spMk id="5" creationId="{1042924C-8624-405A-9007-FCFE2D620348}"/>
          </ac:spMkLst>
        </pc:spChg>
        <pc:spChg chg="mod">
          <ac:chgData name="Duy" userId="00f02d2ea35a0614" providerId="LiveId" clId="{5CD8DF61-740C-439E-AE1B-4D4A2C7243AC}" dt="2020-11-08T18:27:28.586" v="853" actId="26606"/>
          <ac:spMkLst>
            <pc:docMk/>
            <pc:sldMk cId="2909840888" sldId="366"/>
            <ac:spMk id="7" creationId="{C017288B-7B56-41C5-B8D7-781697A7E9A9}"/>
          </ac:spMkLst>
        </pc:spChg>
        <pc:spChg chg="add mod ord">
          <ac:chgData name="Duy" userId="00f02d2ea35a0614" providerId="LiveId" clId="{5CD8DF61-740C-439E-AE1B-4D4A2C7243AC}" dt="2020-11-08T18:27:28.586" v="853" actId="26606"/>
          <ac:spMkLst>
            <pc:docMk/>
            <pc:sldMk cId="2909840888" sldId="366"/>
            <ac:spMk id="8" creationId="{AD6EC8F8-F9D2-4591-8377-F300BC18B61D}"/>
          </ac:spMkLst>
        </pc:spChg>
        <pc:spChg chg="del">
          <ac:chgData name="Duy" userId="00f02d2ea35a0614" providerId="LiveId" clId="{5CD8DF61-740C-439E-AE1B-4D4A2C7243AC}" dt="2020-11-08T18:26:39.400" v="849" actId="478"/>
          <ac:spMkLst>
            <pc:docMk/>
            <pc:sldMk cId="2909840888" sldId="366"/>
            <ac:spMk id="12" creationId="{D029A7D1-7AA0-4E29-8A04-79138B2FBE65}"/>
          </ac:spMkLst>
        </pc:spChg>
        <pc:picChg chg="add del mod ord">
          <ac:chgData name="Duy" userId="00f02d2ea35a0614" providerId="LiveId" clId="{5CD8DF61-740C-439E-AE1B-4D4A2C7243AC}" dt="2020-11-08T18:27:35.008" v="854" actId="478"/>
          <ac:picMkLst>
            <pc:docMk/>
            <pc:sldMk cId="2909840888" sldId="366"/>
            <ac:picMk id="3074" creationId="{8C331D58-095F-424B-A71D-E69A996AC46A}"/>
          </ac:picMkLst>
        </pc:picChg>
        <pc:picChg chg="add mod ord">
          <ac:chgData name="Duy" userId="00f02d2ea35a0614" providerId="LiveId" clId="{5CD8DF61-740C-439E-AE1B-4D4A2C7243AC}" dt="2020-11-08T18:29:02.235" v="859" actId="1076"/>
          <ac:picMkLst>
            <pc:docMk/>
            <pc:sldMk cId="2909840888" sldId="366"/>
            <ac:picMk id="3076" creationId="{69246F9D-E00F-4E68-B533-75CBF200DFF1}"/>
          </ac:picMkLst>
        </pc:picChg>
      </pc:sldChg>
      <pc:sldChg chg="addSp modSp add mod">
        <pc:chgData name="Duy" userId="00f02d2ea35a0614" providerId="LiveId" clId="{5CD8DF61-740C-439E-AE1B-4D4A2C7243AC}" dt="2020-11-08T18:30:03.889" v="877" actId="26606"/>
        <pc:sldMkLst>
          <pc:docMk/>
          <pc:sldMk cId="4143717754" sldId="367"/>
        </pc:sldMkLst>
        <pc:spChg chg="mod">
          <ac:chgData name="Duy" userId="00f02d2ea35a0614" providerId="LiveId" clId="{5CD8DF61-740C-439E-AE1B-4D4A2C7243AC}" dt="2020-11-08T18:30:03.889" v="877" actId="26606"/>
          <ac:spMkLst>
            <pc:docMk/>
            <pc:sldMk cId="4143717754" sldId="367"/>
            <ac:spMk id="4" creationId="{E4954D5F-BECC-4828-B494-FFADF13EB5CD}"/>
          </ac:spMkLst>
        </pc:spChg>
        <pc:spChg chg="mod">
          <ac:chgData name="Duy" userId="00f02d2ea35a0614" providerId="LiveId" clId="{5CD8DF61-740C-439E-AE1B-4D4A2C7243AC}" dt="2020-11-08T18:30:03.889" v="877" actId="26606"/>
          <ac:spMkLst>
            <pc:docMk/>
            <pc:sldMk cId="4143717754" sldId="367"/>
            <ac:spMk id="5" creationId="{1042924C-8624-405A-9007-FCFE2D620348}"/>
          </ac:spMkLst>
        </pc:spChg>
        <pc:spChg chg="mod">
          <ac:chgData name="Duy" userId="00f02d2ea35a0614" providerId="LiveId" clId="{5CD8DF61-740C-439E-AE1B-4D4A2C7243AC}" dt="2020-11-08T18:30:03.889" v="877" actId="26606"/>
          <ac:spMkLst>
            <pc:docMk/>
            <pc:sldMk cId="4143717754" sldId="367"/>
            <ac:spMk id="7" creationId="{C017288B-7B56-41C5-B8D7-781697A7E9A9}"/>
          </ac:spMkLst>
        </pc:spChg>
        <pc:spChg chg="mod">
          <ac:chgData name="Duy" userId="00f02d2ea35a0614" providerId="LiveId" clId="{5CD8DF61-740C-439E-AE1B-4D4A2C7243AC}" dt="2020-11-08T18:30:03.889" v="877" actId="26606"/>
          <ac:spMkLst>
            <pc:docMk/>
            <pc:sldMk cId="4143717754" sldId="367"/>
            <ac:spMk id="12" creationId="{D029A7D1-7AA0-4E29-8A04-79138B2FBE65}"/>
          </ac:spMkLst>
        </pc:spChg>
        <pc:picChg chg="add mod ord">
          <ac:chgData name="Duy" userId="00f02d2ea35a0614" providerId="LiveId" clId="{5CD8DF61-740C-439E-AE1B-4D4A2C7243AC}" dt="2020-11-08T18:30:03.889" v="877" actId="26606"/>
          <ac:picMkLst>
            <pc:docMk/>
            <pc:sldMk cId="4143717754" sldId="367"/>
            <ac:picMk id="4098" creationId="{BE1C60AA-1FB9-491D-889C-466DA963CED1}"/>
          </ac:picMkLst>
        </pc:picChg>
      </pc:sldChg>
      <pc:sldChg chg="addSp modSp add mod">
        <pc:chgData name="Duy" userId="00f02d2ea35a0614" providerId="LiveId" clId="{5CD8DF61-740C-439E-AE1B-4D4A2C7243AC}" dt="2020-11-08T18:30:52.558" v="889" actId="26606"/>
        <pc:sldMkLst>
          <pc:docMk/>
          <pc:sldMk cId="1288274289" sldId="368"/>
        </pc:sldMkLst>
        <pc:spChg chg="mod">
          <ac:chgData name="Duy" userId="00f02d2ea35a0614" providerId="LiveId" clId="{5CD8DF61-740C-439E-AE1B-4D4A2C7243AC}" dt="2020-11-08T18:30:52.558" v="889" actId="26606"/>
          <ac:spMkLst>
            <pc:docMk/>
            <pc:sldMk cId="1288274289" sldId="368"/>
            <ac:spMk id="4" creationId="{E4954D5F-BECC-4828-B494-FFADF13EB5CD}"/>
          </ac:spMkLst>
        </pc:spChg>
        <pc:spChg chg="mod">
          <ac:chgData name="Duy" userId="00f02d2ea35a0614" providerId="LiveId" clId="{5CD8DF61-740C-439E-AE1B-4D4A2C7243AC}" dt="2020-11-08T18:30:52.558" v="889" actId="26606"/>
          <ac:spMkLst>
            <pc:docMk/>
            <pc:sldMk cId="1288274289" sldId="368"/>
            <ac:spMk id="5" creationId="{1042924C-8624-405A-9007-FCFE2D620348}"/>
          </ac:spMkLst>
        </pc:spChg>
        <pc:spChg chg="mod">
          <ac:chgData name="Duy" userId="00f02d2ea35a0614" providerId="LiveId" clId="{5CD8DF61-740C-439E-AE1B-4D4A2C7243AC}" dt="2020-11-08T18:30:52.558" v="889" actId="26606"/>
          <ac:spMkLst>
            <pc:docMk/>
            <pc:sldMk cId="1288274289" sldId="368"/>
            <ac:spMk id="7" creationId="{C017288B-7B56-41C5-B8D7-781697A7E9A9}"/>
          </ac:spMkLst>
        </pc:spChg>
        <pc:spChg chg="mod">
          <ac:chgData name="Duy" userId="00f02d2ea35a0614" providerId="LiveId" clId="{5CD8DF61-740C-439E-AE1B-4D4A2C7243AC}" dt="2020-11-08T18:30:52.558" v="889" actId="26606"/>
          <ac:spMkLst>
            <pc:docMk/>
            <pc:sldMk cId="1288274289" sldId="368"/>
            <ac:spMk id="12" creationId="{D029A7D1-7AA0-4E29-8A04-79138B2FBE65}"/>
          </ac:spMkLst>
        </pc:spChg>
        <pc:picChg chg="add mod ord">
          <ac:chgData name="Duy" userId="00f02d2ea35a0614" providerId="LiveId" clId="{5CD8DF61-740C-439E-AE1B-4D4A2C7243AC}" dt="2020-11-08T18:30:52.558" v="889" actId="26606"/>
          <ac:picMkLst>
            <pc:docMk/>
            <pc:sldMk cId="1288274289" sldId="368"/>
            <ac:picMk id="5122" creationId="{7EB25542-737A-429C-8A66-BE848F9C0E13}"/>
          </ac:picMkLst>
        </pc:picChg>
      </pc:sldChg>
      <pc:sldChg chg="addSp delSp modSp add mod">
        <pc:chgData name="Duy" userId="00f02d2ea35a0614" providerId="LiveId" clId="{5CD8DF61-740C-439E-AE1B-4D4A2C7243AC}" dt="2020-11-08T18:39:31.758" v="1038" actId="20577"/>
        <pc:sldMkLst>
          <pc:docMk/>
          <pc:sldMk cId="787621175" sldId="369"/>
        </pc:sldMkLst>
        <pc:spChg chg="add mod">
          <ac:chgData name="Duy" userId="00f02d2ea35a0614" providerId="LiveId" clId="{5CD8DF61-740C-439E-AE1B-4D4A2C7243AC}" dt="2020-11-08T18:38:18.347" v="982" actId="5793"/>
          <ac:spMkLst>
            <pc:docMk/>
            <pc:sldMk cId="787621175" sldId="369"/>
            <ac:spMk id="9" creationId="{86F61ADF-BC4B-46F4-AE9E-A7036A7DD644}"/>
          </ac:spMkLst>
        </pc:spChg>
        <pc:spChg chg="mod">
          <ac:chgData name="Duy" userId="00f02d2ea35a0614" providerId="LiveId" clId="{5CD8DF61-740C-439E-AE1B-4D4A2C7243AC}" dt="2020-11-08T18:39:31.758" v="1038" actId="20577"/>
          <ac:spMkLst>
            <pc:docMk/>
            <pc:sldMk cId="787621175" sldId="369"/>
            <ac:spMk id="12" creationId="{D029A7D1-7AA0-4E29-8A04-79138B2FBE65}"/>
          </ac:spMkLst>
        </pc:spChg>
        <pc:picChg chg="add del mod">
          <ac:chgData name="Duy" userId="00f02d2ea35a0614" providerId="LiveId" clId="{5CD8DF61-740C-439E-AE1B-4D4A2C7243AC}" dt="2020-11-08T18:38:04.647" v="976" actId="478"/>
          <ac:picMkLst>
            <pc:docMk/>
            <pc:sldMk cId="787621175" sldId="369"/>
            <ac:picMk id="6146" creationId="{D15FF094-B997-4A2F-B334-D4BD8CF0FAE3}"/>
          </ac:picMkLst>
        </pc:picChg>
        <pc:picChg chg="add mod">
          <ac:chgData name="Duy" userId="00f02d2ea35a0614" providerId="LiveId" clId="{5CD8DF61-740C-439E-AE1B-4D4A2C7243AC}" dt="2020-11-08T18:38:23.621" v="988" actId="1076"/>
          <ac:picMkLst>
            <pc:docMk/>
            <pc:sldMk cId="787621175" sldId="369"/>
            <ac:picMk id="6148" creationId="{94509125-E79F-47E0-ADE5-85DA070A3166}"/>
          </ac:picMkLst>
        </pc:picChg>
      </pc:sldChg>
      <pc:sldChg chg="addSp modSp add mod">
        <pc:chgData name="Duy" userId="00f02d2ea35a0614" providerId="LiveId" clId="{5CD8DF61-740C-439E-AE1B-4D4A2C7243AC}" dt="2020-11-08T18:50:22.884" v="1132" actId="122"/>
        <pc:sldMkLst>
          <pc:docMk/>
          <pc:sldMk cId="1598254052" sldId="370"/>
        </pc:sldMkLst>
        <pc:spChg chg="mod">
          <ac:chgData name="Duy" userId="00f02d2ea35a0614" providerId="LiveId" clId="{5CD8DF61-740C-439E-AE1B-4D4A2C7243AC}" dt="2020-11-08T18:35:34.169" v="965" actId="20577"/>
          <ac:spMkLst>
            <pc:docMk/>
            <pc:sldMk cId="1598254052" sldId="370"/>
            <ac:spMk id="8" creationId="{EB7D7510-2208-4943-BD40-9A0BC807594A}"/>
          </ac:spMkLst>
        </pc:spChg>
        <pc:spChg chg="add mod">
          <ac:chgData name="Duy" userId="00f02d2ea35a0614" providerId="LiveId" clId="{5CD8DF61-740C-439E-AE1B-4D4A2C7243AC}" dt="2020-11-08T18:50:22.884" v="1132" actId="122"/>
          <ac:spMkLst>
            <pc:docMk/>
            <pc:sldMk cId="1598254052" sldId="370"/>
            <ac:spMk id="9" creationId="{8DC1EB38-B664-4773-B59B-E0F0E879BF10}"/>
          </ac:spMkLst>
        </pc:spChg>
      </pc:sldChg>
      <pc:sldChg chg="addSp delSp modSp add mod">
        <pc:chgData name="Duy" userId="00f02d2ea35a0614" providerId="LiveId" clId="{5CD8DF61-740C-439E-AE1B-4D4A2C7243AC}" dt="2020-11-08T18:41:01.150" v="1057" actId="26606"/>
        <pc:sldMkLst>
          <pc:docMk/>
          <pc:sldMk cId="815308025" sldId="371"/>
        </pc:sldMkLst>
        <pc:spChg chg="mod">
          <ac:chgData name="Duy" userId="00f02d2ea35a0614" providerId="LiveId" clId="{5CD8DF61-740C-439E-AE1B-4D4A2C7243AC}" dt="2020-11-08T18:41:01.150" v="1057" actId="26606"/>
          <ac:spMkLst>
            <pc:docMk/>
            <pc:sldMk cId="815308025" sldId="371"/>
            <ac:spMk id="4" creationId="{E4954D5F-BECC-4828-B494-FFADF13EB5CD}"/>
          </ac:spMkLst>
        </pc:spChg>
        <pc:spChg chg="mod">
          <ac:chgData name="Duy" userId="00f02d2ea35a0614" providerId="LiveId" clId="{5CD8DF61-740C-439E-AE1B-4D4A2C7243AC}" dt="2020-11-08T18:41:01.150" v="1057" actId="26606"/>
          <ac:spMkLst>
            <pc:docMk/>
            <pc:sldMk cId="815308025" sldId="371"/>
            <ac:spMk id="5" creationId="{1042924C-8624-405A-9007-FCFE2D620348}"/>
          </ac:spMkLst>
        </pc:spChg>
        <pc:spChg chg="mod">
          <ac:chgData name="Duy" userId="00f02d2ea35a0614" providerId="LiveId" clId="{5CD8DF61-740C-439E-AE1B-4D4A2C7243AC}" dt="2020-11-08T18:41:01.150" v="1057" actId="26606"/>
          <ac:spMkLst>
            <pc:docMk/>
            <pc:sldMk cId="815308025" sldId="371"/>
            <ac:spMk id="7" creationId="{C017288B-7B56-41C5-B8D7-781697A7E9A9}"/>
          </ac:spMkLst>
        </pc:spChg>
        <pc:spChg chg="del">
          <ac:chgData name="Duy" userId="00f02d2ea35a0614" providerId="LiveId" clId="{5CD8DF61-740C-439E-AE1B-4D4A2C7243AC}" dt="2020-11-08T18:40:27.790" v="1045" actId="478"/>
          <ac:spMkLst>
            <pc:docMk/>
            <pc:sldMk cId="815308025" sldId="371"/>
            <ac:spMk id="9" creationId="{86F61ADF-BC4B-46F4-AE9E-A7036A7DD644}"/>
          </ac:spMkLst>
        </pc:spChg>
        <pc:spChg chg="mod">
          <ac:chgData name="Duy" userId="00f02d2ea35a0614" providerId="LiveId" clId="{5CD8DF61-740C-439E-AE1B-4D4A2C7243AC}" dt="2020-11-08T18:41:01.150" v="1057" actId="26606"/>
          <ac:spMkLst>
            <pc:docMk/>
            <pc:sldMk cId="815308025" sldId="371"/>
            <ac:spMk id="12" creationId="{D029A7D1-7AA0-4E29-8A04-79138B2FBE65}"/>
          </ac:spMkLst>
        </pc:spChg>
        <pc:picChg chg="del">
          <ac:chgData name="Duy" userId="00f02d2ea35a0614" providerId="LiveId" clId="{5CD8DF61-740C-439E-AE1B-4D4A2C7243AC}" dt="2020-11-08T18:40:26.069" v="1044" actId="478"/>
          <ac:picMkLst>
            <pc:docMk/>
            <pc:sldMk cId="815308025" sldId="371"/>
            <ac:picMk id="6148" creationId="{94509125-E79F-47E0-ADE5-85DA070A3166}"/>
          </ac:picMkLst>
        </pc:picChg>
        <pc:picChg chg="add mod ord">
          <ac:chgData name="Duy" userId="00f02d2ea35a0614" providerId="LiveId" clId="{5CD8DF61-740C-439E-AE1B-4D4A2C7243AC}" dt="2020-11-08T18:41:01.150" v="1057" actId="26606"/>
          <ac:picMkLst>
            <pc:docMk/>
            <pc:sldMk cId="815308025" sldId="371"/>
            <ac:picMk id="19458" creationId="{E43C3C98-A594-49FE-8161-04B09D7AF142}"/>
          </ac:picMkLst>
        </pc:picChg>
      </pc:sldChg>
      <pc:sldChg chg="addSp delSp modSp add mod ord modAnim">
        <pc:chgData name="Duy" userId="00f02d2ea35a0614" providerId="LiveId" clId="{5CD8DF61-740C-439E-AE1B-4D4A2C7243AC}" dt="2020-11-08T19:03:26.386" v="1259" actId="20577"/>
        <pc:sldMkLst>
          <pc:docMk/>
          <pc:sldMk cId="527247217" sldId="372"/>
        </pc:sldMkLst>
        <pc:spChg chg="mod">
          <ac:chgData name="Duy" userId="00f02d2ea35a0614" providerId="LiveId" clId="{5CD8DF61-740C-439E-AE1B-4D4A2C7243AC}" dt="2020-11-08T18:53:37.683" v="1173" actId="26606"/>
          <ac:spMkLst>
            <pc:docMk/>
            <pc:sldMk cId="527247217" sldId="372"/>
            <ac:spMk id="4" creationId="{E4954D5F-BECC-4828-B494-FFADF13EB5CD}"/>
          </ac:spMkLst>
        </pc:spChg>
        <pc:spChg chg="mod">
          <ac:chgData name="Duy" userId="00f02d2ea35a0614" providerId="LiveId" clId="{5CD8DF61-740C-439E-AE1B-4D4A2C7243AC}" dt="2020-11-08T18:53:37.683" v="1173" actId="26606"/>
          <ac:spMkLst>
            <pc:docMk/>
            <pc:sldMk cId="527247217" sldId="372"/>
            <ac:spMk id="5" creationId="{1042924C-8624-405A-9007-FCFE2D620348}"/>
          </ac:spMkLst>
        </pc:spChg>
        <pc:spChg chg="mod">
          <ac:chgData name="Duy" userId="00f02d2ea35a0614" providerId="LiveId" clId="{5CD8DF61-740C-439E-AE1B-4D4A2C7243AC}" dt="2020-11-08T18:53:37.683" v="1173" actId="26606"/>
          <ac:spMkLst>
            <pc:docMk/>
            <pc:sldMk cId="527247217" sldId="372"/>
            <ac:spMk id="7" creationId="{C017288B-7B56-41C5-B8D7-781697A7E9A9}"/>
          </ac:spMkLst>
        </pc:spChg>
        <pc:spChg chg="mod">
          <ac:chgData name="Duy" userId="00f02d2ea35a0614" providerId="LiveId" clId="{5CD8DF61-740C-439E-AE1B-4D4A2C7243AC}" dt="2020-11-08T19:03:26.386" v="1259" actId="20577"/>
          <ac:spMkLst>
            <pc:docMk/>
            <pc:sldMk cId="527247217" sldId="372"/>
            <ac:spMk id="12" creationId="{D029A7D1-7AA0-4E29-8A04-79138B2FBE65}"/>
          </ac:spMkLst>
        </pc:spChg>
        <pc:picChg chg="add mod ord">
          <ac:chgData name="Duy" userId="00f02d2ea35a0614" providerId="LiveId" clId="{5CD8DF61-740C-439E-AE1B-4D4A2C7243AC}" dt="2020-11-08T18:59:31.970" v="1205" actId="26606"/>
          <ac:picMkLst>
            <pc:docMk/>
            <pc:sldMk cId="527247217" sldId="372"/>
            <ac:picMk id="2" creationId="{B25CE1F6-460D-46F6-A84E-074101490323}"/>
          </ac:picMkLst>
        </pc:picChg>
        <pc:picChg chg="add del mod ord">
          <ac:chgData name="Duy" userId="00f02d2ea35a0614" providerId="LiveId" clId="{5CD8DF61-740C-439E-AE1B-4D4A2C7243AC}" dt="2020-11-08T18:54:51.054" v="1177" actId="478"/>
          <ac:picMkLst>
            <pc:docMk/>
            <pc:sldMk cId="527247217" sldId="372"/>
            <ac:picMk id="14338" creationId="{51A14326-6C80-476C-96DA-3D55A7F421CA}"/>
          </ac:picMkLst>
        </pc:picChg>
      </pc:sldChg>
      <pc:sldChg chg="add del">
        <pc:chgData name="Duy" userId="00f02d2ea35a0614" providerId="LiveId" clId="{5CD8DF61-740C-439E-AE1B-4D4A2C7243AC}" dt="2020-11-08T18:40:34.434" v="1046" actId="47"/>
        <pc:sldMkLst>
          <pc:docMk/>
          <pc:sldMk cId="3358050401" sldId="372"/>
        </pc:sldMkLst>
      </pc:sldChg>
      <pc:sldChg chg="add del">
        <pc:chgData name="Duy" userId="00f02d2ea35a0614" providerId="LiveId" clId="{5CD8DF61-740C-439E-AE1B-4D4A2C7243AC}" dt="2020-11-08T18:40:34.434" v="1046" actId="47"/>
        <pc:sldMkLst>
          <pc:docMk/>
          <pc:sldMk cId="2939793841" sldId="373"/>
        </pc:sldMkLst>
      </pc:sldChg>
      <pc:sldChg chg="addSp modSp add">
        <pc:chgData name="Duy" userId="00f02d2ea35a0614" providerId="LiveId" clId="{5CD8DF61-740C-439E-AE1B-4D4A2C7243AC}" dt="2020-11-08T19:04:36.973" v="1261" actId="1076"/>
        <pc:sldMkLst>
          <pc:docMk/>
          <pc:sldMk cId="3586218099" sldId="373"/>
        </pc:sldMkLst>
        <pc:picChg chg="add mod">
          <ac:chgData name="Duy" userId="00f02d2ea35a0614" providerId="LiveId" clId="{5CD8DF61-740C-439E-AE1B-4D4A2C7243AC}" dt="2020-11-08T19:04:36.973" v="1261" actId="1076"/>
          <ac:picMkLst>
            <pc:docMk/>
            <pc:sldMk cId="3586218099" sldId="373"/>
            <ac:picMk id="13314" creationId="{F0BFE5CF-4D65-45E0-A109-20626F41F8F4}"/>
          </ac:picMkLst>
        </pc:picChg>
      </pc:sldChg>
      <pc:sldChg chg="addSp modSp add mod">
        <pc:chgData name="Duy" userId="00f02d2ea35a0614" providerId="LiveId" clId="{5CD8DF61-740C-439E-AE1B-4D4A2C7243AC}" dt="2020-11-08T19:07:34.698" v="1263" actId="26606"/>
        <pc:sldMkLst>
          <pc:docMk/>
          <pc:sldMk cId="2102372122" sldId="374"/>
        </pc:sldMkLst>
        <pc:spChg chg="mod">
          <ac:chgData name="Duy" userId="00f02d2ea35a0614" providerId="LiveId" clId="{5CD8DF61-740C-439E-AE1B-4D4A2C7243AC}" dt="2020-11-08T19:07:34.698" v="1263" actId="26606"/>
          <ac:spMkLst>
            <pc:docMk/>
            <pc:sldMk cId="2102372122" sldId="374"/>
            <ac:spMk id="4" creationId="{E4954D5F-BECC-4828-B494-FFADF13EB5CD}"/>
          </ac:spMkLst>
        </pc:spChg>
        <pc:spChg chg="mod">
          <ac:chgData name="Duy" userId="00f02d2ea35a0614" providerId="LiveId" clId="{5CD8DF61-740C-439E-AE1B-4D4A2C7243AC}" dt="2020-11-08T19:07:34.698" v="1263" actId="26606"/>
          <ac:spMkLst>
            <pc:docMk/>
            <pc:sldMk cId="2102372122" sldId="374"/>
            <ac:spMk id="5" creationId="{1042924C-8624-405A-9007-FCFE2D620348}"/>
          </ac:spMkLst>
        </pc:spChg>
        <pc:spChg chg="mod">
          <ac:chgData name="Duy" userId="00f02d2ea35a0614" providerId="LiveId" clId="{5CD8DF61-740C-439E-AE1B-4D4A2C7243AC}" dt="2020-11-08T19:07:34.698" v="1263" actId="26606"/>
          <ac:spMkLst>
            <pc:docMk/>
            <pc:sldMk cId="2102372122" sldId="374"/>
            <ac:spMk id="7" creationId="{C017288B-7B56-41C5-B8D7-781697A7E9A9}"/>
          </ac:spMkLst>
        </pc:spChg>
        <pc:spChg chg="mod">
          <ac:chgData name="Duy" userId="00f02d2ea35a0614" providerId="LiveId" clId="{5CD8DF61-740C-439E-AE1B-4D4A2C7243AC}" dt="2020-11-08T19:07:34.698" v="1263" actId="26606"/>
          <ac:spMkLst>
            <pc:docMk/>
            <pc:sldMk cId="2102372122" sldId="374"/>
            <ac:spMk id="12" creationId="{D029A7D1-7AA0-4E29-8A04-79138B2FBE65}"/>
          </ac:spMkLst>
        </pc:spChg>
        <pc:picChg chg="add mod ord">
          <ac:chgData name="Duy" userId="00f02d2ea35a0614" providerId="LiveId" clId="{5CD8DF61-740C-439E-AE1B-4D4A2C7243AC}" dt="2020-11-08T19:07:34.698" v="1263" actId="26606"/>
          <ac:picMkLst>
            <pc:docMk/>
            <pc:sldMk cId="2102372122" sldId="374"/>
            <ac:picMk id="12290" creationId="{7EB16633-710B-4F62-A23D-4A8814C95B29}"/>
          </ac:picMkLst>
        </pc:picChg>
      </pc:sldChg>
      <pc:sldChg chg="add del">
        <pc:chgData name="Duy" userId="00f02d2ea35a0614" providerId="LiveId" clId="{5CD8DF61-740C-439E-AE1B-4D4A2C7243AC}" dt="2020-11-08T18:40:34.434" v="1046" actId="47"/>
        <pc:sldMkLst>
          <pc:docMk/>
          <pc:sldMk cId="3906851231" sldId="374"/>
        </pc:sldMkLst>
      </pc:sldChg>
      <pc:sldChg chg="addSp delSp modSp add mod">
        <pc:chgData name="Duy" userId="00f02d2ea35a0614" providerId="LiveId" clId="{5CD8DF61-740C-439E-AE1B-4D4A2C7243AC}" dt="2020-11-08T19:09:04.211" v="1283" actId="20577"/>
        <pc:sldMkLst>
          <pc:docMk/>
          <pc:sldMk cId="2055127272" sldId="375"/>
        </pc:sldMkLst>
        <pc:spChg chg="mod">
          <ac:chgData name="Duy" userId="00f02d2ea35a0614" providerId="LiveId" clId="{5CD8DF61-740C-439E-AE1B-4D4A2C7243AC}" dt="2020-11-08T19:08:58.452" v="1267" actId="26606"/>
          <ac:spMkLst>
            <pc:docMk/>
            <pc:sldMk cId="2055127272" sldId="375"/>
            <ac:spMk id="4" creationId="{E4954D5F-BECC-4828-B494-FFADF13EB5CD}"/>
          </ac:spMkLst>
        </pc:spChg>
        <pc:spChg chg="mod">
          <ac:chgData name="Duy" userId="00f02d2ea35a0614" providerId="LiveId" clId="{5CD8DF61-740C-439E-AE1B-4D4A2C7243AC}" dt="2020-11-08T19:08:58.452" v="1267" actId="26606"/>
          <ac:spMkLst>
            <pc:docMk/>
            <pc:sldMk cId="2055127272" sldId="375"/>
            <ac:spMk id="5" creationId="{1042924C-8624-405A-9007-FCFE2D620348}"/>
          </ac:spMkLst>
        </pc:spChg>
        <pc:spChg chg="mod">
          <ac:chgData name="Duy" userId="00f02d2ea35a0614" providerId="LiveId" clId="{5CD8DF61-740C-439E-AE1B-4D4A2C7243AC}" dt="2020-11-08T19:08:58.452" v="1267" actId="26606"/>
          <ac:spMkLst>
            <pc:docMk/>
            <pc:sldMk cId="2055127272" sldId="375"/>
            <ac:spMk id="7" creationId="{C017288B-7B56-41C5-B8D7-781697A7E9A9}"/>
          </ac:spMkLst>
        </pc:spChg>
        <pc:spChg chg="mod">
          <ac:chgData name="Duy" userId="00f02d2ea35a0614" providerId="LiveId" clId="{5CD8DF61-740C-439E-AE1B-4D4A2C7243AC}" dt="2020-11-08T19:09:04.211" v="1283" actId="20577"/>
          <ac:spMkLst>
            <pc:docMk/>
            <pc:sldMk cId="2055127272" sldId="375"/>
            <ac:spMk id="12" creationId="{D029A7D1-7AA0-4E29-8A04-79138B2FBE65}"/>
          </ac:spMkLst>
        </pc:spChg>
        <pc:picChg chg="add del">
          <ac:chgData name="Duy" userId="00f02d2ea35a0614" providerId="LiveId" clId="{5CD8DF61-740C-439E-AE1B-4D4A2C7243AC}" dt="2020-11-08T19:08:54.613" v="1265" actId="478"/>
          <ac:picMkLst>
            <pc:docMk/>
            <pc:sldMk cId="2055127272" sldId="375"/>
            <ac:picMk id="11266" creationId="{83BCE80F-961F-4E17-8268-45C3016683FC}"/>
          </ac:picMkLst>
        </pc:picChg>
        <pc:picChg chg="add mod ord">
          <ac:chgData name="Duy" userId="00f02d2ea35a0614" providerId="LiveId" clId="{5CD8DF61-740C-439E-AE1B-4D4A2C7243AC}" dt="2020-11-08T19:08:58.452" v="1267" actId="26606"/>
          <ac:picMkLst>
            <pc:docMk/>
            <pc:sldMk cId="2055127272" sldId="375"/>
            <ac:picMk id="11268" creationId="{945B0E4F-119F-419B-A75B-6D8BBE8577A9}"/>
          </ac:picMkLst>
        </pc:picChg>
      </pc:sldChg>
      <pc:sldChg chg="add del">
        <pc:chgData name="Duy" userId="00f02d2ea35a0614" providerId="LiveId" clId="{5CD8DF61-740C-439E-AE1B-4D4A2C7243AC}" dt="2020-11-08T18:40:34.434" v="1046" actId="47"/>
        <pc:sldMkLst>
          <pc:docMk/>
          <pc:sldMk cId="3766544856" sldId="375"/>
        </pc:sldMkLst>
      </pc:sldChg>
      <pc:sldChg chg="addSp modSp add del mod">
        <pc:chgData name="Duy" userId="00f02d2ea35a0614" providerId="LiveId" clId="{5CD8DF61-740C-439E-AE1B-4D4A2C7243AC}" dt="2020-11-08T19:12:06.071" v="1341" actId="47"/>
        <pc:sldMkLst>
          <pc:docMk/>
          <pc:sldMk cId="112645581" sldId="376"/>
        </pc:sldMkLst>
        <pc:spChg chg="mod">
          <ac:chgData name="Duy" userId="00f02d2ea35a0614" providerId="LiveId" clId="{5CD8DF61-740C-439E-AE1B-4D4A2C7243AC}" dt="2020-11-08T19:11:04.615" v="1285" actId="26606"/>
          <ac:spMkLst>
            <pc:docMk/>
            <pc:sldMk cId="112645581" sldId="376"/>
            <ac:spMk id="4" creationId="{E4954D5F-BECC-4828-B494-FFADF13EB5CD}"/>
          </ac:spMkLst>
        </pc:spChg>
        <pc:spChg chg="mod">
          <ac:chgData name="Duy" userId="00f02d2ea35a0614" providerId="LiveId" clId="{5CD8DF61-740C-439E-AE1B-4D4A2C7243AC}" dt="2020-11-08T19:11:04.615" v="1285" actId="26606"/>
          <ac:spMkLst>
            <pc:docMk/>
            <pc:sldMk cId="112645581" sldId="376"/>
            <ac:spMk id="5" creationId="{1042924C-8624-405A-9007-FCFE2D620348}"/>
          </ac:spMkLst>
        </pc:spChg>
        <pc:spChg chg="mod">
          <ac:chgData name="Duy" userId="00f02d2ea35a0614" providerId="LiveId" clId="{5CD8DF61-740C-439E-AE1B-4D4A2C7243AC}" dt="2020-11-08T19:11:04.615" v="1285" actId="26606"/>
          <ac:spMkLst>
            <pc:docMk/>
            <pc:sldMk cId="112645581" sldId="376"/>
            <ac:spMk id="7" creationId="{C017288B-7B56-41C5-B8D7-781697A7E9A9}"/>
          </ac:spMkLst>
        </pc:spChg>
        <pc:spChg chg="mod">
          <ac:chgData name="Duy" userId="00f02d2ea35a0614" providerId="LiveId" clId="{5CD8DF61-740C-439E-AE1B-4D4A2C7243AC}" dt="2020-11-08T19:11:16.231" v="1309" actId="20577"/>
          <ac:spMkLst>
            <pc:docMk/>
            <pc:sldMk cId="112645581" sldId="376"/>
            <ac:spMk id="12" creationId="{D029A7D1-7AA0-4E29-8A04-79138B2FBE65}"/>
          </ac:spMkLst>
        </pc:spChg>
        <pc:picChg chg="add mod ord">
          <ac:chgData name="Duy" userId="00f02d2ea35a0614" providerId="LiveId" clId="{5CD8DF61-740C-439E-AE1B-4D4A2C7243AC}" dt="2020-11-08T19:11:04.615" v="1285" actId="26606"/>
          <ac:picMkLst>
            <pc:docMk/>
            <pc:sldMk cId="112645581" sldId="376"/>
            <ac:picMk id="10242" creationId="{293962BD-ED19-4270-A745-3D46C28BB371}"/>
          </ac:picMkLst>
        </pc:picChg>
      </pc:sldChg>
      <pc:sldChg chg="addSp modSp add mod ord">
        <pc:chgData name="Duy" userId="00f02d2ea35a0614" providerId="LiveId" clId="{5CD8DF61-740C-439E-AE1B-4D4A2C7243AC}" dt="2020-11-08T19:12:34.370" v="1345" actId="26606"/>
        <pc:sldMkLst>
          <pc:docMk/>
          <pc:sldMk cId="2636338463" sldId="377"/>
        </pc:sldMkLst>
        <pc:spChg chg="mod">
          <ac:chgData name="Duy" userId="00f02d2ea35a0614" providerId="LiveId" clId="{5CD8DF61-740C-439E-AE1B-4D4A2C7243AC}" dt="2020-11-08T19:12:34.370" v="1345" actId="26606"/>
          <ac:spMkLst>
            <pc:docMk/>
            <pc:sldMk cId="2636338463" sldId="377"/>
            <ac:spMk id="4" creationId="{E4954D5F-BECC-4828-B494-FFADF13EB5CD}"/>
          </ac:spMkLst>
        </pc:spChg>
        <pc:spChg chg="mod">
          <ac:chgData name="Duy" userId="00f02d2ea35a0614" providerId="LiveId" clId="{5CD8DF61-740C-439E-AE1B-4D4A2C7243AC}" dt="2020-11-08T19:12:34.370" v="1345" actId="26606"/>
          <ac:spMkLst>
            <pc:docMk/>
            <pc:sldMk cId="2636338463" sldId="377"/>
            <ac:spMk id="5" creationId="{1042924C-8624-405A-9007-FCFE2D620348}"/>
          </ac:spMkLst>
        </pc:spChg>
        <pc:spChg chg="mod">
          <ac:chgData name="Duy" userId="00f02d2ea35a0614" providerId="LiveId" clId="{5CD8DF61-740C-439E-AE1B-4D4A2C7243AC}" dt="2020-11-08T19:12:34.370" v="1345" actId="26606"/>
          <ac:spMkLst>
            <pc:docMk/>
            <pc:sldMk cId="2636338463" sldId="377"/>
            <ac:spMk id="7" creationId="{C017288B-7B56-41C5-B8D7-781697A7E9A9}"/>
          </ac:spMkLst>
        </pc:spChg>
        <pc:spChg chg="mod">
          <ac:chgData name="Duy" userId="00f02d2ea35a0614" providerId="LiveId" clId="{5CD8DF61-740C-439E-AE1B-4D4A2C7243AC}" dt="2020-11-08T19:12:34.370" v="1345" actId="26606"/>
          <ac:spMkLst>
            <pc:docMk/>
            <pc:sldMk cId="2636338463" sldId="377"/>
            <ac:spMk id="12" creationId="{D029A7D1-7AA0-4E29-8A04-79138B2FBE65}"/>
          </ac:spMkLst>
        </pc:spChg>
        <pc:picChg chg="add mod ord">
          <ac:chgData name="Duy" userId="00f02d2ea35a0614" providerId="LiveId" clId="{5CD8DF61-740C-439E-AE1B-4D4A2C7243AC}" dt="2020-11-08T19:12:34.370" v="1345" actId="26606"/>
          <ac:picMkLst>
            <pc:docMk/>
            <pc:sldMk cId="2636338463" sldId="377"/>
            <ac:picMk id="9218" creationId="{94BFC685-4C46-4EAB-A681-AAFE7A416FDE}"/>
          </ac:picMkLst>
        </pc:picChg>
      </pc:sldChg>
      <pc:sldChg chg="addSp modSp add mod ord">
        <pc:chgData name="Duy" userId="00f02d2ea35a0614" providerId="LiveId" clId="{5CD8DF61-740C-439E-AE1B-4D4A2C7243AC}" dt="2020-11-08T19:19:09.500" v="1399" actId="20577"/>
        <pc:sldMkLst>
          <pc:docMk/>
          <pc:sldMk cId="41495362" sldId="378"/>
        </pc:sldMkLst>
        <pc:spChg chg="mod">
          <ac:chgData name="Duy" userId="00f02d2ea35a0614" providerId="LiveId" clId="{5CD8DF61-740C-439E-AE1B-4D4A2C7243AC}" dt="2020-11-08T19:19:01.360" v="1380" actId="26606"/>
          <ac:spMkLst>
            <pc:docMk/>
            <pc:sldMk cId="41495362" sldId="378"/>
            <ac:spMk id="4" creationId="{E4954D5F-BECC-4828-B494-FFADF13EB5CD}"/>
          </ac:spMkLst>
        </pc:spChg>
        <pc:spChg chg="mod">
          <ac:chgData name="Duy" userId="00f02d2ea35a0614" providerId="LiveId" clId="{5CD8DF61-740C-439E-AE1B-4D4A2C7243AC}" dt="2020-11-08T19:19:01.360" v="1380" actId="26606"/>
          <ac:spMkLst>
            <pc:docMk/>
            <pc:sldMk cId="41495362" sldId="378"/>
            <ac:spMk id="5" creationId="{1042924C-8624-405A-9007-FCFE2D620348}"/>
          </ac:spMkLst>
        </pc:spChg>
        <pc:spChg chg="mod">
          <ac:chgData name="Duy" userId="00f02d2ea35a0614" providerId="LiveId" clId="{5CD8DF61-740C-439E-AE1B-4D4A2C7243AC}" dt="2020-11-08T19:19:01.360" v="1380" actId="26606"/>
          <ac:spMkLst>
            <pc:docMk/>
            <pc:sldMk cId="41495362" sldId="378"/>
            <ac:spMk id="7" creationId="{C017288B-7B56-41C5-B8D7-781697A7E9A9}"/>
          </ac:spMkLst>
        </pc:spChg>
        <pc:spChg chg="mod">
          <ac:chgData name="Duy" userId="00f02d2ea35a0614" providerId="LiveId" clId="{5CD8DF61-740C-439E-AE1B-4D4A2C7243AC}" dt="2020-11-08T19:19:09.500" v="1399" actId="20577"/>
          <ac:spMkLst>
            <pc:docMk/>
            <pc:sldMk cId="41495362" sldId="378"/>
            <ac:spMk id="12" creationId="{D029A7D1-7AA0-4E29-8A04-79138B2FBE65}"/>
          </ac:spMkLst>
        </pc:spChg>
        <pc:picChg chg="add mod ord">
          <ac:chgData name="Duy" userId="00f02d2ea35a0614" providerId="LiveId" clId="{5CD8DF61-740C-439E-AE1B-4D4A2C7243AC}" dt="2020-11-08T19:19:01.360" v="1380" actId="26606"/>
          <ac:picMkLst>
            <pc:docMk/>
            <pc:sldMk cId="41495362" sldId="378"/>
            <ac:picMk id="8194" creationId="{9AA4BA83-AF11-4F2A-B7F4-93E3FC3E77A5}"/>
          </ac:picMkLst>
        </pc:picChg>
      </pc:sldChg>
      <pc:sldChg chg="add del">
        <pc:chgData name="Duy" userId="00f02d2ea35a0614" providerId="LiveId" clId="{5CD8DF61-740C-439E-AE1B-4D4A2C7243AC}" dt="2020-11-08T19:20:16.202" v="1400" actId="47"/>
        <pc:sldMkLst>
          <pc:docMk/>
          <pc:sldMk cId="3901545675" sldId="379"/>
        </pc:sldMkLst>
      </pc:sldChg>
      <pc:sldChg chg="addSp delSp modSp add del mod modAnim">
        <pc:chgData name="Duy" userId="00f02d2ea35a0614" providerId="LiveId" clId="{5CD8DF61-740C-439E-AE1B-4D4A2C7243AC}" dt="2020-11-08T18:51:48.226" v="1169" actId="2696"/>
        <pc:sldMkLst>
          <pc:docMk/>
          <pc:sldMk cId="117616174" sldId="380"/>
        </pc:sldMkLst>
        <pc:spChg chg="del">
          <ac:chgData name="Duy" userId="00f02d2ea35a0614" providerId="LiveId" clId="{5CD8DF61-740C-439E-AE1B-4D4A2C7243AC}" dt="2020-11-08T18:50:05.934" v="1123" actId="478"/>
          <ac:spMkLst>
            <pc:docMk/>
            <pc:sldMk cId="117616174" sldId="380"/>
            <ac:spMk id="8" creationId="{EB7D7510-2208-4943-BD40-9A0BC807594A}"/>
          </ac:spMkLst>
        </pc:spChg>
        <pc:spChg chg="del">
          <ac:chgData name="Duy" userId="00f02d2ea35a0614" providerId="LiveId" clId="{5CD8DF61-740C-439E-AE1B-4D4A2C7243AC}" dt="2020-11-08T18:50:04.896" v="1122" actId="478"/>
          <ac:spMkLst>
            <pc:docMk/>
            <pc:sldMk cId="117616174" sldId="380"/>
            <ac:spMk id="9" creationId="{8DC1EB38-B664-4773-B59B-E0F0E879BF10}"/>
          </ac:spMkLst>
        </pc:spChg>
        <pc:spChg chg="add mod">
          <ac:chgData name="Duy" userId="00f02d2ea35a0614" providerId="LiveId" clId="{5CD8DF61-740C-439E-AE1B-4D4A2C7243AC}" dt="2020-11-08T18:51:25.161" v="1168" actId="5793"/>
          <ac:spMkLst>
            <pc:docMk/>
            <pc:sldMk cId="117616174" sldId="380"/>
            <ac:spMk id="10" creationId="{924034FB-E872-4F79-AF18-DB472750EDAA}"/>
          </ac:spMkLst>
        </pc:spChg>
        <pc:picChg chg="add mod">
          <ac:chgData name="Duy" userId="00f02d2ea35a0614" providerId="LiveId" clId="{5CD8DF61-740C-439E-AE1B-4D4A2C7243AC}" dt="2020-11-08T18:50:55.210" v="1136" actId="1076"/>
          <ac:picMkLst>
            <pc:docMk/>
            <pc:sldMk cId="117616174" sldId="380"/>
            <ac:picMk id="2" creationId="{3E3F2BE6-CCD6-40EE-B9B7-090ECA58FDE9}"/>
          </ac:picMkLst>
        </pc:picChg>
      </pc:sldChg>
      <pc:sldChg chg="addSp delSp modSp add mod ord delAnim modAnim">
        <pc:chgData name="Duy" userId="00f02d2ea35a0614" providerId="LiveId" clId="{5CD8DF61-740C-439E-AE1B-4D4A2C7243AC}" dt="2020-11-08T18:58:09.906" v="1180" actId="26606"/>
        <pc:sldMkLst>
          <pc:docMk/>
          <pc:sldMk cId="2437654240" sldId="380"/>
        </pc:sldMkLst>
        <pc:spChg chg="mod">
          <ac:chgData name="Duy" userId="00f02d2ea35a0614" providerId="LiveId" clId="{5CD8DF61-740C-439E-AE1B-4D4A2C7243AC}" dt="2020-11-08T18:58:09.906" v="1180" actId="26606"/>
          <ac:spMkLst>
            <pc:docMk/>
            <pc:sldMk cId="2437654240" sldId="380"/>
            <ac:spMk id="4" creationId="{E4954D5F-BECC-4828-B494-FFADF13EB5CD}"/>
          </ac:spMkLst>
        </pc:spChg>
        <pc:spChg chg="mod">
          <ac:chgData name="Duy" userId="00f02d2ea35a0614" providerId="LiveId" clId="{5CD8DF61-740C-439E-AE1B-4D4A2C7243AC}" dt="2020-11-08T18:58:09.906" v="1180" actId="26606"/>
          <ac:spMkLst>
            <pc:docMk/>
            <pc:sldMk cId="2437654240" sldId="380"/>
            <ac:spMk id="5" creationId="{1042924C-8624-405A-9007-FCFE2D620348}"/>
          </ac:spMkLst>
        </pc:spChg>
        <pc:spChg chg="mod">
          <ac:chgData name="Duy" userId="00f02d2ea35a0614" providerId="LiveId" clId="{5CD8DF61-740C-439E-AE1B-4D4A2C7243AC}" dt="2020-11-08T18:58:09.906" v="1180" actId="26606"/>
          <ac:spMkLst>
            <pc:docMk/>
            <pc:sldMk cId="2437654240" sldId="380"/>
            <ac:spMk id="7" creationId="{C017288B-7B56-41C5-B8D7-781697A7E9A9}"/>
          </ac:spMkLst>
        </pc:spChg>
        <pc:spChg chg="mod ord">
          <ac:chgData name="Duy" userId="00f02d2ea35a0614" providerId="LiveId" clId="{5CD8DF61-740C-439E-AE1B-4D4A2C7243AC}" dt="2020-11-08T18:58:09.906" v="1180" actId="26606"/>
          <ac:spMkLst>
            <pc:docMk/>
            <pc:sldMk cId="2437654240" sldId="380"/>
            <ac:spMk id="10" creationId="{924034FB-E872-4F79-AF18-DB472750EDAA}"/>
          </ac:spMkLst>
        </pc:spChg>
        <pc:picChg chg="del">
          <ac:chgData name="Duy" userId="00f02d2ea35a0614" providerId="LiveId" clId="{5CD8DF61-740C-439E-AE1B-4D4A2C7243AC}" dt="2020-11-08T18:57:56.856" v="1178" actId="478"/>
          <ac:picMkLst>
            <pc:docMk/>
            <pc:sldMk cId="2437654240" sldId="380"/>
            <ac:picMk id="2" creationId="{3E3F2BE6-CCD6-40EE-B9B7-090ECA58FDE9}"/>
          </ac:picMkLst>
        </pc:picChg>
        <pc:picChg chg="add mod ord">
          <ac:chgData name="Duy" userId="00f02d2ea35a0614" providerId="LiveId" clId="{5CD8DF61-740C-439E-AE1B-4D4A2C7243AC}" dt="2020-11-08T18:58:09.906" v="1180" actId="26606"/>
          <ac:picMkLst>
            <pc:docMk/>
            <pc:sldMk cId="2437654240" sldId="380"/>
            <ac:picMk id="3" creationId="{EAE2239D-CC12-49BC-B2DC-51EEF14EEF36}"/>
          </ac:picMkLst>
        </pc:picChg>
      </pc:sldChg>
      <pc:sldChg chg="delSp modSp add mod">
        <pc:chgData name="Duy" userId="00f02d2ea35a0614" providerId="LiveId" clId="{5CD8DF61-740C-439E-AE1B-4D4A2C7243AC}" dt="2020-11-08T18:59:39.597" v="1206" actId="1076"/>
        <pc:sldMkLst>
          <pc:docMk/>
          <pc:sldMk cId="2697983107" sldId="381"/>
        </pc:sldMkLst>
        <pc:spChg chg="mod">
          <ac:chgData name="Duy" userId="00f02d2ea35a0614" providerId="LiveId" clId="{5CD8DF61-740C-439E-AE1B-4D4A2C7243AC}" dt="2020-11-08T18:59:39.597" v="1206" actId="1076"/>
          <ac:spMkLst>
            <pc:docMk/>
            <pc:sldMk cId="2697983107" sldId="381"/>
            <ac:spMk id="8" creationId="{EB7D7510-2208-4943-BD40-9A0BC807594A}"/>
          </ac:spMkLst>
        </pc:spChg>
        <pc:spChg chg="del">
          <ac:chgData name="Duy" userId="00f02d2ea35a0614" providerId="LiveId" clId="{5CD8DF61-740C-439E-AE1B-4D4A2C7243AC}" dt="2020-11-08T18:59:20.231" v="1203" actId="478"/>
          <ac:spMkLst>
            <pc:docMk/>
            <pc:sldMk cId="2697983107" sldId="381"/>
            <ac:spMk id="9" creationId="{8DC1EB38-B664-4773-B59B-E0F0E879BF10}"/>
          </ac:spMkLst>
        </pc:spChg>
      </pc:sldChg>
      <pc:sldChg chg="modSp add mod">
        <pc:chgData name="Duy" userId="00f02d2ea35a0614" providerId="LiveId" clId="{5CD8DF61-740C-439E-AE1B-4D4A2C7243AC}" dt="2020-11-08T19:03:08.076" v="1237" actId="20577"/>
        <pc:sldMkLst>
          <pc:docMk/>
          <pc:sldMk cId="2044732851" sldId="382"/>
        </pc:sldMkLst>
        <pc:spChg chg="mod">
          <ac:chgData name="Duy" userId="00f02d2ea35a0614" providerId="LiveId" clId="{5CD8DF61-740C-439E-AE1B-4D4A2C7243AC}" dt="2020-11-08T19:03:08.076" v="1237" actId="20577"/>
          <ac:spMkLst>
            <pc:docMk/>
            <pc:sldMk cId="2044732851" sldId="382"/>
            <ac:spMk id="8" creationId="{EB7D7510-2208-4943-BD40-9A0BC807594A}"/>
          </ac:spMkLst>
        </pc:spChg>
      </pc:sldChg>
    </pc:docChg>
  </pc:docChgLst>
  <pc:docChgLst>
    <pc:chgData name="Đoàn Duy" userId="08be6bb3-9072-4436-bce6-c1162eac6ede" providerId="ADAL" clId="{A23E312D-73BE-4E73-8F3A-3961C0448EA9}"/>
    <pc:docChg chg="undo custSel addSld modSld">
      <pc:chgData name="Đoàn Duy" userId="08be6bb3-9072-4436-bce6-c1162eac6ede" providerId="ADAL" clId="{A23E312D-73BE-4E73-8F3A-3961C0448EA9}" dt="2023-10-16T06:01:04.603" v="35" actId="1076"/>
      <pc:docMkLst>
        <pc:docMk/>
      </pc:docMkLst>
      <pc:sldChg chg="delSp mod">
        <pc:chgData name="Đoàn Duy" userId="08be6bb3-9072-4436-bce6-c1162eac6ede" providerId="ADAL" clId="{A23E312D-73BE-4E73-8F3A-3961C0448EA9}" dt="2023-10-16T05:58:25.436" v="11" actId="478"/>
        <pc:sldMkLst>
          <pc:docMk/>
          <pc:sldMk cId="3893651048" sldId="365"/>
        </pc:sldMkLst>
        <pc:inkChg chg="del">
          <ac:chgData name="Đoàn Duy" userId="08be6bb3-9072-4436-bce6-c1162eac6ede" providerId="ADAL" clId="{A23E312D-73BE-4E73-8F3A-3961C0448EA9}" dt="2023-10-16T05:58:25.436" v="11" actId="478"/>
          <ac:inkMkLst>
            <pc:docMk/>
            <pc:sldMk cId="3893651048" sldId="365"/>
            <ac:inkMk id="3" creationId="{D6B6F1A6-FBCD-4F4B-AF73-92AE2D6F5519}"/>
          </ac:inkMkLst>
        </pc:inkChg>
      </pc:sldChg>
      <pc:sldChg chg="delSp mod">
        <pc:chgData name="Đoàn Duy" userId="08be6bb3-9072-4436-bce6-c1162eac6ede" providerId="ADAL" clId="{A23E312D-73BE-4E73-8F3A-3961C0448EA9}" dt="2023-10-16T05:58:29.636" v="12" actId="478"/>
        <pc:sldMkLst>
          <pc:docMk/>
          <pc:sldMk cId="2909840888" sldId="366"/>
        </pc:sldMkLst>
        <pc:inkChg chg="del">
          <ac:chgData name="Đoàn Duy" userId="08be6bb3-9072-4436-bce6-c1162eac6ede" providerId="ADAL" clId="{A23E312D-73BE-4E73-8F3A-3961C0448EA9}" dt="2023-10-16T05:58:29.636" v="12" actId="478"/>
          <ac:inkMkLst>
            <pc:docMk/>
            <pc:sldMk cId="2909840888" sldId="366"/>
            <ac:inkMk id="3" creationId="{9D045AC7-AA94-4781-A603-226DBF4B207B}"/>
          </ac:inkMkLst>
        </pc:inkChg>
      </pc:sldChg>
      <pc:sldChg chg="delSp mod">
        <pc:chgData name="Đoàn Duy" userId="08be6bb3-9072-4436-bce6-c1162eac6ede" providerId="ADAL" clId="{A23E312D-73BE-4E73-8F3A-3961C0448EA9}" dt="2023-10-16T05:58:32.606" v="13" actId="478"/>
        <pc:sldMkLst>
          <pc:docMk/>
          <pc:sldMk cId="4143717754" sldId="367"/>
        </pc:sldMkLst>
        <pc:inkChg chg="del">
          <ac:chgData name="Đoàn Duy" userId="08be6bb3-9072-4436-bce6-c1162eac6ede" providerId="ADAL" clId="{A23E312D-73BE-4E73-8F3A-3961C0448EA9}" dt="2023-10-16T05:58:32.606" v="13" actId="478"/>
          <ac:inkMkLst>
            <pc:docMk/>
            <pc:sldMk cId="4143717754" sldId="367"/>
            <ac:inkMk id="2" creationId="{33CF284B-10D3-4E9B-9908-7E7125B08570}"/>
          </ac:inkMkLst>
        </pc:inkChg>
      </pc:sldChg>
      <pc:sldChg chg="addSp delSp modSp mod">
        <pc:chgData name="Đoàn Duy" userId="08be6bb3-9072-4436-bce6-c1162eac6ede" providerId="ADAL" clId="{A23E312D-73BE-4E73-8F3A-3961C0448EA9}" dt="2023-10-16T05:59:24.659" v="18" actId="14100"/>
        <pc:sldMkLst>
          <pc:docMk/>
          <pc:sldMk cId="1288274289" sldId="368"/>
        </pc:sldMkLst>
        <pc:picChg chg="del">
          <ac:chgData name="Đoàn Duy" userId="08be6bb3-9072-4436-bce6-c1162eac6ede" providerId="ADAL" clId="{A23E312D-73BE-4E73-8F3A-3961C0448EA9}" dt="2023-10-16T05:58:47.173" v="15" actId="478"/>
          <ac:picMkLst>
            <pc:docMk/>
            <pc:sldMk cId="1288274289" sldId="368"/>
            <ac:picMk id="2" creationId="{9996FEB3-5456-4B68-84E6-08FF75597956}"/>
          </ac:picMkLst>
        </pc:picChg>
        <pc:picChg chg="add mod">
          <ac:chgData name="Đoàn Duy" userId="08be6bb3-9072-4436-bce6-c1162eac6ede" providerId="ADAL" clId="{A23E312D-73BE-4E73-8F3A-3961C0448EA9}" dt="2023-10-16T05:59:24.659" v="18" actId="14100"/>
          <ac:picMkLst>
            <pc:docMk/>
            <pc:sldMk cId="1288274289" sldId="368"/>
            <ac:picMk id="3" creationId="{06EB0297-A7C7-04DB-6805-5C479481292C}"/>
          </ac:picMkLst>
        </pc:picChg>
      </pc:sldChg>
      <pc:sldChg chg="addSp delSp modSp mod">
        <pc:chgData name="Đoàn Duy" userId="08be6bb3-9072-4436-bce6-c1162eac6ede" providerId="ADAL" clId="{A23E312D-73BE-4E73-8F3A-3961C0448EA9}" dt="2023-10-16T06:01:04.603" v="35" actId="1076"/>
        <pc:sldMkLst>
          <pc:docMk/>
          <pc:sldMk cId="1345362325" sldId="386"/>
        </pc:sldMkLst>
        <pc:graphicFrameChg chg="add del mod">
          <ac:chgData name="Đoàn Duy" userId="08be6bb3-9072-4436-bce6-c1162eac6ede" providerId="ADAL" clId="{A23E312D-73BE-4E73-8F3A-3961C0448EA9}" dt="2023-10-16T06:00:32.269" v="23"/>
          <ac:graphicFrameMkLst>
            <pc:docMk/>
            <pc:sldMk cId="1345362325" sldId="386"/>
            <ac:graphicFrameMk id="8" creationId="{E070B7FD-41BC-4254-D223-BACC3B0A07A8}"/>
          </ac:graphicFrameMkLst>
        </pc:graphicFrameChg>
        <pc:graphicFrameChg chg="add mod modGraphic">
          <ac:chgData name="Đoàn Duy" userId="08be6bb3-9072-4436-bce6-c1162eac6ede" providerId="ADAL" clId="{A23E312D-73BE-4E73-8F3A-3961C0448EA9}" dt="2023-10-16T06:01:04.603" v="35" actId="1076"/>
          <ac:graphicFrameMkLst>
            <pc:docMk/>
            <pc:sldMk cId="1345362325" sldId="386"/>
            <ac:graphicFrameMk id="9" creationId="{E6D79FBF-5D1B-94AB-4EEB-8FA51909CB6E}"/>
          </ac:graphicFrameMkLst>
        </pc:graphicFrameChg>
        <pc:picChg chg="del">
          <ac:chgData name="Đoàn Duy" userId="08be6bb3-9072-4436-bce6-c1162eac6ede" providerId="ADAL" clId="{A23E312D-73BE-4E73-8F3A-3961C0448EA9}" dt="2023-10-16T05:59:59.806" v="19" actId="478"/>
          <ac:picMkLst>
            <pc:docMk/>
            <pc:sldMk cId="1345362325" sldId="386"/>
            <ac:picMk id="3" creationId="{A5E5202A-51AB-4F56-9883-A7E9FA94F5B1}"/>
          </ac:picMkLst>
        </pc:picChg>
        <pc:picChg chg="add del mod">
          <ac:chgData name="Đoàn Duy" userId="08be6bb3-9072-4436-bce6-c1162eac6ede" providerId="ADAL" clId="{A23E312D-73BE-4E73-8F3A-3961C0448EA9}" dt="2023-10-16T06:00:33.511" v="25"/>
          <ac:picMkLst>
            <pc:docMk/>
            <pc:sldMk cId="1345362325" sldId="386"/>
            <ac:picMk id="6" creationId="{FC65DCE3-4598-8319-D8C4-6E55CA929B8C}"/>
          </ac:picMkLst>
        </pc:picChg>
        <pc:inkChg chg="del">
          <ac:chgData name="Đoàn Duy" userId="08be6bb3-9072-4436-bce6-c1162eac6ede" providerId="ADAL" clId="{A23E312D-73BE-4E73-8F3A-3961C0448EA9}" dt="2023-10-16T05:58:43.182" v="14" actId="478"/>
          <ac:inkMkLst>
            <pc:docMk/>
            <pc:sldMk cId="1345362325" sldId="386"/>
            <ac:inkMk id="2" creationId="{3E6A35BF-7559-427E-AB5F-F9B3C97F6FB6}"/>
          </ac:inkMkLst>
        </pc:inkChg>
      </pc:sldChg>
      <pc:sldChg chg="delSp mod">
        <pc:chgData name="Đoàn Duy" userId="08be6bb3-9072-4436-bce6-c1162eac6ede" providerId="ADAL" clId="{A23E312D-73BE-4E73-8F3A-3961C0448EA9}" dt="2023-10-16T05:58:12.101" v="10" actId="478"/>
        <pc:sldMkLst>
          <pc:docMk/>
          <pc:sldMk cId="3359811326" sldId="411"/>
        </pc:sldMkLst>
        <pc:inkChg chg="del">
          <ac:chgData name="Đoàn Duy" userId="08be6bb3-9072-4436-bce6-c1162eac6ede" providerId="ADAL" clId="{A23E312D-73BE-4E73-8F3A-3961C0448EA9}" dt="2023-10-16T05:58:12.101" v="10" actId="478"/>
          <ac:inkMkLst>
            <pc:docMk/>
            <pc:sldMk cId="3359811326" sldId="411"/>
            <ac:inkMk id="3" creationId="{86FACC96-6E2F-478F-99B9-C4A05CBAC331}"/>
          </ac:inkMkLst>
        </pc:inkChg>
        <pc:inkChg chg="del">
          <ac:chgData name="Đoàn Duy" userId="08be6bb3-9072-4436-bce6-c1162eac6ede" providerId="ADAL" clId="{A23E312D-73BE-4E73-8F3A-3961C0448EA9}" dt="2023-10-16T05:58:10.398" v="9" actId="478"/>
          <ac:inkMkLst>
            <pc:docMk/>
            <pc:sldMk cId="3359811326" sldId="411"/>
            <ac:inkMk id="6" creationId="{E303E6CE-015C-483C-9839-B168D53A90FF}"/>
          </ac:inkMkLst>
        </pc:inkChg>
      </pc:sldChg>
      <pc:sldChg chg="addSp delSp modSp add mod">
        <pc:chgData name="Đoàn Duy" userId="08be6bb3-9072-4436-bce6-c1162eac6ede" providerId="ADAL" clId="{A23E312D-73BE-4E73-8F3A-3961C0448EA9}" dt="2023-10-16T05:57:55.162" v="8" actId="1076"/>
        <pc:sldMkLst>
          <pc:docMk/>
          <pc:sldMk cId="920144229" sldId="423"/>
        </pc:sldMkLst>
        <pc:spChg chg="del">
          <ac:chgData name="Đoàn Duy" userId="08be6bb3-9072-4436-bce6-c1162eac6ede" providerId="ADAL" clId="{A23E312D-73BE-4E73-8F3A-3961C0448EA9}" dt="2023-10-09T05:58:35.185" v="1" actId="478"/>
          <ac:spMkLst>
            <pc:docMk/>
            <pc:sldMk cId="920144229" sldId="423"/>
            <ac:spMk id="8" creationId="{B2FF6409-4E60-4CE2-AD9E-3EDF7577D9CF}"/>
          </ac:spMkLst>
        </pc:spChg>
        <pc:picChg chg="add del mod">
          <ac:chgData name="Đoàn Duy" userId="08be6bb3-9072-4436-bce6-c1162eac6ede" providerId="ADAL" clId="{A23E312D-73BE-4E73-8F3A-3961C0448EA9}" dt="2023-10-16T05:57:29.100" v="5" actId="478"/>
          <ac:picMkLst>
            <pc:docMk/>
            <pc:sldMk cId="920144229" sldId="423"/>
            <ac:picMk id="3" creationId="{B8B19288-423C-1E03-FDA6-48F67033A7A2}"/>
          </ac:picMkLst>
        </pc:picChg>
        <pc:picChg chg="add mod">
          <ac:chgData name="Đoàn Duy" userId="08be6bb3-9072-4436-bce6-c1162eac6ede" providerId="ADAL" clId="{A23E312D-73BE-4E73-8F3A-3961C0448EA9}" dt="2023-10-16T05:57:55.162" v="8" actId="1076"/>
          <ac:picMkLst>
            <pc:docMk/>
            <pc:sldMk cId="920144229" sldId="423"/>
            <ac:picMk id="6" creationId="{43C6B625-7C0D-4414-98DB-B535228F53EB}"/>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41815E-765A-40A8-99C6-F127D7A12C4B}" type="datetimeFigureOut">
              <a:rPr kumimoji="1" lang="ja-JP" altLang="en-US" smtClean="0"/>
              <a:t>2023/10/16</a:t>
            </a:fld>
            <a:endParaRPr kumimoji="1" lang="ja-JP" altLang="en-US"/>
          </a:p>
        </p:txBody>
      </p:sp>
      <p:sp>
        <p:nvSpPr>
          <p:cNvPr id="4" name="フッター プレースホル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96E1689-3E24-4715-81AA-F8F7237FC61E}" type="slidenum">
              <a:rPr kumimoji="1" lang="ja-JP" altLang="en-US" smtClean="0"/>
              <a:t>‹#›</a:t>
            </a:fld>
            <a:endParaRPr kumimoji="1" lang="ja-JP" altLang="en-US"/>
          </a:p>
        </p:txBody>
      </p:sp>
    </p:spTree>
    <p:extLst>
      <p:ext uri="{BB962C8B-B14F-4D97-AF65-F5344CB8AC3E}">
        <p14:creationId xmlns:p14="http://schemas.microsoft.com/office/powerpoint/2010/main" val="125425732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2-10T02:16:35.004"/>
    </inkml:context>
    <inkml:brush xml:id="br0">
      <inkml:brushProperty name="width" value="0.05292" units="cm"/>
      <inkml:brushProperty name="height" value="0.05292" units="cm"/>
      <inkml:brushProperty name="color" value="#FF0000"/>
    </inkml:brush>
  </inkml:definitions>
  <inkml:trace contextRef="#ctx0" brushRef="#br0">916 5608 17503 0,'0'0'1552'0,"0"0"-1232"0,0 0-320 0,0 0 0 15,0 0 944-15,11-5 128 0,1 1 16 0,0 1 16 16,1-1-512-16,3 2-96 0,1 0-32 0,2 1 0 16,0 0-96-16,3 0-32 0,2 2 0 0,-1-1 0 0,-1 0-336 0,0 1 0 15,0 1 0-15,1 1-128 0,0 0 128 0,0 0 0 16,-1 0 0-16,3 2-128 0,0 0 128 0,1 3 0 16,1 0 0-16,1-2 0 0,2-1 0 0,3 0 0 15,-1 1 0-15,3-1-128 0,3-2 128 0,0 2 0 16,1-3 0-16,5-2 0 0,0-2 0 0,4-2 0 15,3 0 0-15,4 0 0 0,-2-2 192 0,0 1-48 16,-2-1 0-16,-1 1 0 0,3-2 48 0,-1 0 0 16,1 2 0-16,1 2 0 0,0-1 128 0,-2 2 16 15,0-1 16-15,1 1 0 0,-3-1-96 0,2 3 0 16,2 0-16-16,1 2 0 0,3-1-80 0,0 1-16 16,-3-1 0-16,-2 1 0 0,1 1 32 0,0 1 0 0,0-2 0 0,4 0 0 15,3 0-176-15,-1-1 128 0,-1-1-128 16,-1 0 128-16,0-1-128 0,4-1 0 0,0-2 0 0,2 0 128 15,2 3-128-15,-4 0 0 0,-3-1 144 0,0 1-144 16,-1 1 0-16,0 1 128 0,1 1-128 0,0 0 0 16,2 0 128-16,-2 1-128 0,-2 1 160 0,3 1-160 15,-2-3 192-15,2 0-64 0,1 2-128 0,2 0 192 16,1-1-192-16,-1-2 128 0,-1-1-128 0,-1 1 0 16,1 1 128-16,2 1-128 0,2-1 0 0,-4 0 0 15,-2-1 0-15,-2 1 0 0,-1 2 0 0,4-2 0 16,-4-1 0-16,4 0 0 0,2 3 0 0,-2 0 0 15,-3-3 0-15,-1 0 0 0,1-1 0 0,0 0 0 16,2 2 0-16,2 1 128 0,0 2-128 0,-3-2 0 0,-1-1 128 16,1-1 0-16,0-1-128 0,1 2 192 15,3-1 0-15,2-1 0 0,2-1 0 0,0-1 0 0,-1 0 0 0,0 1-16 16,1-2 0-16,5 2 0 0,3 1-176 0,-1-1 0 16,1-2 0-16,2 2 0 0,4 2 0 0,2 2 0 15,4 0 0-15,-1 0 0 16,0 1-368-16,5 3-96 0,5 3-32 0,3 1-8656 15,-1-1-1744-15</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29T03:47:22.164"/>
    </inkml:context>
    <inkml:brush xml:id="br0">
      <inkml:brushProperty name="width" value="0.05292" units="cm"/>
      <inkml:brushProperty name="height" value="0.05292" units="cm"/>
      <inkml:brushProperty name="color" value="#FF0000"/>
    </inkml:brush>
  </inkml:definitions>
  <inkml:trace contextRef="#ctx0" brushRef="#br0">3923 2519 19919 0,'0'0'880'0,"-8"1"192"0,-1-1-864 0,1 0-208 0,0 0 0 0,2 2 0 16,6-2 720-16,-8 4 112 0,8-4 0 0,-8 3 16 15,8-3-448-15,-6 3-80 0,6-3-32 0,0 0 0 16,0 0-288-16,0 0 0 0,0 0 0 0,0 0 0 0,0 0 0 0,0 0 0 15,0 0-176-15,0 0 176 16,0 0-176-16,0 0 176 0,-3-6-160 0,3 6 160 0,0-8-176 0,0 8 176 16,5-9-192-16,1 1 192 0,-1 2 0 0,2 0 0 15,-1 2 0-15,1 0 0 0,-1-3 0 0,2 3 176 16,0-1 0-16,0 1 0 16,-2-1 160-16,2 2 48 0,-8 3 0 0,12-2 0 0,-1 0 64 0,0 1 32 15,0-1 0-15,1 1 0 0,0 0-112 0,1 1-32 16,2-1 0-16,1 1 0 0,2 0-48 0,0 0-16 15,-1 0 0-15,1 0 0 0,-2-1-80 0,1 1-32 16,-1 0 0-16,-1 0 0 0,0 0 0 0,-2 2 0 16,-1 0 0-16,1 2 0 0,0-2 80 0,3 0 16 0,-1 1 0 0,0 1 0 15,1 0 0-15,1 1 0 0,-1-1 0 0,1-2 0 16,-1 0-64-16,3-1 0 0,3-1 0 0,-1-1 0 16,-3 0-48-16,1-1-16 0,1 0 0 0,0-1 0 15,-1-1-128-15,1 2 192 0,-1 0-192 0,0-1 192 16,-2-1-192-16,0 0 160 0,-2-1-160 0,1 1 160 15,-3 0-160-15,2 0 192 0,-1 0-192 0,1 0 192 16,-2-2-192-16,3 1 192 0,0 0-192 0,0 0 192 16,1-2-192-16,2 2 0 0,-1-1 144 0,3-2-144 15,-2 2 0-15,0-2 0 0,-2 0 0 0,1 1 0 16,0-2 0-16,0 1 128 0,0 2-128 0,-1-1 0 16,1 1 192-16,-3 3-48 0,1 0 0 0,-1 0 0 15,0-1 128-15,2 2 32 0,-1 1 0 0,1 1 0 16,-5 1-304-16,0 0 0 0,0 0 128 0,1 0-128 15,2 0 0-15,-2 3 160 0,1 0-160 0,1-1 128 0,-2 0-128 0,2 0 0 16,3 0 144-16,-2 1-144 0,2-1 0 0,1 2 144 16,-2-2-144-16,2-1 0 0,1 0 128 0,1-1-128 15,-1 0 0-15,1 1 0 0,-1 1 0 0,0-2 0 16,1-1 128-16,-2 1-128 0,-1 0 0 0,1 0 0 16,0-1 0-16,-1 0 0 0,1-1 0 0,0 1 0 15,-1-1 0-15,1-1 0 0,-1-2 128 0,0 1-128 16,1-1 0-16,2 0 0 0,0 2 144 0,1 0-144 15,-2 0 0-15,3-1 144 0,-2 1-144 0,1 0 0 16,-1 2 0-16,0-1 0 0,-1 0 0 0,-1 1 0 16,-1 2 0-16,-2 0 0 0,1-1 0 0,-2 2 0 0,-2-1 0 15,1 0 0-15,-1 0 128 0,-1 1-128 16,0 1 0-16,1 0 128 0,1-2-128 0,2 1 192 0,0-2-192 16,1 0 192-16,-1 1-192 0,3 0 0 0,0 0 144 0,1-1-144 15,-2-1 0-15,2 0 0 0,0-1 0 0,0 1 0 16,-2 0 0-16,1 3 0 0,0-1 0 0,-2-1 0 15,0 0 0-15,-2 0 0 0,1 1 0 0,-1 0 0 16,-1 0 0-16,2 0 0 0,-2 0 0 0,0 0 128 16,1-1-128-16,0 3 192 0,0-3-64 0,4 0 0 15,-1-1 16-15,-1 0 16 0,2-1 0 0,-1 1 0 16,1-1-160-16,2-3 0 0,1 2 144 0,3 1-144 16,0-1 0-16,2 1-256 0,4-2 32 0,1 3-11360 15,2 2-2288-15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DC1322-60E5-4FB1-AE3F-C5810C4969C1}" type="datetimeFigureOut">
              <a:rPr kumimoji="1" lang="ja-JP" altLang="en-US" smtClean="0"/>
              <a:pPr/>
              <a:t>2023/10/16</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9D7235-7D46-4FEA-A007-68D1C591E286}" type="slidenum">
              <a:rPr kumimoji="1" lang="ja-JP" altLang="en-US" smtClean="0"/>
              <a:pPr/>
              <a:t>‹#›</a:t>
            </a:fld>
            <a:endParaRPr kumimoji="1" lang="ja-JP" altLang="en-US"/>
          </a:p>
        </p:txBody>
      </p:sp>
    </p:spTree>
    <p:extLst>
      <p:ext uri="{BB962C8B-B14F-4D97-AF65-F5344CB8AC3E}">
        <p14:creationId xmlns:p14="http://schemas.microsoft.com/office/powerpoint/2010/main" val="27187525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22</a:t>
            </a:fld>
            <a:endParaRPr kumimoji="1" lang="ja-JP" altLang="en-US"/>
          </a:p>
        </p:txBody>
      </p:sp>
    </p:spTree>
    <p:extLst>
      <p:ext uri="{BB962C8B-B14F-4D97-AF65-F5344CB8AC3E}">
        <p14:creationId xmlns:p14="http://schemas.microsoft.com/office/powerpoint/2010/main" val="3161811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51</a:t>
            </a:fld>
            <a:endParaRPr kumimoji="1" lang="ja-JP" altLang="en-US"/>
          </a:p>
        </p:txBody>
      </p:sp>
    </p:spTree>
    <p:extLst>
      <p:ext uri="{BB962C8B-B14F-4D97-AF65-F5344CB8AC3E}">
        <p14:creationId xmlns:p14="http://schemas.microsoft.com/office/powerpoint/2010/main" val="5613900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37902" name="Picture 14" descr="OFDM"/>
          <p:cNvPicPr>
            <a:picLocks noChangeAspect="1" noChangeArrowheads="1"/>
          </p:cNvPicPr>
          <p:nvPr/>
        </p:nvPicPr>
        <p:blipFill>
          <a:blip r:embed="rId2" cstate="print"/>
          <a:srcRect/>
          <a:stretch>
            <a:fillRect/>
          </a:stretch>
        </p:blipFill>
        <p:spPr bwMode="auto">
          <a:xfrm>
            <a:off x="0" y="4654550"/>
            <a:ext cx="9144000" cy="1485900"/>
          </a:xfrm>
          <a:prstGeom prst="rect">
            <a:avLst/>
          </a:prstGeom>
          <a:noFill/>
        </p:spPr>
      </p:pic>
      <p:sp>
        <p:nvSpPr>
          <p:cNvPr id="37892" name="Rectangle 4"/>
          <p:cNvSpPr>
            <a:spLocks noGrp="1" noChangeArrowheads="1"/>
          </p:cNvSpPr>
          <p:nvPr>
            <p:ph type="ctrTitle" hasCustomPrompt="1"/>
          </p:nvPr>
        </p:nvSpPr>
        <p:spPr>
          <a:xfrm>
            <a:off x="684213" y="2133600"/>
            <a:ext cx="7772400" cy="1470025"/>
          </a:xfrm>
        </p:spPr>
        <p:txBody>
          <a:bodyPr/>
          <a:lstStyle>
            <a:lvl1pPr algn="ctr">
              <a:defRPr kumimoji="0" baseline="0"/>
            </a:lvl1pPr>
          </a:lstStyle>
          <a:p>
            <a:r>
              <a:rPr lang="en-US" altLang="ja-JP" dirty="0"/>
              <a:t>Master Presentation Title Format</a:t>
            </a:r>
            <a:endParaRPr lang="ja-JP" altLang="ja-JP" dirty="0"/>
          </a:p>
        </p:txBody>
      </p:sp>
      <p:sp>
        <p:nvSpPr>
          <p:cNvPr id="37900" name="Rectangle 12"/>
          <p:cNvSpPr>
            <a:spLocks noChangeArrowheads="1"/>
          </p:cNvSpPr>
          <p:nvPr/>
        </p:nvSpPr>
        <p:spPr bwMode="auto">
          <a:xfrm flipH="1">
            <a:off x="0" y="4652963"/>
            <a:ext cx="9144000" cy="1560512"/>
          </a:xfrm>
          <a:prstGeom prst="rect">
            <a:avLst/>
          </a:prstGeom>
          <a:solidFill>
            <a:schemeClr val="bg1">
              <a:alpha val="30000"/>
            </a:schemeClr>
          </a:solidFill>
          <a:ln w="9525">
            <a:noFill/>
            <a:miter lim="800000"/>
            <a:headEnd/>
            <a:tailEnd/>
          </a:ln>
          <a:effectLst/>
        </p:spPr>
        <p:txBody>
          <a:bodyPr wrap="none" anchor="ctr"/>
          <a:lstStyle/>
          <a:p>
            <a:endParaRPr lang="ja-JP" altLang="en-US"/>
          </a:p>
        </p:txBody>
      </p:sp>
      <p:sp>
        <p:nvSpPr>
          <p:cNvPr id="37893" name="Rectangle 5"/>
          <p:cNvSpPr>
            <a:spLocks noGrp="1" noChangeArrowheads="1"/>
          </p:cNvSpPr>
          <p:nvPr>
            <p:ph type="subTitle" idx="1" hasCustomPrompt="1"/>
          </p:nvPr>
        </p:nvSpPr>
        <p:spPr>
          <a:xfrm>
            <a:off x="1371600" y="3886200"/>
            <a:ext cx="6400800" cy="1752600"/>
          </a:xfrm>
        </p:spPr>
        <p:txBody>
          <a:bodyPr/>
          <a:lstStyle>
            <a:lvl1pPr marL="0" indent="0" algn="ctr">
              <a:buFont typeface="Wingdings" pitchFamily="2" charset="2"/>
              <a:buNone/>
              <a:defRPr baseline="0"/>
            </a:lvl1pPr>
          </a:lstStyle>
          <a:p>
            <a:r>
              <a:rPr lang="en-US" altLang="ja-JP" dirty="0"/>
              <a:t>Master Presentation Sub-Title Format</a:t>
            </a:r>
            <a:endParaRPr lang="ja-JP" altLang="ja-JP" dirty="0"/>
          </a:p>
        </p:txBody>
      </p:sp>
      <p:sp>
        <p:nvSpPr>
          <p:cNvPr id="3" name="Date Placeholder 2"/>
          <p:cNvSpPr>
            <a:spLocks noGrp="1"/>
          </p:cNvSpPr>
          <p:nvPr>
            <p:ph type="dt" sz="half" idx="10"/>
          </p:nvPr>
        </p:nvSpPr>
        <p:spPr/>
        <p:txBody>
          <a:bodyPr/>
          <a:lstStyle/>
          <a:p>
            <a:fld id="{6F52207E-8A09-4FC6-83E9-3D1773E47D00}" type="datetime1">
              <a:rPr kumimoji="1" lang="en-US" altLang="ja-JP" smtClean="0"/>
              <a:t>10/16/2023</a:t>
            </a:fld>
            <a:endParaRPr kumimoji="1" lang="ja-JP" altLang="en-US"/>
          </a:p>
        </p:txBody>
      </p:sp>
      <p:sp>
        <p:nvSpPr>
          <p:cNvPr id="4" name="Footer Placeholder 3"/>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6" y="10715"/>
            <a:ext cx="1762101" cy="1762101"/>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68344" y="72008"/>
            <a:ext cx="1362874" cy="1628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a:lvl1pPr>
          </a:lstStyle>
          <a:p>
            <a:r>
              <a:rPr lang="en-US" altLang="ja-JP" dirty="0"/>
              <a:t>Master Slide Title Format</a:t>
            </a:r>
            <a:endParaRPr lang="ja-JP" altLang="en-US" dirty="0"/>
          </a:p>
        </p:txBody>
      </p:sp>
      <p:sp>
        <p:nvSpPr>
          <p:cNvPr id="3" name="コンテンツ プレースホルダ 2"/>
          <p:cNvSpPr>
            <a:spLocks noGrp="1"/>
          </p:cNvSpPr>
          <p:nvPr>
            <p:ph idx="1" hasCustomPrompt="1"/>
          </p:nvPr>
        </p:nvSpPr>
        <p:spPr/>
        <p:txBody>
          <a:bodyPr/>
          <a:lstStyle>
            <a:lvl1pPr algn="just">
              <a:defRPr sz="2600"/>
            </a:lvl1pPr>
            <a:lvl2pPr algn="just">
              <a:defRPr baseline="0"/>
            </a:lvl2pPr>
            <a:lvl3pPr algn="just">
              <a:defRPr sz="2200" baseline="0"/>
            </a:lvl3pPr>
            <a:lvl4pPr algn="just">
              <a:defRPr sz="2000" baseline="0"/>
            </a:lvl4pPr>
            <a:lvl5pPr>
              <a:defRPr baseline="0"/>
            </a:lvl5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4" name="日付プレースホルダ 3"/>
          <p:cNvSpPr>
            <a:spLocks noGrp="1"/>
          </p:cNvSpPr>
          <p:nvPr>
            <p:ph type="dt" sz="half" idx="10"/>
          </p:nvPr>
        </p:nvSpPr>
        <p:spPr/>
        <p:txBody>
          <a:bodyPr/>
          <a:lstStyle>
            <a:lvl1pPr>
              <a:defRPr/>
            </a:lvl1pPr>
          </a:lstStyle>
          <a:p>
            <a:fld id="{F7681EE8-9FE2-425D-8FB4-74C399BDEDA0}" type="datetime1">
              <a:rPr kumimoji="1" lang="en-US" altLang="ja-JP" smtClean="0"/>
              <a:t>10/16/2023</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7"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BAD0F7-3350-4E06-B588-1E0EA9C9F1FB}" type="datetime1">
              <a:rPr kumimoji="1" lang="en-US" altLang="ja-JP" smtClean="0"/>
              <a:t>10/16/2023</a:t>
            </a:fld>
            <a:endParaRPr kumimoji="1" lang="ja-JP" altLang="en-US"/>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sp>
        <p:nvSpPr>
          <p:cNvPr id="6"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extLst>
      <p:ext uri="{BB962C8B-B14F-4D97-AF65-F5344CB8AC3E}">
        <p14:creationId xmlns:p14="http://schemas.microsoft.com/office/powerpoint/2010/main" val="2277760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22313" y="4406900"/>
            <a:ext cx="7772400" cy="1362075"/>
          </a:xfrm>
        </p:spPr>
        <p:txBody>
          <a:bodyPr anchor="t"/>
          <a:lstStyle>
            <a:lvl1pPr algn="l">
              <a:defRPr sz="4000" b="0" cap="all" baseline="0"/>
            </a:lvl1pPr>
          </a:lstStyle>
          <a:p>
            <a:r>
              <a:rPr lang="en-US" altLang="ja-JP" dirty="0"/>
              <a:t>Master Slide Title Format</a:t>
            </a:r>
            <a:endParaRPr lang="ja-JP" altLang="en-US" dirty="0"/>
          </a:p>
        </p:txBody>
      </p:sp>
      <p:sp>
        <p:nvSpPr>
          <p:cNvPr id="3" name="テキスト プレースホルダ 2"/>
          <p:cNvSpPr>
            <a:spLocks noGrp="1"/>
          </p:cNvSpPr>
          <p:nvPr>
            <p:ph type="body" idx="1" hasCustomPrompt="1"/>
          </p:nvPr>
        </p:nvSpPr>
        <p:spPr>
          <a:xfrm>
            <a:off x="722313" y="2906713"/>
            <a:ext cx="7772400" cy="1500187"/>
          </a:xfrm>
        </p:spPr>
        <p:txBody>
          <a:bodyPr anchor="b"/>
          <a:lstStyle>
            <a:lvl1pPr marL="0" indent="0">
              <a:buNone/>
              <a:defRPr sz="2000" baseline="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Master Slide Content Format</a:t>
            </a:r>
            <a:endParaRPr lang="ja-JP" altLang="en-US" dirty="0"/>
          </a:p>
        </p:txBody>
      </p:sp>
      <p:sp>
        <p:nvSpPr>
          <p:cNvPr id="4" name="日付プレースホルダ 3"/>
          <p:cNvSpPr>
            <a:spLocks noGrp="1"/>
          </p:cNvSpPr>
          <p:nvPr>
            <p:ph type="dt" sz="half" idx="10"/>
          </p:nvPr>
        </p:nvSpPr>
        <p:spPr/>
        <p:txBody>
          <a:bodyPr/>
          <a:lstStyle>
            <a:lvl1pPr>
              <a:defRPr/>
            </a:lvl1pPr>
          </a:lstStyle>
          <a:p>
            <a:fld id="{E47B8097-A83C-4868-B5B8-F5134B7BBCC6}" type="datetime1">
              <a:rPr kumimoji="1" lang="en-US" altLang="ja-JP" smtClean="0"/>
              <a:t>10/16/2023</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8"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lang="en-US" altLang="ja-JP" dirty="0"/>
              <a:t>Master Slide Title Format</a:t>
            </a:r>
            <a:endParaRPr lang="ja-JP" altLang="en-US" dirty="0"/>
          </a:p>
        </p:txBody>
      </p:sp>
      <p:sp>
        <p:nvSpPr>
          <p:cNvPr id="3" name="コンテンツ プレースホルダ 2"/>
          <p:cNvSpPr>
            <a:spLocks noGrp="1"/>
          </p:cNvSpPr>
          <p:nvPr>
            <p:ph sz="half" idx="1" hasCustomPrompt="1"/>
          </p:nvPr>
        </p:nvSpPr>
        <p:spPr>
          <a:xfrm>
            <a:off x="468313" y="1628775"/>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5" name="日付プレースホルダ 4"/>
          <p:cNvSpPr>
            <a:spLocks noGrp="1"/>
          </p:cNvSpPr>
          <p:nvPr>
            <p:ph type="dt" sz="half" idx="10"/>
          </p:nvPr>
        </p:nvSpPr>
        <p:spPr/>
        <p:txBody>
          <a:bodyPr/>
          <a:lstStyle>
            <a:lvl1pPr>
              <a:defRPr/>
            </a:lvl1pPr>
          </a:lstStyle>
          <a:p>
            <a:fld id="{BA136E8E-48A6-4CCA-8C49-35959C36CF6D}" type="datetime1">
              <a:rPr kumimoji="1" lang="en-US" altLang="ja-JP" smtClean="0"/>
              <a:t>10/16/2023</a:t>
            </a:fld>
            <a:endParaRPr kumimoji="1" lang="ja-JP" altLang="en-US"/>
          </a:p>
        </p:txBody>
      </p:sp>
      <p:sp>
        <p:nvSpPr>
          <p:cNvPr id="7" name="スライド番号プレースホルダ 6"/>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9" name="コンテンツ プレースホルダ 2"/>
          <p:cNvSpPr>
            <a:spLocks noGrp="1"/>
          </p:cNvSpPr>
          <p:nvPr>
            <p:ph sz="half" idx="13" hasCustomPrompt="1"/>
          </p:nvPr>
        </p:nvSpPr>
        <p:spPr>
          <a:xfrm>
            <a:off x="4709864" y="1628800"/>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 name="Footer Placeholder 3"/>
          <p:cNvSpPr>
            <a:spLocks noGrp="1"/>
          </p:cNvSpPr>
          <p:nvPr>
            <p:ph type="ftr" sz="quarter" idx="11"/>
          </p:nvPr>
        </p:nvSpPr>
        <p:spPr>
          <a:xfrm>
            <a:off x="1762101" y="6524625"/>
            <a:ext cx="5618212" cy="288925"/>
          </a:xfrm>
        </p:spPr>
        <p:txBody>
          <a:bodyPr/>
          <a:lstStyle/>
          <a:p>
            <a:r>
              <a:rPr kumimoji="1" lang="en-US" altLang="ja-JP"/>
              <a:t>Copyrights 2020 CE-UIT . All Rights Reserved.</a:t>
            </a:r>
            <a:endParaRPr kumimoji="1"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5" name="Picture 41" descr="OFDM"/>
          <p:cNvPicPr>
            <a:picLocks noChangeAspect="1" noChangeArrowheads="1"/>
          </p:cNvPicPr>
          <p:nvPr/>
        </p:nvPicPr>
        <p:blipFill>
          <a:blip r:embed="rId7" cstate="print"/>
          <a:srcRect/>
          <a:stretch>
            <a:fillRect/>
          </a:stretch>
        </p:blipFill>
        <p:spPr bwMode="auto">
          <a:xfrm>
            <a:off x="179388" y="84138"/>
            <a:ext cx="7983537" cy="1296987"/>
          </a:xfrm>
          <a:prstGeom prst="rect">
            <a:avLst/>
          </a:prstGeom>
          <a:noFill/>
        </p:spPr>
      </p:pic>
      <p:sp>
        <p:nvSpPr>
          <p:cNvPr id="1066" name="Rectangle 42"/>
          <p:cNvSpPr>
            <a:spLocks noChangeArrowheads="1"/>
          </p:cNvSpPr>
          <p:nvPr/>
        </p:nvSpPr>
        <p:spPr bwMode="auto">
          <a:xfrm>
            <a:off x="0" y="44450"/>
            <a:ext cx="8640763" cy="1296988"/>
          </a:xfrm>
          <a:prstGeom prst="rect">
            <a:avLst/>
          </a:prstGeom>
          <a:solidFill>
            <a:schemeClr val="bg1">
              <a:alpha val="60001"/>
            </a:schemeClr>
          </a:solidFill>
          <a:ln w="9525">
            <a:noFill/>
            <a:miter lim="800000"/>
            <a:headEnd/>
            <a:tailEnd/>
          </a:ln>
          <a:effectLst/>
        </p:spPr>
        <p:txBody>
          <a:bodyPr wrap="none" anchor="ctr"/>
          <a:lstStyle/>
          <a:p>
            <a:endParaRPr lang="ja-JP" altLang="en-US">
              <a:latin typeface="Times New Roman" pitchFamily="18" charset="0"/>
              <a:cs typeface="Times New Roman" pitchFamily="18" charset="0"/>
            </a:endParaRPr>
          </a:p>
        </p:txBody>
      </p:sp>
      <p:sp>
        <p:nvSpPr>
          <p:cNvPr id="1026" name="Rectangle 2"/>
          <p:cNvSpPr>
            <a:spLocks noGrp="1" noChangeArrowheads="1"/>
          </p:cNvSpPr>
          <p:nvPr>
            <p:ph type="title"/>
          </p:nvPr>
        </p:nvSpPr>
        <p:spPr bwMode="auto">
          <a:xfrm>
            <a:off x="1331913" y="287338"/>
            <a:ext cx="7354887" cy="6933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ja-JP" dirty="0"/>
              <a:t>Master Slide Title Format</a:t>
            </a:r>
            <a:endParaRPr lang="ja-JP" altLang="en-US" dirty="0"/>
          </a:p>
        </p:txBody>
      </p:sp>
      <p:sp>
        <p:nvSpPr>
          <p:cNvPr id="1027" name="Rectangle 3"/>
          <p:cNvSpPr>
            <a:spLocks noGrp="1" noChangeArrowheads="1"/>
          </p:cNvSpPr>
          <p:nvPr>
            <p:ph type="body" idx="1"/>
          </p:nvPr>
        </p:nvSpPr>
        <p:spPr bwMode="auto">
          <a:xfrm>
            <a:off x="251520" y="1412776"/>
            <a:ext cx="8640960" cy="48245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28" name="Rectangle 4"/>
          <p:cNvSpPr>
            <a:spLocks noGrp="1" noChangeArrowheads="1"/>
          </p:cNvSpPr>
          <p:nvPr>
            <p:ph type="dt" sz="half" idx="2"/>
          </p:nvPr>
        </p:nvSpPr>
        <p:spPr bwMode="auto">
          <a:xfrm>
            <a:off x="251520" y="6525344"/>
            <a:ext cx="2133600" cy="2882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imes New Roman" pitchFamily="18" charset="0"/>
                <a:cs typeface="Times New Roman" pitchFamily="18" charset="0"/>
              </a:defRPr>
            </a:lvl1pPr>
          </a:lstStyle>
          <a:p>
            <a:fld id="{547C34CA-7153-4941-88F2-C5EB28E4F17F}" type="datetime1">
              <a:rPr kumimoji="1" lang="en-US" altLang="ja-JP" smtClean="0"/>
              <a:t>10/16/2023</a:t>
            </a:fld>
            <a:endParaRPr kumimoji="1" lang="ja-JP" altLang="en-US"/>
          </a:p>
        </p:txBody>
      </p:sp>
      <p:sp>
        <p:nvSpPr>
          <p:cNvPr id="1029" name="Rectangle 5"/>
          <p:cNvSpPr>
            <a:spLocks noGrp="1" noChangeArrowheads="1"/>
          </p:cNvSpPr>
          <p:nvPr>
            <p:ph type="ftr" sz="quarter" idx="3"/>
          </p:nvPr>
        </p:nvSpPr>
        <p:spPr bwMode="auto">
          <a:xfrm>
            <a:off x="1762101" y="6524625"/>
            <a:ext cx="5618212"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0" sz="1000">
                <a:latin typeface="Times New Roman" pitchFamily="18" charset="0"/>
                <a:cs typeface="Times New Roman" pitchFamily="18" charset="0"/>
              </a:defRPr>
            </a:lvl1pPr>
          </a:lstStyle>
          <a:p>
            <a:r>
              <a:rPr kumimoji="1" lang="en-US" altLang="ja-JP"/>
              <a:t>Copyrights 2017 CE-UIT. All Rights Reserved.</a:t>
            </a:r>
            <a:endParaRPr kumimoji="1" lang="ja-JP" altLang="en-US" dirty="0"/>
          </a:p>
        </p:txBody>
      </p:sp>
      <p:sp>
        <p:nvSpPr>
          <p:cNvPr id="1030" name="Rectangle 6"/>
          <p:cNvSpPr>
            <a:spLocks noGrp="1" noChangeArrowheads="1"/>
          </p:cNvSpPr>
          <p:nvPr>
            <p:ph type="sldNum" sz="quarter" idx="4"/>
          </p:nvPr>
        </p:nvSpPr>
        <p:spPr bwMode="auto">
          <a:xfrm>
            <a:off x="7139880" y="6524625"/>
            <a:ext cx="1752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Times New Roman" pitchFamily="18" charset="0"/>
                <a:cs typeface="Times New Roman" pitchFamily="18" charset="0"/>
              </a:defRPr>
            </a:lvl1pPr>
          </a:lstStyle>
          <a:p>
            <a:fld id="{800C8475-47C1-49C9-BEE5-594F8CF4D71F}" type="slidenum">
              <a:rPr kumimoji="1" lang="ja-JP" altLang="en-US" smtClean="0"/>
              <a:pPr/>
              <a:t>‹#›</a:t>
            </a:fld>
            <a:endParaRPr kumimoji="1" lang="ja-JP" altLang="en-US"/>
          </a:p>
        </p:txBody>
      </p:sp>
      <p:sp>
        <p:nvSpPr>
          <p:cNvPr id="1052" name="Line 28"/>
          <p:cNvSpPr>
            <a:spLocks noChangeShapeType="1"/>
          </p:cNvSpPr>
          <p:nvPr/>
        </p:nvSpPr>
        <p:spPr bwMode="auto">
          <a:xfrm>
            <a:off x="144463" y="1123680"/>
            <a:ext cx="8496300" cy="0"/>
          </a:xfrm>
          <a:prstGeom prst="line">
            <a:avLst/>
          </a:prstGeom>
          <a:noFill/>
          <a:ln w="9525">
            <a:solidFill>
              <a:srgbClr val="3366CC"/>
            </a:solidFill>
            <a:round/>
            <a:headEnd/>
            <a:tailEnd/>
          </a:ln>
          <a:effectLst/>
        </p:spPr>
        <p:txBody>
          <a:bodyPr/>
          <a:lstStyle/>
          <a:p>
            <a:endParaRPr lang="ja-JP" altLang="en-US" dirty="0">
              <a:latin typeface="Times New Roman" pitchFamily="18" charset="0"/>
              <a:cs typeface="Times New Roman" pitchFamily="18" charset="0"/>
            </a:endParaRPr>
          </a:p>
        </p:txBody>
      </p:sp>
      <p:pic>
        <p:nvPicPr>
          <p:cNvPr id="3" name="Picture 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7504" y="1592"/>
            <a:ext cx="1116507" cy="111650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Lst>
  <p:hf hdr="0"/>
  <p:txStyles>
    <p:titleStyle>
      <a:lvl1pPr algn="l" rtl="0" eaLnBrk="1" fontAlgn="base" hangingPunct="1">
        <a:spcBef>
          <a:spcPct val="0"/>
        </a:spcBef>
        <a:spcAft>
          <a:spcPct val="0"/>
        </a:spcAft>
        <a:defRPr kumimoji="1" sz="3200" baseline="0">
          <a:solidFill>
            <a:srgbClr val="3366CC"/>
          </a:solidFill>
          <a:latin typeface="Times New Roman" pitchFamily="18" charset="0"/>
          <a:ea typeface="+mj-ea"/>
          <a:cs typeface="Times New Roman" pitchFamily="18" charset="0"/>
        </a:defRPr>
      </a:lvl1pPr>
      <a:lvl2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2pPr>
      <a:lvl3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3pPr>
      <a:lvl4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4pPr>
      <a:lvl5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5pPr>
      <a:lvl6pPr marL="4572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6pPr>
      <a:lvl7pPr marL="9144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7pPr>
      <a:lvl8pPr marL="13716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8pPr>
      <a:lvl9pPr marL="18288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9pPr>
    </p:titleStyle>
    <p:body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uyd@ui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hyperlink" Target="http://en.wikipedia.org/wiki/Computer_science" TargetMode="External"/><Relationship Id="rId2" Type="http://schemas.openxmlformats.org/officeDocument/2006/relationships/hyperlink" Target="http://en.wikipedia.org/wiki/Electrical_engineering" TargetMode="External"/><Relationship Id="rId1" Type="http://schemas.openxmlformats.org/officeDocument/2006/relationships/slideLayout" Target="../slideLayouts/slideLayout2.xml"/><Relationship Id="rId5" Type="http://schemas.openxmlformats.org/officeDocument/2006/relationships/hyperlink" Target="http://en.wikipedia.org/wiki/Software_design" TargetMode="External"/><Relationship Id="rId4" Type="http://schemas.openxmlformats.org/officeDocument/2006/relationships/hyperlink" Target="http://en.wikipedia.org/wiki/Electronic_enginee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jp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35.gif"/><Relationship Id="rId7" Type="http://schemas.openxmlformats.org/officeDocument/2006/relationships/image" Target="../media/image39.jpe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png"/><Relationship Id="rId4" Type="http://schemas.openxmlformats.org/officeDocument/2006/relationships/image" Target="../media/image36.jpeg"/><Relationship Id="rId9" Type="http://schemas.openxmlformats.org/officeDocument/2006/relationships/image" Target="../media/image50.png"/></Relationships>
</file>

<file path=ppt/slides/_rels/slide26.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image" Target="../media/image41.emf"/><Relationship Id="rId7" Type="http://schemas.openxmlformats.org/officeDocument/2006/relationships/image" Target="../media/image45.emf"/><Relationship Id="rId2" Type="http://schemas.openxmlformats.org/officeDocument/2006/relationships/image" Target="../media/image40.emf"/><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image" Target="../media/image4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54.jpeg"/><Relationship Id="rId13" Type="http://schemas.openxmlformats.org/officeDocument/2006/relationships/image" Target="../media/image59.png"/><Relationship Id="rId3" Type="http://schemas.openxmlformats.org/officeDocument/2006/relationships/image" Target="../media/image48.jpeg"/><Relationship Id="rId7" Type="http://schemas.openxmlformats.org/officeDocument/2006/relationships/image" Target="../media/image53.tmp"/><Relationship Id="rId12" Type="http://schemas.openxmlformats.org/officeDocument/2006/relationships/image" Target="../media/image5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2.jp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tmp"/><Relationship Id="rId4" Type="http://schemas.openxmlformats.org/officeDocument/2006/relationships/image" Target="../media/image49.jpeg"/><Relationship Id="rId9" Type="http://schemas.openxmlformats.org/officeDocument/2006/relationships/image" Target="../media/image5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taichinhdientu.vn/tai-chinh-trong-nuoc/wistron-mo-nha-may-10-trieu-usd-tai-viet-nam-7588.html" TargetMode="External"/><Relationship Id="rId2" Type="http://schemas.openxmlformats.org/officeDocument/2006/relationships/hyperlink" Target="https://baodautu.vn/pegatron-dau-tu-1-ty-usd-vao-viet-nam-d129890.html" TargetMode="External"/><Relationship Id="rId1" Type="http://schemas.openxmlformats.org/officeDocument/2006/relationships/slideLayout" Target="../slideLayouts/slideLayout2.xml"/><Relationship Id="rId4" Type="http://schemas.openxmlformats.org/officeDocument/2006/relationships/hyperlink" Target="https://nhipcaudautu.vn/kinh-doanh/luxshare-ict-o-at-tuyen-nhan-su-tai-viet-nam-333555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60.jpe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59.png"/><Relationship Id="rId4" Type="http://schemas.openxmlformats.org/officeDocument/2006/relationships/image" Target="../media/image55.jpeg"/></Relationships>
</file>

<file path=ppt/slides/_rels/slide48.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jpeg"/></Relationships>
</file>

<file path=ppt/slides/_rels/slide5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02386" y="2098316"/>
            <a:ext cx="8609013" cy="1470025"/>
          </a:xfrm>
        </p:spPr>
        <p:txBody>
          <a:bodyPr/>
          <a:lstStyle/>
          <a:p>
            <a:r>
              <a:rPr kumimoji="1" lang="en-US" altLang="ja-JP" b="1">
                <a:solidFill>
                  <a:srgbClr val="FF9933"/>
                </a:solidFill>
              </a:rPr>
              <a:t>NGÀNH KỸ THUẬT MÁY TÍNH</a:t>
            </a:r>
            <a:endParaRPr kumimoji="1" lang="ja-JP" altLang="en-US" b="1" dirty="0">
              <a:solidFill>
                <a:srgbClr val="FF9933"/>
              </a:solidFill>
            </a:endParaRPr>
          </a:p>
        </p:txBody>
      </p:sp>
      <p:sp>
        <p:nvSpPr>
          <p:cNvPr id="3" name="サブタイトル 2"/>
          <p:cNvSpPr>
            <a:spLocks noGrp="1"/>
          </p:cNvSpPr>
          <p:nvPr>
            <p:ph type="subTitle" idx="1"/>
          </p:nvPr>
        </p:nvSpPr>
        <p:spPr>
          <a:xfrm>
            <a:off x="1371600" y="3886200"/>
            <a:ext cx="6400800" cy="533400"/>
          </a:xfrm>
        </p:spPr>
        <p:txBody>
          <a:bodyPr/>
          <a:lstStyle/>
          <a:p>
            <a:r>
              <a:rPr lang="en-US" altLang="ja-JP"/>
              <a:t>TS. Đoàn Duy, Email: </a:t>
            </a:r>
            <a:r>
              <a:rPr lang="en-US" altLang="ja-JP">
                <a:hlinkClick r:id="rId2"/>
              </a:rPr>
              <a:t>duyd@uit.edu.vn</a:t>
            </a:r>
            <a:endParaRPr lang="en-US" altLang="ja-JP"/>
          </a:p>
          <a:p>
            <a:fld id="{3019FD15-5EE1-4E5A-941E-E175ED3BA472}" type="datetime1">
              <a:rPr lang="en-US" altLang="ja-JP" smtClean="0"/>
              <a:t>10/16/2023</a:t>
            </a:fld>
            <a:endParaRPr lang="en-US" altLang="ja-JP" dirty="0"/>
          </a:p>
        </p:txBody>
      </p:sp>
      <p:sp>
        <p:nvSpPr>
          <p:cNvPr id="4" name="日付プレースホルダ 3"/>
          <p:cNvSpPr>
            <a:spLocks noGrp="1"/>
          </p:cNvSpPr>
          <p:nvPr>
            <p:ph type="dt" sz="half" idx="10"/>
          </p:nvPr>
        </p:nvSpPr>
        <p:spPr>
          <a:xfrm>
            <a:off x="251520" y="6525344"/>
            <a:ext cx="2133600" cy="288206"/>
          </a:xfrm>
        </p:spPr>
        <p:txBody>
          <a:bodyPr/>
          <a:lstStyle/>
          <a:p>
            <a:fld id="{0DA31E94-D226-4D30-9A93-5BB7AC33FD00}" type="datetime1">
              <a:rPr kumimoji="1" lang="en-US" altLang="ja-JP" smtClean="0"/>
              <a:t>10/16/2023</a:t>
            </a:fld>
            <a:endParaRPr kumimoji="1" lang="ja-JP" altLang="en-US" dirty="0"/>
          </a:p>
        </p:txBody>
      </p:sp>
      <p:sp>
        <p:nvSpPr>
          <p:cNvPr id="5" name="フッター プレースホルダ 4"/>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
        <p:nvSpPr>
          <p:cNvPr id="6" name="スライド番号プレースホルダ 5"/>
          <p:cNvSpPr>
            <a:spLocks noGrp="1"/>
          </p:cNvSpPr>
          <p:nvPr>
            <p:ph type="sldNum" sz="quarter" idx="12"/>
          </p:nvPr>
        </p:nvSpPr>
        <p:spPr>
          <a:xfrm>
            <a:off x="7139880" y="6524625"/>
            <a:ext cx="1752600" cy="288925"/>
          </a:xfrm>
        </p:spPr>
        <p:txBody>
          <a:bodyPr/>
          <a:lstStyle/>
          <a:p>
            <a:fld id="{800C8475-47C1-49C9-BEE5-594F8CF4D71F}" type="slidenum">
              <a:rPr kumimoji="1" lang="ja-JP" altLang="en-US" smtClean="0"/>
              <a:pPr/>
              <a:t>1</a:t>
            </a:fld>
            <a:endParaRPr kumimoji="1"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Mục tiêu</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8030EF7F-B37B-46B6-8B81-FD1F794723A6}"/>
              </a:ext>
            </a:extLst>
          </p:cNvPr>
          <p:cNvSpPr txBox="1"/>
          <p:nvPr/>
        </p:nvSpPr>
        <p:spPr>
          <a:xfrm>
            <a:off x="738409" y="1752600"/>
            <a:ext cx="8148384" cy="2985433"/>
          </a:xfrm>
          <a:prstGeom prst="rect">
            <a:avLst/>
          </a:prstGeom>
          <a:noFill/>
        </p:spPr>
        <p:txBody>
          <a:bodyPr wrap="none" rtlCol="0">
            <a:spAutoFit/>
          </a:bodyPr>
          <a:lstStyle/>
          <a:p>
            <a:pPr marL="457200" indent="-457200">
              <a:spcBef>
                <a:spcPts val="1200"/>
              </a:spcBef>
              <a:spcAft>
                <a:spcPts val="1200"/>
              </a:spcAft>
              <a:buFont typeface="Wingdings" panose="05000000000000000000" pitchFamily="2" charset="2"/>
              <a:buChar char="q"/>
            </a:pPr>
            <a:r>
              <a:rPr lang="en-US" sz="3200"/>
              <a:t>Hiểu được tổng quan về ngành KTMT</a:t>
            </a:r>
          </a:p>
          <a:p>
            <a:pPr marL="457200" indent="-457200">
              <a:spcBef>
                <a:spcPts val="1200"/>
              </a:spcBef>
              <a:spcAft>
                <a:spcPts val="1200"/>
              </a:spcAft>
              <a:buFont typeface="Wingdings" panose="05000000000000000000" pitchFamily="2" charset="2"/>
              <a:buChar char="q"/>
            </a:pPr>
            <a:r>
              <a:rPr lang="en-US" sz="3200"/>
              <a:t>Biết được chương trình đào tạo ngành KTMT</a:t>
            </a:r>
          </a:p>
          <a:p>
            <a:pPr marL="457200" indent="-457200">
              <a:spcBef>
                <a:spcPts val="1200"/>
              </a:spcBef>
              <a:spcAft>
                <a:spcPts val="1200"/>
              </a:spcAft>
              <a:buFont typeface="Wingdings" panose="05000000000000000000" pitchFamily="2" charset="2"/>
              <a:buChar char="q"/>
            </a:pPr>
            <a:r>
              <a:rPr lang="en-US" sz="3200"/>
              <a:t>Thấy được cơ hội nghề nghiệp tốt</a:t>
            </a:r>
          </a:p>
          <a:p>
            <a:pPr marL="457200" indent="-457200">
              <a:spcBef>
                <a:spcPts val="1200"/>
              </a:spcBef>
              <a:spcAft>
                <a:spcPts val="1200"/>
              </a:spcAft>
              <a:buFont typeface="Wingdings" panose="05000000000000000000" pitchFamily="2" charset="2"/>
              <a:buChar char="q"/>
            </a:pPr>
            <a:r>
              <a:rPr lang="en-US" sz="3200"/>
              <a:t>Xây dựng được thái độ học tập tốt</a:t>
            </a:r>
          </a:p>
        </p:txBody>
      </p:sp>
    </p:spTree>
    <p:extLst>
      <p:ext uri="{BB962C8B-B14F-4D97-AF65-F5344CB8AC3E}">
        <p14:creationId xmlns:p14="http://schemas.microsoft.com/office/powerpoint/2010/main" val="32698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Nội dung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3" name="Content Placeholder 2">
            <a:extLst>
              <a:ext uri="{FF2B5EF4-FFF2-40B4-BE49-F238E27FC236}">
                <a16:creationId xmlns:a16="http://schemas.microsoft.com/office/drawing/2014/main" id="{A9A33C5E-0E6C-4BD3-99BA-71536A516509}"/>
              </a:ext>
            </a:extLst>
          </p:cNvPr>
          <p:cNvSpPr>
            <a:spLocks noGrp="1"/>
          </p:cNvSpPr>
          <p:nvPr/>
        </p:nvSpPr>
        <p:spPr bwMode="auto">
          <a:xfrm>
            <a:off x="533400" y="1371600"/>
            <a:ext cx="8458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nSpc>
                <a:spcPct val="150000"/>
              </a:lnSpc>
              <a:spcBef>
                <a:spcPts val="600"/>
              </a:spcBef>
              <a:spcAft>
                <a:spcPts val="600"/>
              </a:spcAft>
              <a:buFont typeface="+mj-lt"/>
              <a:buAutoNum type="arabicPeriod"/>
            </a:pPr>
            <a:r>
              <a:rPr lang="en-US">
                <a:latin typeface="+mj-lt"/>
              </a:rPr>
              <a:t>Giới thiệu chung về ngành Kỹ thuật máy tính</a:t>
            </a:r>
          </a:p>
          <a:p>
            <a:pPr marL="514350" lvl="0" indent="-514350">
              <a:lnSpc>
                <a:spcPct val="150000"/>
              </a:lnSpc>
              <a:spcBef>
                <a:spcPts val="600"/>
              </a:spcBef>
              <a:spcAft>
                <a:spcPts val="600"/>
              </a:spcAft>
              <a:buFont typeface="+mj-lt"/>
              <a:buAutoNum type="arabicPeriod"/>
            </a:pPr>
            <a:r>
              <a:rPr lang="en-US">
                <a:latin typeface="+mj-lt"/>
              </a:rPr>
              <a:t>Chương trình đào tạo ngành Kỹ thuật máy tính</a:t>
            </a:r>
          </a:p>
          <a:p>
            <a:pPr marL="514350" indent="-514350">
              <a:lnSpc>
                <a:spcPct val="150000"/>
              </a:lnSpc>
              <a:spcBef>
                <a:spcPts val="600"/>
              </a:spcBef>
              <a:spcAft>
                <a:spcPts val="600"/>
              </a:spcAft>
              <a:buFont typeface="+mj-lt"/>
              <a:buAutoNum type="arabicPeriod"/>
            </a:pPr>
            <a:r>
              <a:rPr lang="en-US">
                <a:latin typeface="+mj-lt"/>
              </a:rPr>
              <a:t>Cơ hội nghề nghiệp</a:t>
            </a:r>
          </a:p>
          <a:p>
            <a:pPr marL="514350" indent="-514350">
              <a:lnSpc>
                <a:spcPct val="150000"/>
              </a:lnSpc>
              <a:spcBef>
                <a:spcPts val="600"/>
              </a:spcBef>
              <a:spcAft>
                <a:spcPts val="600"/>
              </a:spcAft>
              <a:buFont typeface="+mj-lt"/>
              <a:buAutoNum type="arabicPeriod"/>
            </a:pPr>
            <a:r>
              <a:rPr lang="en-US">
                <a:latin typeface="+mj-lt"/>
              </a:rPr>
              <a:t>Các hướng nghiên cứu và phát triển</a:t>
            </a:r>
          </a:p>
          <a:p>
            <a:pPr marL="514350" indent="-514350">
              <a:lnSpc>
                <a:spcPct val="150000"/>
              </a:lnSpc>
              <a:spcBef>
                <a:spcPts val="600"/>
              </a:spcBef>
              <a:spcAft>
                <a:spcPts val="600"/>
              </a:spcAft>
              <a:buFont typeface="+mj-lt"/>
              <a:buAutoNum type="arabicPeriod"/>
            </a:pPr>
            <a:r>
              <a:rPr lang="en-US">
                <a:latin typeface="+mj-lt"/>
              </a:rPr>
              <a:t>Thành tựu và chính sách</a:t>
            </a:r>
          </a:p>
        </p:txBody>
      </p:sp>
    </p:spTree>
    <p:extLst>
      <p:ext uri="{BB962C8B-B14F-4D97-AF65-F5344CB8AC3E}">
        <p14:creationId xmlns:p14="http://schemas.microsoft.com/office/powerpoint/2010/main" val="3749102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1" name="Picture 10" descr="A qr code with a white background&#10;&#10;Description automatically generated">
            <a:extLst>
              <a:ext uri="{FF2B5EF4-FFF2-40B4-BE49-F238E27FC236}">
                <a16:creationId xmlns:a16="http://schemas.microsoft.com/office/drawing/2014/main" id="{929C53B9-94C8-9D43-DA00-19179BBA4D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066800"/>
            <a:ext cx="5791200" cy="5791200"/>
          </a:xfrm>
          <a:prstGeom prst="rect">
            <a:avLst/>
          </a:prstGeom>
        </p:spPr>
      </p:pic>
    </p:spTree>
    <p:extLst>
      <p:ext uri="{BB962C8B-B14F-4D97-AF65-F5344CB8AC3E}">
        <p14:creationId xmlns:p14="http://schemas.microsoft.com/office/powerpoint/2010/main" val="92014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Content Placeholder 2">
            <a:extLst>
              <a:ext uri="{FF2B5EF4-FFF2-40B4-BE49-F238E27FC236}">
                <a16:creationId xmlns:a16="http://schemas.microsoft.com/office/drawing/2014/main" id="{B2FF6409-4E60-4CE2-AD9E-3EDF7577D9CF}"/>
              </a:ext>
            </a:extLst>
          </p:cNvPr>
          <p:cNvSpPr>
            <a:spLocks noGrp="1"/>
          </p:cNvSpPr>
          <p:nvPr/>
        </p:nvSpPr>
        <p:spPr bwMode="auto">
          <a:xfrm>
            <a:off x="533400" y="1371600"/>
            <a:ext cx="8458200" cy="2643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nSpc>
                <a:spcPct val="150000"/>
              </a:lnSpc>
              <a:spcBef>
                <a:spcPts val="600"/>
              </a:spcBef>
              <a:spcAft>
                <a:spcPts val="600"/>
              </a:spcAft>
              <a:buFont typeface="+mj-lt"/>
              <a:buAutoNum type="arabicPeriod"/>
            </a:pPr>
            <a:r>
              <a:rPr lang="en-US" b="1">
                <a:solidFill>
                  <a:srgbClr val="FF9933"/>
                </a:solidFill>
                <a:latin typeface="+mj-lt"/>
              </a:rPr>
              <a:t>Giới thiệu chung về ngành Kỹ thuật máy tính</a:t>
            </a:r>
          </a:p>
          <a:p>
            <a:pPr marL="514350" lvl="0" indent="-514350">
              <a:lnSpc>
                <a:spcPct val="150000"/>
              </a:lnSpc>
              <a:spcBef>
                <a:spcPts val="600"/>
              </a:spcBef>
              <a:spcAft>
                <a:spcPts val="600"/>
              </a:spcAft>
              <a:buFont typeface="+mj-lt"/>
              <a:buAutoNum type="arabicPeriod"/>
            </a:pPr>
            <a:r>
              <a:rPr lang="en-US">
                <a:latin typeface="+mj-lt"/>
              </a:rPr>
              <a:t>Chương trình đào tạo ngành Kỹ thuật máy tính</a:t>
            </a:r>
          </a:p>
          <a:p>
            <a:pPr marL="514350" indent="-514350">
              <a:lnSpc>
                <a:spcPct val="150000"/>
              </a:lnSpc>
              <a:spcBef>
                <a:spcPts val="600"/>
              </a:spcBef>
              <a:spcAft>
                <a:spcPts val="600"/>
              </a:spcAft>
              <a:buFont typeface="+mj-lt"/>
              <a:buAutoNum type="arabicPeriod"/>
            </a:pPr>
            <a:r>
              <a:rPr lang="en-US">
                <a:latin typeface="+mj-lt"/>
              </a:rPr>
              <a:t>Cơ hội nghề nghiệp</a:t>
            </a:r>
          </a:p>
          <a:p>
            <a:pPr marL="514350" indent="-514350">
              <a:lnSpc>
                <a:spcPct val="150000"/>
              </a:lnSpc>
              <a:spcBef>
                <a:spcPts val="600"/>
              </a:spcBef>
              <a:spcAft>
                <a:spcPts val="600"/>
              </a:spcAft>
              <a:buFont typeface="+mj-lt"/>
              <a:buAutoNum type="arabicPeriod"/>
            </a:pPr>
            <a:r>
              <a:rPr lang="en-US">
                <a:latin typeface="+mj-lt"/>
              </a:rPr>
              <a:t>Các hướng nghiên cứu và phát triển</a:t>
            </a:r>
          </a:p>
          <a:p>
            <a:pPr marL="514350" indent="-514350">
              <a:lnSpc>
                <a:spcPct val="150000"/>
              </a:lnSpc>
              <a:spcBef>
                <a:spcPts val="600"/>
              </a:spcBef>
              <a:spcAft>
                <a:spcPts val="600"/>
              </a:spcAft>
              <a:buFont typeface="+mj-lt"/>
              <a:buAutoNum type="arabicPeriod"/>
            </a:pPr>
            <a:r>
              <a:rPr lang="en-US">
                <a:latin typeface="+mj-lt"/>
              </a:rPr>
              <a:t>Thành tựu và chính sách</a:t>
            </a:r>
          </a:p>
        </p:txBody>
      </p:sp>
    </p:spTree>
    <p:extLst>
      <p:ext uri="{BB962C8B-B14F-4D97-AF65-F5344CB8AC3E}">
        <p14:creationId xmlns:p14="http://schemas.microsoft.com/office/powerpoint/2010/main" val="3214864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Nhà thông minh ( Smart Home) gồm những gì? những vật dụng nên có.">
            <a:extLst>
              <a:ext uri="{FF2B5EF4-FFF2-40B4-BE49-F238E27FC236}">
                <a16:creationId xmlns:a16="http://schemas.microsoft.com/office/drawing/2014/main" id="{B9979BAD-573F-45AC-B186-9DD601960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16437"/>
            <a:ext cx="9144000" cy="6829987"/>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042" name="Picture 18" descr="More than just a milestone in the Botnet Roadmap towards more securable IoT  devices | NIST">
            <a:extLst>
              <a:ext uri="{FF2B5EF4-FFF2-40B4-BE49-F238E27FC236}">
                <a16:creationId xmlns:a16="http://schemas.microsoft.com/office/drawing/2014/main" id="{B3D11144-B6D4-438D-9F38-C42E097AC3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3229"/>
            <a:ext cx="9144000" cy="691805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P 505799-001 531990-001 505800-000 motherboard Compaq 8100 8180 Elite Q57  LGA1156">
            <a:extLst>
              <a:ext uri="{FF2B5EF4-FFF2-40B4-BE49-F238E27FC236}">
                <a16:creationId xmlns:a16="http://schemas.microsoft.com/office/drawing/2014/main" id="{53C4F944-66CD-463F-AD60-F3FD3086EB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6" y="-97361"/>
            <a:ext cx="9144000" cy="695536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mputer Motherboard With CPU. Circuit Board System Chip With.. Stock  Photo, Picture And Royalty Free Image. Image 90617313.">
            <a:extLst>
              <a:ext uri="{FF2B5EF4-FFF2-40B4-BE49-F238E27FC236}">
                <a16:creationId xmlns:a16="http://schemas.microsoft.com/office/drawing/2014/main" id="{C2CD0649-3CDE-4F6F-B996-7A3C71CC10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91" y="-97361"/>
            <a:ext cx="9144000" cy="71077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udy shows particle collisions may explain overheated circuits, improve  thermoelectric devices">
            <a:extLst>
              <a:ext uri="{FF2B5EF4-FFF2-40B4-BE49-F238E27FC236}">
                <a16:creationId xmlns:a16="http://schemas.microsoft.com/office/drawing/2014/main" id="{74060FAA-A7BE-43A0-ABAE-54F80DB9D8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82" y="-97361"/>
            <a:ext cx="9146381" cy="71976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ayout of VLSI sensor with num_delay and m parameters equals to 2 and 3...  | Download Scientific Diagram">
            <a:extLst>
              <a:ext uri="{FF2B5EF4-FFF2-40B4-BE49-F238E27FC236}">
                <a16:creationId xmlns:a16="http://schemas.microsoft.com/office/drawing/2014/main" id="{492C0ECD-03AA-4AE9-82C2-F6861CEEF3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527" y="-63229"/>
            <a:ext cx="9146381" cy="719760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Layout of proposed DETFF All simulations are performed on Cadence... |  Download Scientific Diagram">
            <a:extLst>
              <a:ext uri="{FF2B5EF4-FFF2-40B4-BE49-F238E27FC236}">
                <a16:creationId xmlns:a16="http://schemas.microsoft.com/office/drawing/2014/main" id="{A1D7BD16-E07F-4846-B87C-BB804E0886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038" y="-84913"/>
            <a:ext cx="9144000" cy="7197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79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additive="base">
                                        <p:cTn id="7" dur="500" fill="hold"/>
                                        <p:tgtEl>
                                          <p:spTgt spid="1036"/>
                                        </p:tgtEl>
                                        <p:attrNameLst>
                                          <p:attrName>ppt_x</p:attrName>
                                        </p:attrNameLst>
                                      </p:cBhvr>
                                      <p:tavLst>
                                        <p:tav tm="0">
                                          <p:val>
                                            <p:strVal val="#ppt_x"/>
                                          </p:val>
                                        </p:tav>
                                        <p:tav tm="100000">
                                          <p:val>
                                            <p:strVal val="#ppt_x"/>
                                          </p:val>
                                        </p:tav>
                                      </p:tavLst>
                                    </p:anim>
                                    <p:anim calcmode="lin" valueType="num">
                                      <p:cBhvr additive="base">
                                        <p:cTn id="8" dur="500" fill="hold"/>
                                        <p:tgtEl>
                                          <p:spTgt spid="1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2"/>
                                        </p:tgtEl>
                                        <p:attrNameLst>
                                          <p:attrName>style.visibility</p:attrName>
                                        </p:attrNameLst>
                                      </p:cBhvr>
                                      <p:to>
                                        <p:strVal val="visible"/>
                                      </p:to>
                                    </p:set>
                                    <p:anim calcmode="lin" valueType="num">
                                      <p:cBhvr additive="base">
                                        <p:cTn id="13" dur="500" fill="hold"/>
                                        <p:tgtEl>
                                          <p:spTgt spid="1042"/>
                                        </p:tgtEl>
                                        <p:attrNameLst>
                                          <p:attrName>ppt_x</p:attrName>
                                        </p:attrNameLst>
                                      </p:cBhvr>
                                      <p:tavLst>
                                        <p:tav tm="0">
                                          <p:val>
                                            <p:strVal val="#ppt_x"/>
                                          </p:val>
                                        </p:tav>
                                        <p:tav tm="100000">
                                          <p:val>
                                            <p:strVal val="#ppt_x"/>
                                          </p:val>
                                        </p:tav>
                                      </p:tavLst>
                                    </p:anim>
                                    <p:anim calcmode="lin" valueType="num">
                                      <p:cBhvr additive="base">
                                        <p:cTn id="14" dur="500" fill="hold"/>
                                        <p:tgtEl>
                                          <p:spTgt spid="10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1000"/>
                                        <p:tgtEl>
                                          <p:spTgt spid="1026"/>
                                        </p:tgtEl>
                                      </p:cBhvr>
                                    </p:animEffect>
                                    <p:anim calcmode="lin" valueType="num">
                                      <p:cBhvr>
                                        <p:cTn id="20" dur="1000" fill="hold"/>
                                        <p:tgtEl>
                                          <p:spTgt spid="1026"/>
                                        </p:tgtEl>
                                        <p:attrNameLst>
                                          <p:attrName>ppt_x</p:attrName>
                                        </p:attrNameLst>
                                      </p:cBhvr>
                                      <p:tavLst>
                                        <p:tav tm="0">
                                          <p:val>
                                            <p:strVal val="#ppt_x"/>
                                          </p:val>
                                        </p:tav>
                                        <p:tav tm="100000">
                                          <p:val>
                                            <p:strVal val="#ppt_x"/>
                                          </p:val>
                                        </p:tav>
                                      </p:tavLst>
                                    </p:anim>
                                    <p:anim calcmode="lin" valueType="num">
                                      <p:cBhvr>
                                        <p:cTn id="2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028"/>
                                        </p:tgtEl>
                                        <p:attrNameLst>
                                          <p:attrName>style.visibility</p:attrName>
                                        </p:attrNameLst>
                                      </p:cBhvr>
                                      <p:to>
                                        <p:strVal val="visible"/>
                                      </p:to>
                                    </p:set>
                                    <p:anim calcmode="lin" valueType="num">
                                      <p:cBhvr additive="base">
                                        <p:cTn id="26" dur="500" fill="hold"/>
                                        <p:tgtEl>
                                          <p:spTgt spid="1028"/>
                                        </p:tgtEl>
                                        <p:attrNameLst>
                                          <p:attrName>ppt_x</p:attrName>
                                        </p:attrNameLst>
                                      </p:cBhvr>
                                      <p:tavLst>
                                        <p:tav tm="0">
                                          <p:val>
                                            <p:strVal val="#ppt_x"/>
                                          </p:val>
                                        </p:tav>
                                        <p:tav tm="100000">
                                          <p:val>
                                            <p:strVal val="#ppt_x"/>
                                          </p:val>
                                        </p:tav>
                                      </p:tavLst>
                                    </p:anim>
                                    <p:anim calcmode="lin" valueType="num">
                                      <p:cBhvr additive="base">
                                        <p:cTn id="27"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30"/>
                                        </p:tgtEl>
                                        <p:attrNameLst>
                                          <p:attrName>style.visibility</p:attrName>
                                        </p:attrNameLst>
                                      </p:cBhvr>
                                      <p:to>
                                        <p:strVal val="visible"/>
                                      </p:to>
                                    </p:set>
                                    <p:anim calcmode="lin" valueType="num">
                                      <p:cBhvr additive="base">
                                        <p:cTn id="32" dur="500" fill="hold"/>
                                        <p:tgtEl>
                                          <p:spTgt spid="1030"/>
                                        </p:tgtEl>
                                        <p:attrNameLst>
                                          <p:attrName>ppt_x</p:attrName>
                                        </p:attrNameLst>
                                      </p:cBhvr>
                                      <p:tavLst>
                                        <p:tav tm="0">
                                          <p:val>
                                            <p:strVal val="#ppt_x"/>
                                          </p:val>
                                        </p:tav>
                                        <p:tav tm="100000">
                                          <p:val>
                                            <p:strVal val="#ppt_x"/>
                                          </p:val>
                                        </p:tav>
                                      </p:tavLst>
                                    </p:anim>
                                    <p:anim calcmode="lin" valueType="num">
                                      <p:cBhvr additive="base">
                                        <p:cTn id="33" dur="500" fill="hold"/>
                                        <p:tgtEl>
                                          <p:spTgt spid="103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032"/>
                                        </p:tgtEl>
                                        <p:attrNameLst>
                                          <p:attrName>style.visibility</p:attrName>
                                        </p:attrNameLst>
                                      </p:cBhvr>
                                      <p:to>
                                        <p:strVal val="visible"/>
                                      </p:to>
                                    </p:set>
                                    <p:anim calcmode="lin" valueType="num">
                                      <p:cBhvr additive="base">
                                        <p:cTn id="38" dur="500" fill="hold"/>
                                        <p:tgtEl>
                                          <p:spTgt spid="1032"/>
                                        </p:tgtEl>
                                        <p:attrNameLst>
                                          <p:attrName>ppt_x</p:attrName>
                                        </p:attrNameLst>
                                      </p:cBhvr>
                                      <p:tavLst>
                                        <p:tav tm="0">
                                          <p:val>
                                            <p:strVal val="#ppt_x"/>
                                          </p:val>
                                        </p:tav>
                                        <p:tav tm="100000">
                                          <p:val>
                                            <p:strVal val="#ppt_x"/>
                                          </p:val>
                                        </p:tav>
                                      </p:tavLst>
                                    </p:anim>
                                    <p:anim calcmode="lin" valueType="num">
                                      <p:cBhvr additive="base">
                                        <p:cTn id="39" dur="500" fill="hold"/>
                                        <p:tgtEl>
                                          <p:spTgt spid="103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044"/>
                                        </p:tgtEl>
                                        <p:attrNameLst>
                                          <p:attrName>style.visibility</p:attrName>
                                        </p:attrNameLst>
                                      </p:cBhvr>
                                      <p:to>
                                        <p:strVal val="visible"/>
                                      </p:to>
                                    </p:set>
                                    <p:animEffect transition="in" filter="fade">
                                      <p:cBhvr>
                                        <p:cTn id="44" dur="1000"/>
                                        <p:tgtEl>
                                          <p:spTgt spid="1044"/>
                                        </p:tgtEl>
                                      </p:cBhvr>
                                    </p:animEffect>
                                    <p:anim calcmode="lin" valueType="num">
                                      <p:cBhvr>
                                        <p:cTn id="45" dur="1000" fill="hold"/>
                                        <p:tgtEl>
                                          <p:spTgt spid="1044"/>
                                        </p:tgtEl>
                                        <p:attrNameLst>
                                          <p:attrName>ppt_x</p:attrName>
                                        </p:attrNameLst>
                                      </p:cBhvr>
                                      <p:tavLst>
                                        <p:tav tm="0">
                                          <p:val>
                                            <p:strVal val="#ppt_x"/>
                                          </p:val>
                                        </p:tav>
                                        <p:tav tm="100000">
                                          <p:val>
                                            <p:strVal val="#ppt_x"/>
                                          </p:val>
                                        </p:tav>
                                      </p:tavLst>
                                    </p:anim>
                                    <p:anim calcmode="lin" valueType="num">
                                      <p:cBhvr>
                                        <p:cTn id="46" dur="1000" fill="hold"/>
                                        <p:tgtEl>
                                          <p:spTgt spid="10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indent="0">
              <a:buNone/>
            </a:pPr>
            <a:r>
              <a:rPr lang="en-US" b="1">
                <a:solidFill>
                  <a:srgbClr val="0070C0"/>
                </a:solidFill>
              </a:rPr>
              <a:t>Kỹ thuật máy tính là gì? </a:t>
            </a:r>
          </a:p>
        </p:txBody>
      </p:sp>
      <p:sp>
        <p:nvSpPr>
          <p:cNvPr id="8" name="Content Placeholder 2">
            <a:extLst>
              <a:ext uri="{FF2B5EF4-FFF2-40B4-BE49-F238E27FC236}">
                <a16:creationId xmlns:a16="http://schemas.microsoft.com/office/drawing/2014/main" id="{C50002B6-754D-42DA-9540-A0186C0312D0}"/>
              </a:ext>
            </a:extLst>
          </p:cNvPr>
          <p:cNvSpPr>
            <a:spLocks noGrp="1"/>
          </p:cNvSpPr>
          <p:nvPr/>
        </p:nvSpPr>
        <p:spPr bwMode="auto">
          <a:xfrm>
            <a:off x="457200" y="1830432"/>
            <a:ext cx="8229600" cy="3253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a:latin typeface="Times New Roman" panose="02020603050405020304" pitchFamily="18" charset="0"/>
                <a:cs typeface="Times New Roman" panose="02020603050405020304" pitchFamily="18" charset="0"/>
              </a:rPr>
              <a:t>Wiki: Computer engineering</a:t>
            </a:r>
            <a:r>
              <a:rPr lang="en-US" sz="2400">
                <a:latin typeface="Times New Roman" panose="02020603050405020304" pitchFamily="18" charset="0"/>
                <a:cs typeface="Times New Roman" panose="02020603050405020304" pitchFamily="18" charset="0"/>
              </a:rPr>
              <a:t> is a discipline that integrates several fields of </a:t>
            </a:r>
            <a:r>
              <a:rPr lang="en-US" sz="2400">
                <a:latin typeface="Times New Roman" panose="02020603050405020304" pitchFamily="18" charset="0"/>
                <a:cs typeface="Times New Roman" panose="02020603050405020304" pitchFamily="18" charset="0"/>
                <a:hlinkClick r:id="rId2" tooltip="Electrical engineering"/>
              </a:rPr>
              <a:t>electrical engineering</a:t>
            </a:r>
            <a:r>
              <a:rPr lang="en-US" sz="2400">
                <a:latin typeface="Times New Roman" panose="02020603050405020304" pitchFamily="18" charset="0"/>
                <a:cs typeface="Times New Roman" panose="02020603050405020304" pitchFamily="18" charset="0"/>
              </a:rPr>
              <a:t> and </a:t>
            </a:r>
            <a:r>
              <a:rPr lang="en-US" sz="2400">
                <a:latin typeface="Times New Roman" panose="02020603050405020304" pitchFamily="18" charset="0"/>
                <a:cs typeface="Times New Roman" panose="02020603050405020304" pitchFamily="18" charset="0"/>
                <a:hlinkClick r:id="rId3" tooltip="Computer science"/>
              </a:rPr>
              <a:t>computer science</a:t>
            </a:r>
            <a:r>
              <a:rPr lang="en-US" sz="2400">
                <a:latin typeface="Times New Roman" panose="02020603050405020304" pitchFamily="18" charset="0"/>
                <a:cs typeface="Times New Roman" panose="02020603050405020304" pitchFamily="18" charset="0"/>
              </a:rPr>
              <a:t> required to develop computer hardware and software. Computer engineers usually have training in </a:t>
            </a:r>
            <a:r>
              <a:rPr lang="en-US" sz="2400">
                <a:latin typeface="Times New Roman" panose="02020603050405020304" pitchFamily="18" charset="0"/>
                <a:cs typeface="Times New Roman" panose="02020603050405020304" pitchFamily="18" charset="0"/>
                <a:hlinkClick r:id="rId4" tooltip="Electronic engineering"/>
              </a:rPr>
              <a:t>electronic engineering</a:t>
            </a:r>
            <a:r>
              <a:rPr lang="en-US" sz="2400">
                <a:latin typeface="Times New Roman" panose="02020603050405020304" pitchFamily="18" charset="0"/>
                <a:cs typeface="Times New Roman" panose="02020603050405020304" pitchFamily="18" charset="0"/>
              </a:rPr>
              <a:t> (or </a:t>
            </a:r>
            <a:r>
              <a:rPr lang="en-US" sz="2400">
                <a:latin typeface="Times New Roman" panose="02020603050405020304" pitchFamily="18" charset="0"/>
                <a:cs typeface="Times New Roman" panose="02020603050405020304" pitchFamily="18" charset="0"/>
                <a:hlinkClick r:id="rId2" tooltip="Electrical engineering"/>
              </a:rPr>
              <a:t>electrical engineering</a:t>
            </a:r>
            <a:r>
              <a:rPr lang="en-US"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hlinkClick r:id="rId5" tooltip="Software design"/>
              </a:rPr>
              <a:t>software design</a:t>
            </a:r>
            <a:r>
              <a:rPr lang="en-US" sz="2400">
                <a:latin typeface="Times New Roman" panose="02020603050405020304" pitchFamily="18" charset="0"/>
                <a:cs typeface="Times New Roman" panose="02020603050405020304" pitchFamily="18" charset="0"/>
              </a:rPr>
              <a:t>, and hardware-software integration instead of only software engineering or electronic engineering</a:t>
            </a:r>
          </a:p>
        </p:txBody>
      </p:sp>
    </p:spTree>
    <p:extLst>
      <p:ext uri="{BB962C8B-B14F-4D97-AF65-F5344CB8AC3E}">
        <p14:creationId xmlns:p14="http://schemas.microsoft.com/office/powerpoint/2010/main" val="2219405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61581"/>
            <a:ext cx="7354887" cy="693390"/>
          </a:xfrm>
        </p:spPr>
        <p:txBody>
          <a:bodyPr/>
          <a:lstStyle/>
          <a:p>
            <a:pPr marL="0" indent="0">
              <a:buNone/>
            </a:pPr>
            <a:r>
              <a:rPr lang="en-US" b="1">
                <a:solidFill>
                  <a:srgbClr val="0070C0"/>
                </a:solidFill>
              </a:rPr>
              <a:t>Kỹ thuật máy tính là gì? </a:t>
            </a:r>
          </a:p>
        </p:txBody>
      </p:sp>
      <p:sp>
        <p:nvSpPr>
          <p:cNvPr id="8" name="Content Placeholder 2">
            <a:extLst>
              <a:ext uri="{FF2B5EF4-FFF2-40B4-BE49-F238E27FC236}">
                <a16:creationId xmlns:a16="http://schemas.microsoft.com/office/drawing/2014/main" id="{C50002B6-754D-42DA-9540-A0186C0312D0}"/>
              </a:ext>
            </a:extLst>
          </p:cNvPr>
          <p:cNvSpPr>
            <a:spLocks noGrp="1"/>
          </p:cNvSpPr>
          <p:nvPr/>
        </p:nvSpPr>
        <p:spPr bwMode="auto">
          <a:xfrm>
            <a:off x="251520" y="1128936"/>
            <a:ext cx="8534400" cy="5408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400" b="1">
                <a:latin typeface="+mj-lt"/>
                <a:cs typeface="Times New Roman" panose="02020603050405020304" pitchFamily="18" charset="0"/>
              </a:rPr>
              <a:t>ACM-CCECC: </a:t>
            </a:r>
            <a:r>
              <a:rPr lang="en-US" sz="2400" b="1" i="1">
                <a:solidFill>
                  <a:srgbClr val="222222"/>
                </a:solidFill>
                <a:effectLst/>
                <a:latin typeface="+mj-lt"/>
              </a:rPr>
              <a:t>Computer engineering </a:t>
            </a:r>
            <a:r>
              <a:rPr lang="en-US" sz="2400" b="0" i="1">
                <a:solidFill>
                  <a:srgbClr val="222222"/>
                </a:solidFill>
                <a:effectLst/>
                <a:latin typeface="+mj-lt"/>
              </a:rPr>
              <a:t>is defined as the discipline that embodies </a:t>
            </a:r>
            <a:r>
              <a:rPr lang="en-US" sz="2400" b="1" i="1">
                <a:solidFill>
                  <a:schemeClr val="accent5">
                    <a:lumMod val="75000"/>
                  </a:schemeClr>
                </a:solidFill>
                <a:effectLst/>
                <a:latin typeface="+mj-lt"/>
              </a:rPr>
              <a:t>the science and technology of design, construction, implementation, and maintenance of software and hardware components</a:t>
            </a:r>
            <a:r>
              <a:rPr lang="en-US" sz="2400" b="0" i="1">
                <a:solidFill>
                  <a:srgbClr val="222222"/>
                </a:solidFill>
                <a:effectLst/>
                <a:latin typeface="+mj-lt"/>
              </a:rPr>
              <a:t> of modern computing systems and computer-controlled equipment. Computer engineering has traditionally been viewed as a combination of both computer science (CS) and electrical engineering (EE). It has evolved over the past three decades as a separate, although intimately related, discipline. Computer engineering is solidly grounded in the </a:t>
            </a:r>
            <a:r>
              <a:rPr lang="en-US" sz="2400" b="1" i="1">
                <a:solidFill>
                  <a:schemeClr val="accent2">
                    <a:lumMod val="75000"/>
                    <a:lumOff val="25000"/>
                  </a:schemeClr>
                </a:solidFill>
                <a:effectLst/>
                <a:latin typeface="+mj-lt"/>
              </a:rPr>
              <a:t>theories and principles of computing, mathematics, science, and engineering </a:t>
            </a:r>
            <a:r>
              <a:rPr lang="en-US" sz="2400" b="0" i="1">
                <a:solidFill>
                  <a:srgbClr val="222222"/>
                </a:solidFill>
                <a:effectLst/>
                <a:latin typeface="+mj-lt"/>
              </a:rPr>
              <a:t>and it applies these theories and principles to </a:t>
            </a:r>
            <a:r>
              <a:rPr lang="en-US" sz="2400" b="1" i="1">
                <a:solidFill>
                  <a:schemeClr val="accent2">
                    <a:lumMod val="75000"/>
                    <a:lumOff val="25000"/>
                  </a:schemeClr>
                </a:solidFill>
                <a:effectLst/>
                <a:latin typeface="+mj-lt"/>
              </a:rPr>
              <a:t>solve technical problems through the design of computing hardware, software, networks, and processes.</a:t>
            </a:r>
            <a:endParaRPr lang="en-US" sz="2400" b="1">
              <a:solidFill>
                <a:schemeClr val="accent2">
                  <a:lumMod val="75000"/>
                  <a:lumOff val="25000"/>
                </a:schemeClr>
              </a:solidFill>
              <a:latin typeface="+mj-lt"/>
              <a:cs typeface="Times New Roman" panose="02020603050405020304" pitchFamily="18" charset="0"/>
            </a:endParaRPr>
          </a:p>
        </p:txBody>
      </p:sp>
    </p:spTree>
    <p:extLst>
      <p:ext uri="{BB962C8B-B14F-4D97-AF65-F5344CB8AC3E}">
        <p14:creationId xmlns:p14="http://schemas.microsoft.com/office/powerpoint/2010/main" val="427179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b="1">
                <a:solidFill>
                  <a:srgbClr val="0070C0"/>
                </a:solidFill>
              </a:rPr>
              <a:t>Kỹ thuật máy tính là gì? </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TextBox 7">
            <a:extLst>
              <a:ext uri="{FF2B5EF4-FFF2-40B4-BE49-F238E27FC236}">
                <a16:creationId xmlns:a16="http://schemas.microsoft.com/office/drawing/2014/main" id="{7047AFAE-888C-475E-95D1-CC685563118A}"/>
              </a:ext>
            </a:extLst>
          </p:cNvPr>
          <p:cNvSpPr txBox="1"/>
          <p:nvPr/>
        </p:nvSpPr>
        <p:spPr>
          <a:xfrm>
            <a:off x="533400" y="1371600"/>
            <a:ext cx="8534400" cy="2308324"/>
          </a:xfrm>
          <a:prstGeom prst="rect">
            <a:avLst/>
          </a:prstGeom>
          <a:noFill/>
        </p:spPr>
        <p:txBody>
          <a:bodyPr wrap="square">
            <a:spAutoFit/>
          </a:bodyPr>
          <a:lstStyle/>
          <a:p>
            <a:r>
              <a:rPr lang="en-US" sz="2400" b="0" i="0">
                <a:solidFill>
                  <a:srgbClr val="000000"/>
                </a:solidFill>
                <a:effectLst/>
                <a:latin typeface="Times New Roman" panose="02020603050405020304" pitchFamily="18" charset="0"/>
              </a:rPr>
              <a:t>Anderson (2010):</a:t>
            </a:r>
          </a:p>
          <a:p>
            <a:r>
              <a:rPr lang="en-US" sz="2400" b="0" i="0">
                <a:solidFill>
                  <a:srgbClr val="000000"/>
                </a:solidFill>
                <a:effectLst/>
                <a:latin typeface="Times New Roman" panose="02020603050405020304" pitchFamily="18" charset="0"/>
              </a:rPr>
              <a:t>The term ICT (</a:t>
            </a:r>
            <a:r>
              <a:rPr lang="en-US" sz="2400" b="1" i="0">
                <a:solidFill>
                  <a:schemeClr val="accent2">
                    <a:lumMod val="75000"/>
                    <a:lumOff val="25000"/>
                  </a:schemeClr>
                </a:solidFill>
                <a:effectLst/>
                <a:latin typeface="Times New Roman" panose="02020603050405020304" pitchFamily="18" charset="0"/>
              </a:rPr>
              <a:t>Information and Communication Tech.</a:t>
            </a:r>
            <a:r>
              <a:rPr lang="en-US" sz="2400" b="0" i="0">
                <a:solidFill>
                  <a:srgbClr val="000000"/>
                </a:solidFill>
                <a:effectLst/>
                <a:latin typeface="Times New Roman" panose="02020603050405020304" pitchFamily="18" charset="0"/>
              </a:rPr>
              <a:t>) embraces the many technologies that enable us to </a:t>
            </a:r>
            <a:r>
              <a:rPr lang="en-US" sz="2400" i="1">
                <a:solidFill>
                  <a:schemeClr val="accent2">
                    <a:lumMod val="75000"/>
                    <a:lumOff val="25000"/>
                  </a:schemeClr>
                </a:solidFill>
                <a:effectLst/>
                <a:latin typeface="Times New Roman" panose="02020603050405020304" pitchFamily="18" charset="0"/>
              </a:rPr>
              <a:t>receive information </a:t>
            </a:r>
            <a:r>
              <a:rPr lang="en-US" sz="2400" b="0" i="0">
                <a:solidFill>
                  <a:srgbClr val="000000"/>
                </a:solidFill>
                <a:effectLst/>
                <a:latin typeface="Times New Roman" panose="02020603050405020304" pitchFamily="18" charset="0"/>
              </a:rPr>
              <a:t>and </a:t>
            </a:r>
            <a:r>
              <a:rPr lang="en-US" sz="2400" b="0" i="1">
                <a:solidFill>
                  <a:schemeClr val="accent2">
                    <a:lumMod val="75000"/>
                    <a:lumOff val="25000"/>
                  </a:schemeClr>
                </a:solidFill>
                <a:effectLst/>
                <a:latin typeface="Times New Roman" panose="02020603050405020304" pitchFamily="18" charset="0"/>
              </a:rPr>
              <a:t>communicate or exchange information </a:t>
            </a:r>
            <a:r>
              <a:rPr lang="en-US" sz="2400" b="0" i="0">
                <a:solidFill>
                  <a:srgbClr val="000000"/>
                </a:solidFill>
                <a:effectLst/>
                <a:latin typeface="Times New Roman" panose="02020603050405020304" pitchFamily="18" charset="0"/>
              </a:rPr>
              <a:t>with others. ICT encompass all the technologies by means of which we can </a:t>
            </a:r>
            <a:r>
              <a:rPr lang="en-US" sz="2400" b="0" i="1">
                <a:solidFill>
                  <a:schemeClr val="accent2">
                    <a:lumMod val="75000"/>
                    <a:lumOff val="25000"/>
                  </a:schemeClr>
                </a:solidFill>
                <a:effectLst/>
                <a:latin typeface="Times New Roman" panose="02020603050405020304" pitchFamily="18" charset="0"/>
              </a:rPr>
              <a:t>detect these signals, interpret them and exchange information </a:t>
            </a:r>
            <a:r>
              <a:rPr lang="en-US" sz="2400" b="0" i="0">
                <a:solidFill>
                  <a:srgbClr val="000000"/>
                </a:solidFill>
                <a:effectLst/>
                <a:latin typeface="Times New Roman" panose="02020603050405020304" pitchFamily="18" charset="0"/>
              </a:rPr>
              <a:t>with others.</a:t>
            </a:r>
            <a:endParaRPr lang="en-US" sz="2400"/>
          </a:p>
        </p:txBody>
      </p:sp>
      <p:sp>
        <p:nvSpPr>
          <p:cNvPr id="9" name="TextBox 8">
            <a:extLst>
              <a:ext uri="{FF2B5EF4-FFF2-40B4-BE49-F238E27FC236}">
                <a16:creationId xmlns:a16="http://schemas.microsoft.com/office/drawing/2014/main" id="{79AB5A95-3493-45AF-8A89-4E707E5983A9}"/>
              </a:ext>
            </a:extLst>
          </p:cNvPr>
          <p:cNvSpPr txBox="1"/>
          <p:nvPr/>
        </p:nvSpPr>
        <p:spPr>
          <a:xfrm>
            <a:off x="251520" y="5616555"/>
            <a:ext cx="8976610" cy="523220"/>
          </a:xfrm>
          <a:prstGeom prst="rect">
            <a:avLst/>
          </a:prstGeom>
          <a:noFill/>
        </p:spPr>
        <p:txBody>
          <a:bodyPr wrap="square">
            <a:spAutoFit/>
          </a:bodyPr>
          <a:lstStyle/>
          <a:p>
            <a:r>
              <a:rPr lang="en-US" sz="1400" b="0" i="1">
                <a:solidFill>
                  <a:srgbClr val="000000"/>
                </a:solidFill>
                <a:effectLst/>
                <a:latin typeface="Times New Roman" panose="02020603050405020304" pitchFamily="18" charset="0"/>
              </a:rPr>
              <a:t>Anderson, J. (2010). ICT TRANSFORMING EDUCATION: A Regional Guide. Bangkok, Thailand: UNESCO, Asia and Pacific Regional Bureau for Education.</a:t>
            </a:r>
          </a:p>
        </p:txBody>
      </p:sp>
      <p:sp>
        <p:nvSpPr>
          <p:cNvPr id="10" name="TextBox 9">
            <a:extLst>
              <a:ext uri="{FF2B5EF4-FFF2-40B4-BE49-F238E27FC236}">
                <a16:creationId xmlns:a16="http://schemas.microsoft.com/office/drawing/2014/main" id="{BE4CA170-048B-42C2-A59B-7003B0A582F5}"/>
              </a:ext>
            </a:extLst>
          </p:cNvPr>
          <p:cNvSpPr txBox="1"/>
          <p:nvPr/>
        </p:nvSpPr>
        <p:spPr>
          <a:xfrm>
            <a:off x="472625" y="3929803"/>
            <a:ext cx="8534400" cy="1569660"/>
          </a:xfrm>
          <a:prstGeom prst="rect">
            <a:avLst/>
          </a:prstGeom>
          <a:noFill/>
        </p:spPr>
        <p:txBody>
          <a:bodyPr wrap="square">
            <a:spAutoFit/>
          </a:bodyPr>
          <a:lstStyle/>
          <a:p>
            <a:r>
              <a:rPr lang="en-US" sz="2400" b="0" i="0">
                <a:solidFill>
                  <a:srgbClr val="000000"/>
                </a:solidFill>
                <a:effectLst/>
                <a:latin typeface="Times New Roman" panose="02020603050405020304" pitchFamily="18" charset="0"/>
              </a:rPr>
              <a:t>UNESCO (2010):</a:t>
            </a:r>
          </a:p>
          <a:p>
            <a:r>
              <a:rPr lang="en-US" sz="2400" b="0" i="0">
                <a:solidFill>
                  <a:srgbClr val="000000"/>
                </a:solidFill>
                <a:effectLst/>
                <a:latin typeface="Times New Roman" panose="02020603050405020304" pitchFamily="18" charset="0"/>
              </a:rPr>
              <a:t>ICT as the </a:t>
            </a:r>
            <a:r>
              <a:rPr lang="en-US" sz="2400" b="0" i="0">
                <a:solidFill>
                  <a:srgbClr val="FF9933"/>
                </a:solidFill>
                <a:effectLst/>
                <a:latin typeface="Times New Roman" panose="02020603050405020304" pitchFamily="18" charset="0"/>
              </a:rPr>
              <a:t>forms of technology </a:t>
            </a:r>
            <a:r>
              <a:rPr lang="en-US" sz="2400" b="0" i="0">
                <a:solidFill>
                  <a:srgbClr val="000000"/>
                </a:solidFill>
                <a:effectLst/>
                <a:latin typeface="Times New Roman" panose="02020603050405020304" pitchFamily="18" charset="0"/>
              </a:rPr>
              <a:t>that are used to </a:t>
            </a:r>
            <a:r>
              <a:rPr lang="en-US" sz="2400" b="0" i="0">
                <a:solidFill>
                  <a:srgbClr val="FF9933"/>
                </a:solidFill>
                <a:effectLst/>
                <a:latin typeface="Times New Roman" panose="02020603050405020304" pitchFamily="18" charset="0"/>
              </a:rPr>
              <a:t>transmit, process, store, create, display, share or exchange information </a:t>
            </a:r>
            <a:r>
              <a:rPr lang="en-US" sz="2400" b="0" i="0">
                <a:solidFill>
                  <a:srgbClr val="000000"/>
                </a:solidFill>
                <a:effectLst/>
                <a:latin typeface="Times New Roman" panose="02020603050405020304" pitchFamily="18" charset="0"/>
              </a:rPr>
              <a:t>by electronic means.</a:t>
            </a:r>
            <a:endParaRPr lang="en-US" sz="2400"/>
          </a:p>
        </p:txBody>
      </p:sp>
      <p:sp>
        <p:nvSpPr>
          <p:cNvPr id="13" name="TextBox 12">
            <a:extLst>
              <a:ext uri="{FF2B5EF4-FFF2-40B4-BE49-F238E27FC236}">
                <a16:creationId xmlns:a16="http://schemas.microsoft.com/office/drawing/2014/main" id="{D4D0C117-6CBF-4080-A4D6-EF0D1FBB87C8}"/>
              </a:ext>
            </a:extLst>
          </p:cNvPr>
          <p:cNvSpPr txBox="1"/>
          <p:nvPr/>
        </p:nvSpPr>
        <p:spPr>
          <a:xfrm>
            <a:off x="220980" y="6139775"/>
            <a:ext cx="7932420" cy="307777"/>
          </a:xfrm>
          <a:prstGeom prst="rect">
            <a:avLst/>
          </a:prstGeom>
          <a:noFill/>
        </p:spPr>
        <p:txBody>
          <a:bodyPr wrap="square">
            <a:spAutoFit/>
          </a:bodyPr>
          <a:lstStyle/>
          <a:p>
            <a:r>
              <a:rPr lang="en-US" sz="1400" b="0" i="1">
                <a:solidFill>
                  <a:srgbClr val="000000"/>
                </a:solidFill>
                <a:effectLst/>
                <a:latin typeface="Times New Roman" panose="02020603050405020304" pitchFamily="18" charset="0"/>
              </a:rPr>
              <a:t>UNESCO. (2010). ICT in Education programme. Bangkok, Thailand: UNESCO</a:t>
            </a:r>
            <a:endParaRPr lang="en-US" sz="1400" i="1"/>
          </a:p>
        </p:txBody>
      </p:sp>
    </p:spTree>
    <p:extLst>
      <p:ext uri="{BB962C8B-B14F-4D97-AF65-F5344CB8AC3E}">
        <p14:creationId xmlns:p14="http://schemas.microsoft.com/office/powerpoint/2010/main" val="251174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solidFill>
                  <a:srgbClr val="0070C0"/>
                </a:solidFill>
              </a:rPr>
              <a:t>Kỹ thuật máy tính là gì? </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8" name="Picture 7">
            <a:extLst>
              <a:ext uri="{FF2B5EF4-FFF2-40B4-BE49-F238E27FC236}">
                <a16:creationId xmlns:a16="http://schemas.microsoft.com/office/drawing/2014/main" id="{715290CA-C090-4C8D-B7C6-9C23054C3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124744"/>
            <a:ext cx="6715125" cy="328257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1">
            <a:extLst>
              <a:ext uri="{FF2B5EF4-FFF2-40B4-BE49-F238E27FC236}">
                <a16:creationId xmlns:a16="http://schemas.microsoft.com/office/drawing/2014/main" id="{3EEAF1D1-CF3E-4E98-B7B9-DD23009B8902}"/>
              </a:ext>
            </a:extLst>
          </p:cNvPr>
          <p:cNvSpPr txBox="1"/>
          <p:nvPr/>
        </p:nvSpPr>
        <p:spPr>
          <a:xfrm>
            <a:off x="152400" y="4532927"/>
            <a:ext cx="8839200" cy="1200329"/>
          </a:xfrm>
          <a:prstGeom prst="rect">
            <a:avLst/>
          </a:prstGeom>
          <a:solidFill>
            <a:schemeClr val="accent2">
              <a:lumMod val="10000"/>
              <a:lumOff val="90000"/>
            </a:schemeClr>
          </a:solid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altLang="en-US" sz="2400">
                <a:solidFill>
                  <a:schemeClr val="accent6">
                    <a:lumMod val="50000"/>
                  </a:schemeClr>
                </a:solidFill>
                <a:latin typeface="Times New Roman" panose="02020603050405020304" pitchFamily="18" charset="0"/>
                <a:ea typeface="Tahoma" pitchFamily="34" charset="0"/>
                <a:cs typeface="Times New Roman" panose="02020603050405020304" pitchFamily="18" charset="0"/>
              </a:rPr>
              <a:t>Kỹ sư kỹ thuật máy tính được đào tạo các kiến thức liên quan đến kỹ thuật điện tử, thiết kế phần mềm, thiết kế phần cứng và tích hợp giữa phần cứng với phần mềm</a:t>
            </a:r>
            <a:endParaRPr lang="en-US" sz="2400">
              <a:solidFill>
                <a:schemeClr val="accent6">
                  <a:lumMod val="50000"/>
                </a:schemeClr>
              </a:solidFill>
              <a:latin typeface="Times New Roman" panose="02020603050405020304" pitchFamily="18" charset="0"/>
              <a:ea typeface="Tahoma" pitchFamily="34" charset="0"/>
              <a:cs typeface="Times New Roman" panose="02020603050405020304" pitchFamily="18" charset="0"/>
            </a:endParaRPr>
          </a:p>
        </p:txBody>
      </p:sp>
    </p:spTree>
    <p:extLst>
      <p:ext uri="{BB962C8B-B14F-4D97-AF65-F5344CB8AC3E}">
        <p14:creationId xmlns:p14="http://schemas.microsoft.com/office/powerpoint/2010/main" val="1280942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b="1">
                <a:solidFill>
                  <a:srgbClr val="0070C0"/>
                </a:solidFill>
              </a:rPr>
              <a:t>Kỹ thuật máy tính là gì? </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10" name="Content Placeholder 2">
            <a:extLst>
              <a:ext uri="{FF2B5EF4-FFF2-40B4-BE49-F238E27FC236}">
                <a16:creationId xmlns:a16="http://schemas.microsoft.com/office/drawing/2014/main" id="{8C828A0F-CD6D-4F61-8777-A07AADE371D7}"/>
              </a:ext>
            </a:extLst>
          </p:cNvPr>
          <p:cNvSpPr>
            <a:spLocks noGrp="1"/>
          </p:cNvSpPr>
          <p:nvPr/>
        </p:nvSpPr>
        <p:spPr bwMode="auto">
          <a:xfrm>
            <a:off x="25152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vi-VN" sz="2400">
                <a:latin typeface="Times New Roman" panose="02020603050405020304" pitchFamily="18" charset="0"/>
                <a:cs typeface="Times New Roman" panose="02020603050405020304" pitchFamily="18" charset="0"/>
              </a:rPr>
              <a:t>Nghành Kỹ thuật máy tính nhằm nghiên cứu các nguyên lý, phương pháp để thiết kế và phát triển các hệ thống phần cứng và những phần mềm phục vụ cho hoạt động của các thiết bị phần cứng đó. </a:t>
            </a:r>
            <a:endParaRPr lang="en-US" sz="2400">
              <a:latin typeface="Times New Roman" panose="02020603050405020304" pitchFamily="18" charset="0"/>
              <a:cs typeface="Times New Roman" panose="02020603050405020304" pitchFamily="18" charset="0"/>
            </a:endParaRPr>
          </a:p>
          <a:p>
            <a:pPr algn="just"/>
            <a:r>
              <a:rPr lang="vi-VN" sz="2400">
                <a:latin typeface="Times New Roman" panose="02020603050405020304" pitchFamily="18" charset="0"/>
                <a:cs typeface="Times New Roman" panose="02020603050405020304" pitchFamily="18" charset="0"/>
              </a:rPr>
              <a:t>Kỹ thuật máy tính được nói đến trong nhiều khía cạnh của máy tính, từ thiết kế các mạch điện tử đơn giản đến thiết kế vi xử lý, máy tính cá nhân và kể cả các siêu máy tính. Đặc biệt trong việc thiết kế các hệ thống nhúng dùng trong hầu hết các thiết bị điện-điện tử như điện thoại di động, xe hơi, các bộ điều khiển trong các máy móc</a:t>
            </a:r>
            <a:r>
              <a:rPr lang="en-US" sz="2400">
                <a:latin typeface="Times New Roman" panose="02020603050405020304" pitchFamily="18" charset="0"/>
                <a:cs typeface="Times New Roman" panose="02020603050405020304" pitchFamily="18" charset="0"/>
              </a:rPr>
              <a:t> điện tử gia dụng (tivi, tủ lạnh, máy lạnh, lò vi sóng,…)</a:t>
            </a:r>
            <a:r>
              <a:rPr lang="vi-VN" sz="2400">
                <a:latin typeface="Times New Roman" panose="02020603050405020304" pitchFamily="18" charset="0"/>
                <a:cs typeface="Times New Roman" panose="02020603050405020304" pitchFamily="18" charset="0"/>
              </a:rPr>
              <a:t>, các robot công nghiệp</a:t>
            </a:r>
            <a:endParaRPr lang="en-US" sz="2400">
              <a:latin typeface="Times New Roman" panose="02020603050405020304" pitchFamily="18" charset="0"/>
              <a:cs typeface="Times New Roman" panose="02020603050405020304" pitchFamily="18" charset="0"/>
            </a:endParaRPr>
          </a:p>
          <a:p>
            <a:pPr algn="just"/>
            <a:endParaRPr lang="en-US" sz="2400"/>
          </a:p>
        </p:txBody>
      </p:sp>
    </p:spTree>
    <p:extLst>
      <p:ext uri="{BB962C8B-B14F-4D97-AF65-F5344CB8AC3E}">
        <p14:creationId xmlns:p14="http://schemas.microsoft.com/office/powerpoint/2010/main" val="1551158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611025" cy="693390"/>
          </a:xfrm>
        </p:spPr>
        <p:txBody>
          <a:bodyPr/>
          <a:lstStyle/>
          <a:p>
            <a:r>
              <a:rPr kumimoji="1" lang="en-US"/>
              <a:t>Sản phẩm của ngành KTMT ở khắp mọi nơi</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object 9">
            <a:extLst>
              <a:ext uri="{FF2B5EF4-FFF2-40B4-BE49-F238E27FC236}">
                <a16:creationId xmlns:a16="http://schemas.microsoft.com/office/drawing/2014/main" id="{ABB95826-F5CE-4BDD-84D7-CD38D92B37F0}"/>
              </a:ext>
            </a:extLst>
          </p:cNvPr>
          <p:cNvSpPr/>
          <p:nvPr/>
        </p:nvSpPr>
        <p:spPr>
          <a:xfrm>
            <a:off x="165824" y="1562224"/>
            <a:ext cx="1262749" cy="1294121"/>
          </a:xfrm>
          <a:prstGeom prst="rect">
            <a:avLst/>
          </a:prstGeom>
          <a:blipFill>
            <a:blip r:embed="rId2"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0" name="object 10">
            <a:extLst>
              <a:ext uri="{FF2B5EF4-FFF2-40B4-BE49-F238E27FC236}">
                <a16:creationId xmlns:a16="http://schemas.microsoft.com/office/drawing/2014/main" id="{8289FDEF-2F12-4583-ADAF-468E3333FED3}"/>
              </a:ext>
            </a:extLst>
          </p:cNvPr>
          <p:cNvSpPr/>
          <p:nvPr/>
        </p:nvSpPr>
        <p:spPr>
          <a:xfrm>
            <a:off x="1773942" y="1371600"/>
            <a:ext cx="3882845" cy="1145909"/>
          </a:xfrm>
          <a:prstGeom prst="rect">
            <a:avLst/>
          </a:prstGeom>
          <a:blipFill>
            <a:blip r:embed="rId3"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1" name="object 11">
            <a:extLst>
              <a:ext uri="{FF2B5EF4-FFF2-40B4-BE49-F238E27FC236}">
                <a16:creationId xmlns:a16="http://schemas.microsoft.com/office/drawing/2014/main" id="{9B4C72BA-BB3D-4CD3-928F-91CAC0F3015B}"/>
              </a:ext>
            </a:extLst>
          </p:cNvPr>
          <p:cNvSpPr/>
          <p:nvPr/>
        </p:nvSpPr>
        <p:spPr>
          <a:xfrm>
            <a:off x="7513504" y="1413523"/>
            <a:ext cx="1544800" cy="1196643"/>
          </a:xfrm>
          <a:prstGeom prst="rect">
            <a:avLst/>
          </a:prstGeom>
          <a:blipFill>
            <a:blip r:embed="rId4"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3" name="object 12">
            <a:extLst>
              <a:ext uri="{FF2B5EF4-FFF2-40B4-BE49-F238E27FC236}">
                <a16:creationId xmlns:a16="http://schemas.microsoft.com/office/drawing/2014/main" id="{8A45D087-5216-4B8F-9D2E-2E60B69BA60D}"/>
              </a:ext>
            </a:extLst>
          </p:cNvPr>
          <p:cNvSpPr/>
          <p:nvPr/>
        </p:nvSpPr>
        <p:spPr>
          <a:xfrm>
            <a:off x="99287" y="4775924"/>
            <a:ext cx="1765543" cy="1464356"/>
          </a:xfrm>
          <a:prstGeom prst="rect">
            <a:avLst/>
          </a:prstGeom>
          <a:blipFill>
            <a:blip r:embed="rId5"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4" name="object 13">
            <a:extLst>
              <a:ext uri="{FF2B5EF4-FFF2-40B4-BE49-F238E27FC236}">
                <a16:creationId xmlns:a16="http://schemas.microsoft.com/office/drawing/2014/main" id="{49AF44F8-C8BC-44DA-AD4C-C03BA5479FBB}"/>
              </a:ext>
            </a:extLst>
          </p:cNvPr>
          <p:cNvSpPr/>
          <p:nvPr/>
        </p:nvSpPr>
        <p:spPr>
          <a:xfrm>
            <a:off x="4558312" y="2790693"/>
            <a:ext cx="1244708" cy="1219803"/>
          </a:xfrm>
          <a:prstGeom prst="rect">
            <a:avLst/>
          </a:prstGeom>
          <a:blipFill>
            <a:blip r:embed="rId6"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5" name="object 14">
            <a:extLst>
              <a:ext uri="{FF2B5EF4-FFF2-40B4-BE49-F238E27FC236}">
                <a16:creationId xmlns:a16="http://schemas.microsoft.com/office/drawing/2014/main" id="{26AC8699-A185-4B61-B9B5-8DD741E36C58}"/>
              </a:ext>
            </a:extLst>
          </p:cNvPr>
          <p:cNvSpPr/>
          <p:nvPr/>
        </p:nvSpPr>
        <p:spPr>
          <a:xfrm>
            <a:off x="134433" y="3096622"/>
            <a:ext cx="1826907" cy="1075146"/>
          </a:xfrm>
          <a:prstGeom prst="rect">
            <a:avLst/>
          </a:prstGeom>
          <a:blipFill>
            <a:blip r:embed="rId7"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6" name="object 15">
            <a:extLst>
              <a:ext uri="{FF2B5EF4-FFF2-40B4-BE49-F238E27FC236}">
                <a16:creationId xmlns:a16="http://schemas.microsoft.com/office/drawing/2014/main" id="{0C38C670-69AA-4DAC-AA46-D714260B0B1D}"/>
              </a:ext>
            </a:extLst>
          </p:cNvPr>
          <p:cNvSpPr/>
          <p:nvPr/>
        </p:nvSpPr>
        <p:spPr>
          <a:xfrm>
            <a:off x="5756759" y="2056761"/>
            <a:ext cx="1744930" cy="654318"/>
          </a:xfrm>
          <a:prstGeom prst="rect">
            <a:avLst/>
          </a:prstGeom>
          <a:blipFill>
            <a:blip r:embed="rId8"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7" name="object 16">
            <a:extLst>
              <a:ext uri="{FF2B5EF4-FFF2-40B4-BE49-F238E27FC236}">
                <a16:creationId xmlns:a16="http://schemas.microsoft.com/office/drawing/2014/main" id="{D95A72D2-8F08-4B95-A171-64DF907BB94F}"/>
              </a:ext>
            </a:extLst>
          </p:cNvPr>
          <p:cNvSpPr/>
          <p:nvPr/>
        </p:nvSpPr>
        <p:spPr>
          <a:xfrm>
            <a:off x="5909236" y="4014236"/>
            <a:ext cx="3033702" cy="2226044"/>
          </a:xfrm>
          <a:prstGeom prst="rect">
            <a:avLst/>
          </a:prstGeom>
          <a:blipFill>
            <a:blip r:embed="rId9"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8" name="object 17">
            <a:extLst>
              <a:ext uri="{FF2B5EF4-FFF2-40B4-BE49-F238E27FC236}">
                <a16:creationId xmlns:a16="http://schemas.microsoft.com/office/drawing/2014/main" id="{6CF71D19-6726-4995-A76C-A9FE3955324B}"/>
              </a:ext>
            </a:extLst>
          </p:cNvPr>
          <p:cNvSpPr/>
          <p:nvPr/>
        </p:nvSpPr>
        <p:spPr>
          <a:xfrm>
            <a:off x="2282958" y="3937308"/>
            <a:ext cx="2406453" cy="1925161"/>
          </a:xfrm>
          <a:prstGeom prst="rect">
            <a:avLst/>
          </a:prstGeom>
          <a:blipFill>
            <a:blip r:embed="rId10"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19" name="object 18">
            <a:extLst>
              <a:ext uri="{FF2B5EF4-FFF2-40B4-BE49-F238E27FC236}">
                <a16:creationId xmlns:a16="http://schemas.microsoft.com/office/drawing/2014/main" id="{9FB8B4C9-7479-4013-8BDF-4E3F2338E5C5}"/>
              </a:ext>
            </a:extLst>
          </p:cNvPr>
          <p:cNvSpPr/>
          <p:nvPr/>
        </p:nvSpPr>
        <p:spPr>
          <a:xfrm>
            <a:off x="7787811" y="2542067"/>
            <a:ext cx="1022436" cy="1835387"/>
          </a:xfrm>
          <a:prstGeom prst="rect">
            <a:avLst/>
          </a:prstGeom>
          <a:blipFill>
            <a:blip r:embed="rId11"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20" name="object 19">
            <a:extLst>
              <a:ext uri="{FF2B5EF4-FFF2-40B4-BE49-F238E27FC236}">
                <a16:creationId xmlns:a16="http://schemas.microsoft.com/office/drawing/2014/main" id="{45102799-155B-4F7E-AC39-9B1711FB2232}"/>
              </a:ext>
            </a:extLst>
          </p:cNvPr>
          <p:cNvSpPr/>
          <p:nvPr/>
        </p:nvSpPr>
        <p:spPr>
          <a:xfrm>
            <a:off x="4255967" y="3847995"/>
            <a:ext cx="2135337" cy="2473423"/>
          </a:xfrm>
          <a:prstGeom prst="rect">
            <a:avLst/>
          </a:prstGeom>
          <a:blipFill>
            <a:blip r:embed="rId12"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21" name="object 20">
            <a:extLst>
              <a:ext uri="{FF2B5EF4-FFF2-40B4-BE49-F238E27FC236}">
                <a16:creationId xmlns:a16="http://schemas.microsoft.com/office/drawing/2014/main" id="{29589F78-4460-41D1-841C-BAB1354B3A84}"/>
              </a:ext>
            </a:extLst>
          </p:cNvPr>
          <p:cNvSpPr/>
          <p:nvPr/>
        </p:nvSpPr>
        <p:spPr>
          <a:xfrm>
            <a:off x="669880" y="4373791"/>
            <a:ext cx="2304954" cy="1044897"/>
          </a:xfrm>
          <a:prstGeom prst="rect">
            <a:avLst/>
          </a:prstGeom>
          <a:blipFill>
            <a:blip r:embed="rId13"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22" name="object 21">
            <a:extLst>
              <a:ext uri="{FF2B5EF4-FFF2-40B4-BE49-F238E27FC236}">
                <a16:creationId xmlns:a16="http://schemas.microsoft.com/office/drawing/2014/main" id="{E3DDFFD3-6308-4DC4-B615-15BCE198C183}"/>
              </a:ext>
            </a:extLst>
          </p:cNvPr>
          <p:cNvSpPr/>
          <p:nvPr/>
        </p:nvSpPr>
        <p:spPr>
          <a:xfrm>
            <a:off x="2326064" y="2829748"/>
            <a:ext cx="1260026" cy="1260026"/>
          </a:xfrm>
          <a:prstGeom prst="rect">
            <a:avLst/>
          </a:prstGeom>
          <a:blipFill>
            <a:blip r:embed="rId14"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23" name="object 22">
            <a:extLst>
              <a:ext uri="{FF2B5EF4-FFF2-40B4-BE49-F238E27FC236}">
                <a16:creationId xmlns:a16="http://schemas.microsoft.com/office/drawing/2014/main" id="{3298B7E2-5ADC-4616-B48E-25200E779EB3}"/>
              </a:ext>
            </a:extLst>
          </p:cNvPr>
          <p:cNvSpPr/>
          <p:nvPr/>
        </p:nvSpPr>
        <p:spPr>
          <a:xfrm>
            <a:off x="5673147" y="3753551"/>
            <a:ext cx="2624839" cy="1200268"/>
          </a:xfrm>
          <a:prstGeom prst="rect">
            <a:avLst/>
          </a:prstGeom>
          <a:blipFill>
            <a:blip r:embed="rId15" cstate="print"/>
            <a:stretch>
              <a:fillRect/>
            </a:stretch>
          </a:blipFill>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endParaRPr>
              <a:solidFill>
                <a:schemeClr val="bg1">
                  <a:lumMod val="50000"/>
                </a:schemeClr>
              </a:solidFill>
            </a:endParaRPr>
          </a:p>
        </p:txBody>
      </p:sp>
      <p:sp>
        <p:nvSpPr>
          <p:cNvPr id="24" name="object 25">
            <a:extLst>
              <a:ext uri="{FF2B5EF4-FFF2-40B4-BE49-F238E27FC236}">
                <a16:creationId xmlns:a16="http://schemas.microsoft.com/office/drawing/2014/main" id="{C7AF2F6C-B85D-4BEB-BF90-49A37FC27919}"/>
              </a:ext>
            </a:extLst>
          </p:cNvPr>
          <p:cNvSpPr txBox="1"/>
          <p:nvPr/>
        </p:nvSpPr>
        <p:spPr>
          <a:xfrm>
            <a:off x="1743594" y="2505980"/>
            <a:ext cx="3279086"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sz="1450" spc="-9" dirty="0">
                <a:latin typeface="Arial"/>
                <a:cs typeface="Arial"/>
              </a:rPr>
              <a:t>C</a:t>
            </a:r>
            <a:r>
              <a:rPr sz="1450" spc="-4" dirty="0">
                <a:latin typeface="Arial"/>
                <a:cs typeface="Arial"/>
              </a:rPr>
              <a:t>o</a:t>
            </a:r>
            <a:r>
              <a:rPr sz="1450" spc="4" dirty="0">
                <a:latin typeface="Arial"/>
                <a:cs typeface="Arial"/>
              </a:rPr>
              <a:t>mp</a:t>
            </a:r>
            <a:r>
              <a:rPr sz="1450" spc="-9" dirty="0">
                <a:latin typeface="Arial"/>
                <a:cs typeface="Arial"/>
              </a:rPr>
              <a:t>u</a:t>
            </a:r>
            <a:r>
              <a:rPr sz="1450" spc="0" dirty="0">
                <a:latin typeface="Arial"/>
                <a:cs typeface="Arial"/>
              </a:rPr>
              <a:t>tin</a:t>
            </a:r>
            <a:r>
              <a:rPr sz="1450" spc="-4" dirty="0">
                <a:latin typeface="Arial"/>
                <a:cs typeface="Arial"/>
              </a:rPr>
              <a:t>g</a:t>
            </a:r>
            <a:r>
              <a:rPr sz="1450" spc="0" dirty="0">
                <a:latin typeface="Arial"/>
                <a:cs typeface="Arial"/>
              </a:rPr>
              <a:t>:</a:t>
            </a:r>
            <a:r>
              <a:rPr sz="1450" spc="-74" dirty="0">
                <a:latin typeface="Arial"/>
                <a:cs typeface="Arial"/>
              </a:rPr>
              <a:t> </a:t>
            </a:r>
            <a:r>
              <a:rPr sz="1450" spc="0" dirty="0">
                <a:latin typeface="Arial"/>
                <a:cs typeface="Arial"/>
              </a:rPr>
              <a:t>Fr</a:t>
            </a:r>
            <a:r>
              <a:rPr sz="1450" spc="-4" dirty="0">
                <a:latin typeface="Arial"/>
                <a:cs typeface="Arial"/>
              </a:rPr>
              <a:t>o</a:t>
            </a:r>
            <a:r>
              <a:rPr sz="1450" spc="0" dirty="0">
                <a:latin typeface="Arial"/>
                <a:cs typeface="Arial"/>
              </a:rPr>
              <a:t>m</a:t>
            </a:r>
            <a:r>
              <a:rPr sz="1450" spc="-33" dirty="0">
                <a:latin typeface="Arial"/>
                <a:cs typeface="Arial"/>
              </a:rPr>
              <a:t> </a:t>
            </a:r>
            <a:r>
              <a:rPr sz="1450" spc="-9" dirty="0">
                <a:latin typeface="Arial"/>
                <a:cs typeface="Arial"/>
              </a:rPr>
              <a:t>H</a:t>
            </a:r>
            <a:r>
              <a:rPr sz="1450" spc="0" dirty="0">
                <a:latin typeface="Arial"/>
                <a:cs typeface="Arial"/>
              </a:rPr>
              <a:t>andh</a:t>
            </a:r>
            <a:r>
              <a:rPr sz="1450" spc="-4" dirty="0">
                <a:latin typeface="Arial"/>
                <a:cs typeface="Arial"/>
              </a:rPr>
              <a:t>el</a:t>
            </a:r>
            <a:r>
              <a:rPr sz="1450" spc="0" dirty="0">
                <a:latin typeface="Arial"/>
                <a:cs typeface="Arial"/>
              </a:rPr>
              <a:t>ds</a:t>
            </a:r>
            <a:r>
              <a:rPr sz="1450" spc="-74" dirty="0">
                <a:latin typeface="Arial"/>
                <a:cs typeface="Arial"/>
              </a:rPr>
              <a:t> </a:t>
            </a:r>
            <a:r>
              <a:rPr sz="1450" spc="0" dirty="0">
                <a:latin typeface="Arial"/>
                <a:cs typeface="Arial"/>
              </a:rPr>
              <a:t>to</a:t>
            </a:r>
            <a:r>
              <a:rPr sz="1450" spc="-21" dirty="0">
                <a:latin typeface="Arial"/>
                <a:cs typeface="Arial"/>
              </a:rPr>
              <a:t> </a:t>
            </a:r>
            <a:r>
              <a:rPr sz="1450" spc="-25" dirty="0">
                <a:latin typeface="Arial"/>
                <a:cs typeface="Arial"/>
              </a:rPr>
              <a:t>S</a:t>
            </a:r>
            <a:r>
              <a:rPr sz="1450" spc="-4" dirty="0">
                <a:latin typeface="Arial"/>
                <a:cs typeface="Arial"/>
              </a:rPr>
              <a:t>e</a:t>
            </a:r>
            <a:r>
              <a:rPr sz="1450" spc="0" dirty="0">
                <a:latin typeface="Arial"/>
                <a:cs typeface="Arial"/>
              </a:rPr>
              <a:t>r</a:t>
            </a:r>
            <a:r>
              <a:rPr sz="1450" spc="4" dirty="0">
                <a:latin typeface="Arial"/>
                <a:cs typeface="Arial"/>
              </a:rPr>
              <a:t>v</a:t>
            </a:r>
            <a:r>
              <a:rPr sz="1450" spc="-4" dirty="0">
                <a:latin typeface="Arial"/>
                <a:cs typeface="Arial"/>
              </a:rPr>
              <a:t>e</a:t>
            </a:r>
            <a:r>
              <a:rPr sz="1450" spc="0" dirty="0">
                <a:latin typeface="Arial"/>
                <a:cs typeface="Arial"/>
              </a:rPr>
              <a:t>rs</a:t>
            </a:r>
            <a:endParaRPr sz="1450" dirty="0">
              <a:latin typeface="Arial"/>
              <a:cs typeface="Arial"/>
            </a:endParaRPr>
          </a:p>
        </p:txBody>
      </p:sp>
      <p:sp>
        <p:nvSpPr>
          <p:cNvPr id="25" name="object 26">
            <a:extLst>
              <a:ext uri="{FF2B5EF4-FFF2-40B4-BE49-F238E27FC236}">
                <a16:creationId xmlns:a16="http://schemas.microsoft.com/office/drawing/2014/main" id="{D21C5075-A4B7-4939-97F7-CB424951D8B6}"/>
              </a:ext>
            </a:extLst>
          </p:cNvPr>
          <p:cNvSpPr txBox="1"/>
          <p:nvPr/>
        </p:nvSpPr>
        <p:spPr>
          <a:xfrm>
            <a:off x="2419317" y="3442084"/>
            <a:ext cx="806429"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sz="1450" spc="-9" dirty="0">
                <a:solidFill>
                  <a:schemeClr val="bg1"/>
                </a:solidFill>
                <a:latin typeface="Arial"/>
                <a:cs typeface="Arial"/>
              </a:rPr>
              <a:t>C</a:t>
            </a:r>
            <a:r>
              <a:rPr sz="1450" spc="0" dirty="0">
                <a:solidFill>
                  <a:schemeClr val="bg1"/>
                </a:solidFill>
                <a:latin typeface="Arial"/>
                <a:cs typeface="Arial"/>
              </a:rPr>
              <a:t>a</a:t>
            </a:r>
            <a:r>
              <a:rPr sz="1450" spc="4" dirty="0">
                <a:solidFill>
                  <a:schemeClr val="bg1"/>
                </a:solidFill>
                <a:latin typeface="Arial"/>
                <a:cs typeface="Arial"/>
              </a:rPr>
              <a:t>m</a:t>
            </a:r>
            <a:r>
              <a:rPr sz="1450" spc="-4" dirty="0">
                <a:solidFill>
                  <a:schemeClr val="bg1"/>
                </a:solidFill>
                <a:latin typeface="Arial"/>
                <a:cs typeface="Arial"/>
              </a:rPr>
              <a:t>e</a:t>
            </a:r>
            <a:r>
              <a:rPr sz="1450" spc="0" dirty="0">
                <a:solidFill>
                  <a:schemeClr val="bg1"/>
                </a:solidFill>
                <a:latin typeface="Arial"/>
                <a:cs typeface="Arial"/>
              </a:rPr>
              <a:t>ras</a:t>
            </a:r>
            <a:endParaRPr sz="1450" dirty="0">
              <a:solidFill>
                <a:schemeClr val="bg1"/>
              </a:solidFill>
              <a:latin typeface="Arial"/>
              <a:cs typeface="Arial"/>
            </a:endParaRPr>
          </a:p>
        </p:txBody>
      </p:sp>
      <p:sp>
        <p:nvSpPr>
          <p:cNvPr id="26" name="object 27">
            <a:extLst>
              <a:ext uri="{FF2B5EF4-FFF2-40B4-BE49-F238E27FC236}">
                <a16:creationId xmlns:a16="http://schemas.microsoft.com/office/drawing/2014/main" id="{1759D3F2-F7F1-45A0-9F3B-3F282E2103A7}"/>
              </a:ext>
            </a:extLst>
          </p:cNvPr>
          <p:cNvSpPr txBox="1"/>
          <p:nvPr/>
        </p:nvSpPr>
        <p:spPr>
          <a:xfrm>
            <a:off x="5885656" y="3430714"/>
            <a:ext cx="1157523"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sz="1450" spc="0" dirty="0">
                <a:latin typeface="Arial"/>
                <a:cs typeface="Arial"/>
              </a:rPr>
              <a:t>and</a:t>
            </a:r>
            <a:r>
              <a:rPr sz="1450" spc="-29" dirty="0">
                <a:latin typeface="Arial"/>
                <a:cs typeface="Arial"/>
              </a:rPr>
              <a:t> </a:t>
            </a:r>
            <a:r>
              <a:rPr sz="1450" spc="-25" dirty="0">
                <a:latin typeface="Arial"/>
                <a:cs typeface="Arial"/>
              </a:rPr>
              <a:t>S</a:t>
            </a:r>
            <a:r>
              <a:rPr sz="1450" spc="0" dirty="0">
                <a:latin typeface="Arial"/>
                <a:cs typeface="Arial"/>
              </a:rPr>
              <a:t>at</a:t>
            </a:r>
            <a:r>
              <a:rPr sz="1450" spc="-4" dirty="0">
                <a:latin typeface="Arial"/>
                <a:cs typeface="Arial"/>
              </a:rPr>
              <a:t>ell</a:t>
            </a:r>
            <a:r>
              <a:rPr sz="1450" spc="0" dirty="0">
                <a:latin typeface="Arial"/>
                <a:cs typeface="Arial"/>
              </a:rPr>
              <a:t>it</a:t>
            </a:r>
            <a:r>
              <a:rPr sz="1450" spc="-9" dirty="0">
                <a:latin typeface="Arial"/>
                <a:cs typeface="Arial"/>
              </a:rPr>
              <a:t>e</a:t>
            </a:r>
            <a:r>
              <a:rPr sz="1450" spc="0" dirty="0">
                <a:latin typeface="Arial"/>
                <a:cs typeface="Arial"/>
              </a:rPr>
              <a:t>s</a:t>
            </a:r>
            <a:endParaRPr sz="1450" dirty="0">
              <a:latin typeface="Arial"/>
              <a:cs typeface="Arial"/>
            </a:endParaRPr>
          </a:p>
        </p:txBody>
      </p:sp>
      <p:sp>
        <p:nvSpPr>
          <p:cNvPr id="27" name="object 28">
            <a:extLst>
              <a:ext uri="{FF2B5EF4-FFF2-40B4-BE49-F238E27FC236}">
                <a16:creationId xmlns:a16="http://schemas.microsoft.com/office/drawing/2014/main" id="{646DC1FF-407A-4A4F-A6A6-86456483F87A}"/>
              </a:ext>
            </a:extLst>
          </p:cNvPr>
          <p:cNvSpPr txBox="1"/>
          <p:nvPr/>
        </p:nvSpPr>
        <p:spPr>
          <a:xfrm>
            <a:off x="3036872" y="5877024"/>
            <a:ext cx="2123981"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0" dirty="0">
                <a:latin typeface="Arial"/>
                <a:cs typeface="Arial"/>
              </a:rPr>
              <a:t>Medical imaging</a:t>
            </a:r>
          </a:p>
          <a:p>
            <a:pPr marL="12700">
              <a:lnSpc>
                <a:spcPts val="1515"/>
              </a:lnSpc>
              <a:spcBef>
                <a:spcPts val="75"/>
              </a:spcBef>
            </a:pPr>
            <a:r>
              <a:rPr sz="1450" spc="0" dirty="0">
                <a:latin typeface="Arial"/>
                <a:cs typeface="Arial"/>
              </a:rPr>
              <a:t>P</a:t>
            </a:r>
            <a:r>
              <a:rPr sz="1450" spc="-4" dirty="0">
                <a:latin typeface="Arial"/>
                <a:cs typeface="Arial"/>
              </a:rPr>
              <a:t>o</a:t>
            </a:r>
            <a:r>
              <a:rPr sz="1450" spc="0" dirty="0">
                <a:latin typeface="Arial"/>
                <a:cs typeface="Arial"/>
              </a:rPr>
              <a:t>rta</a:t>
            </a:r>
            <a:r>
              <a:rPr sz="1450" spc="4" dirty="0">
                <a:latin typeface="Arial"/>
                <a:cs typeface="Arial"/>
              </a:rPr>
              <a:t>b</a:t>
            </a:r>
            <a:r>
              <a:rPr sz="1450" spc="-4" dirty="0">
                <a:latin typeface="Arial"/>
                <a:cs typeface="Arial"/>
              </a:rPr>
              <a:t>l</a:t>
            </a:r>
            <a:r>
              <a:rPr sz="1450" spc="0" dirty="0">
                <a:latin typeface="Arial"/>
                <a:cs typeface="Arial"/>
              </a:rPr>
              <a:t>e</a:t>
            </a:r>
            <a:r>
              <a:rPr sz="1450" spc="-63" dirty="0">
                <a:latin typeface="Arial"/>
                <a:cs typeface="Arial"/>
              </a:rPr>
              <a:t> </a:t>
            </a:r>
            <a:r>
              <a:rPr sz="1450" spc="4" dirty="0">
                <a:latin typeface="Arial"/>
                <a:cs typeface="Arial"/>
              </a:rPr>
              <a:t>M</a:t>
            </a:r>
            <a:r>
              <a:rPr sz="1450" spc="-4" dirty="0">
                <a:latin typeface="Arial"/>
                <a:cs typeface="Arial"/>
              </a:rPr>
              <a:t>e</a:t>
            </a:r>
            <a:r>
              <a:rPr sz="1450" spc="0" dirty="0">
                <a:latin typeface="Arial"/>
                <a:cs typeface="Arial"/>
              </a:rPr>
              <a:t>d</a:t>
            </a:r>
            <a:r>
              <a:rPr sz="1450" spc="-4" dirty="0">
                <a:latin typeface="Arial"/>
                <a:cs typeface="Arial"/>
              </a:rPr>
              <a:t>i</a:t>
            </a:r>
            <a:r>
              <a:rPr sz="1450" spc="0" dirty="0">
                <a:latin typeface="Arial"/>
                <a:cs typeface="Arial"/>
              </a:rPr>
              <a:t>cal</a:t>
            </a:r>
            <a:r>
              <a:rPr sz="1450" spc="-59" dirty="0">
                <a:latin typeface="Arial"/>
                <a:cs typeface="Arial"/>
              </a:rPr>
              <a:t> </a:t>
            </a:r>
            <a:r>
              <a:rPr sz="1450" spc="-9" dirty="0">
                <a:latin typeface="Arial"/>
                <a:cs typeface="Arial"/>
              </a:rPr>
              <a:t>D</a:t>
            </a:r>
            <a:r>
              <a:rPr sz="1450" spc="-4" dirty="0">
                <a:latin typeface="Arial"/>
                <a:cs typeface="Arial"/>
              </a:rPr>
              <a:t>e</a:t>
            </a:r>
            <a:r>
              <a:rPr sz="1450" spc="0" dirty="0">
                <a:latin typeface="Arial"/>
                <a:cs typeface="Arial"/>
              </a:rPr>
              <a:t>vic</a:t>
            </a:r>
            <a:r>
              <a:rPr sz="1450" spc="-4" dirty="0">
                <a:latin typeface="Arial"/>
                <a:cs typeface="Arial"/>
              </a:rPr>
              <a:t>e</a:t>
            </a:r>
            <a:r>
              <a:rPr sz="1450" spc="0" dirty="0">
                <a:latin typeface="Arial"/>
                <a:cs typeface="Arial"/>
              </a:rPr>
              <a:t>s</a:t>
            </a:r>
            <a:endParaRPr sz="1450" dirty="0">
              <a:latin typeface="Arial"/>
              <a:cs typeface="Arial"/>
            </a:endParaRPr>
          </a:p>
        </p:txBody>
      </p:sp>
      <p:sp>
        <p:nvSpPr>
          <p:cNvPr id="28" name="object 29">
            <a:extLst>
              <a:ext uri="{FF2B5EF4-FFF2-40B4-BE49-F238E27FC236}">
                <a16:creationId xmlns:a16="http://schemas.microsoft.com/office/drawing/2014/main" id="{397E0065-3439-4F4A-BFA7-917A11570E1D}"/>
              </a:ext>
            </a:extLst>
          </p:cNvPr>
          <p:cNvSpPr txBox="1"/>
          <p:nvPr/>
        </p:nvSpPr>
        <p:spPr>
          <a:xfrm>
            <a:off x="1693451" y="6049652"/>
            <a:ext cx="826373"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sz="1450" spc="-4" dirty="0">
                <a:latin typeface="Arial"/>
                <a:cs typeface="Arial"/>
              </a:rPr>
              <a:t>Ne</a:t>
            </a:r>
            <a:r>
              <a:rPr sz="1450" spc="0" dirty="0">
                <a:latin typeface="Arial"/>
                <a:cs typeface="Arial"/>
              </a:rPr>
              <a:t>tworks</a:t>
            </a:r>
            <a:endParaRPr sz="1450" dirty="0">
              <a:latin typeface="Arial"/>
              <a:cs typeface="Arial"/>
            </a:endParaRPr>
          </a:p>
        </p:txBody>
      </p:sp>
      <p:sp>
        <p:nvSpPr>
          <p:cNvPr id="29" name="object 27">
            <a:extLst>
              <a:ext uri="{FF2B5EF4-FFF2-40B4-BE49-F238E27FC236}">
                <a16:creationId xmlns:a16="http://schemas.microsoft.com/office/drawing/2014/main" id="{13C3C4FD-9084-4D09-A928-8F338D4073E0}"/>
              </a:ext>
            </a:extLst>
          </p:cNvPr>
          <p:cNvSpPr txBox="1"/>
          <p:nvPr/>
        </p:nvSpPr>
        <p:spPr>
          <a:xfrm>
            <a:off x="808501" y="2066280"/>
            <a:ext cx="1157523" cy="42013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dirty="0">
                <a:latin typeface="Arial"/>
                <a:cs typeface="Arial"/>
              </a:rPr>
              <a:t>Game </a:t>
            </a:r>
          </a:p>
          <a:p>
            <a:pPr marL="12700">
              <a:lnSpc>
                <a:spcPts val="1515"/>
              </a:lnSpc>
              <a:spcBef>
                <a:spcPts val="75"/>
              </a:spcBef>
            </a:pPr>
            <a:r>
              <a:rPr lang="en-US" sz="1450" dirty="0">
                <a:latin typeface="Arial"/>
                <a:cs typeface="Arial"/>
              </a:rPr>
              <a:t>Console</a:t>
            </a:r>
            <a:endParaRPr sz="1450" dirty="0">
              <a:latin typeface="Arial"/>
              <a:cs typeface="Arial"/>
            </a:endParaRPr>
          </a:p>
        </p:txBody>
      </p:sp>
      <p:sp>
        <p:nvSpPr>
          <p:cNvPr id="30" name="object 29">
            <a:extLst>
              <a:ext uri="{FF2B5EF4-FFF2-40B4-BE49-F238E27FC236}">
                <a16:creationId xmlns:a16="http://schemas.microsoft.com/office/drawing/2014/main" id="{38DDF894-41FB-418F-A803-422955DA0D22}"/>
              </a:ext>
            </a:extLst>
          </p:cNvPr>
          <p:cNvSpPr txBox="1"/>
          <p:nvPr/>
        </p:nvSpPr>
        <p:spPr>
          <a:xfrm>
            <a:off x="6391304" y="5496024"/>
            <a:ext cx="1361057" cy="304800"/>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4" dirty="0">
                <a:solidFill>
                  <a:schemeClr val="bg1"/>
                </a:solidFill>
                <a:latin typeface="Arial"/>
                <a:cs typeface="Arial"/>
              </a:rPr>
              <a:t>Solar Panel</a:t>
            </a:r>
            <a:endParaRPr sz="1450" dirty="0">
              <a:solidFill>
                <a:schemeClr val="bg1"/>
              </a:solidFill>
              <a:latin typeface="Arial"/>
              <a:cs typeface="Arial"/>
            </a:endParaRPr>
          </a:p>
        </p:txBody>
      </p:sp>
      <p:sp>
        <p:nvSpPr>
          <p:cNvPr id="31" name="object 29">
            <a:extLst>
              <a:ext uri="{FF2B5EF4-FFF2-40B4-BE49-F238E27FC236}">
                <a16:creationId xmlns:a16="http://schemas.microsoft.com/office/drawing/2014/main" id="{8FD68691-4A12-4C0E-A7E9-1C43C963A4DB}"/>
              </a:ext>
            </a:extLst>
          </p:cNvPr>
          <p:cNvSpPr txBox="1"/>
          <p:nvPr/>
        </p:nvSpPr>
        <p:spPr>
          <a:xfrm>
            <a:off x="1223121" y="5386300"/>
            <a:ext cx="1079231"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4" dirty="0">
                <a:latin typeface="Arial"/>
                <a:cs typeface="Arial"/>
              </a:rPr>
              <a:t>Automobiles</a:t>
            </a:r>
            <a:endParaRPr sz="1450" dirty="0">
              <a:latin typeface="Arial"/>
              <a:cs typeface="Arial"/>
            </a:endParaRPr>
          </a:p>
        </p:txBody>
      </p:sp>
      <p:sp>
        <p:nvSpPr>
          <p:cNvPr id="32" name="object 29">
            <a:extLst>
              <a:ext uri="{FF2B5EF4-FFF2-40B4-BE49-F238E27FC236}">
                <a16:creationId xmlns:a16="http://schemas.microsoft.com/office/drawing/2014/main" id="{5F56248E-D914-44D6-AB51-BFD8C34247AD}"/>
              </a:ext>
            </a:extLst>
          </p:cNvPr>
          <p:cNvSpPr txBox="1"/>
          <p:nvPr/>
        </p:nvSpPr>
        <p:spPr>
          <a:xfrm>
            <a:off x="85696" y="4014235"/>
            <a:ext cx="1428808" cy="339449"/>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4" dirty="0">
                <a:latin typeface="Arial"/>
                <a:cs typeface="Arial"/>
              </a:rPr>
              <a:t>Electric and Hybrid Vehicles </a:t>
            </a:r>
            <a:endParaRPr sz="1450" dirty="0">
              <a:latin typeface="Arial"/>
              <a:cs typeface="Arial"/>
            </a:endParaRPr>
          </a:p>
        </p:txBody>
      </p:sp>
      <p:sp>
        <p:nvSpPr>
          <p:cNvPr id="33" name="object 27">
            <a:extLst>
              <a:ext uri="{FF2B5EF4-FFF2-40B4-BE49-F238E27FC236}">
                <a16:creationId xmlns:a16="http://schemas.microsoft.com/office/drawing/2014/main" id="{B1D8B917-4B73-42F5-B1B7-0E66D640B72A}"/>
              </a:ext>
            </a:extLst>
          </p:cNvPr>
          <p:cNvSpPr txBox="1"/>
          <p:nvPr/>
        </p:nvSpPr>
        <p:spPr>
          <a:xfrm>
            <a:off x="6268564" y="2720917"/>
            <a:ext cx="1397592"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0" dirty="0">
                <a:latin typeface="Arial"/>
                <a:cs typeface="Arial"/>
              </a:rPr>
              <a:t>Internet Routers</a:t>
            </a:r>
            <a:endParaRPr sz="1450" dirty="0">
              <a:latin typeface="Arial"/>
              <a:cs typeface="Arial"/>
            </a:endParaRPr>
          </a:p>
        </p:txBody>
      </p:sp>
      <p:sp>
        <p:nvSpPr>
          <p:cNvPr id="34" name="object 27">
            <a:extLst>
              <a:ext uri="{FF2B5EF4-FFF2-40B4-BE49-F238E27FC236}">
                <a16:creationId xmlns:a16="http://schemas.microsoft.com/office/drawing/2014/main" id="{21E537CA-39BA-47FD-9F66-40D1F1860481}"/>
              </a:ext>
            </a:extLst>
          </p:cNvPr>
          <p:cNvSpPr txBox="1"/>
          <p:nvPr/>
        </p:nvSpPr>
        <p:spPr>
          <a:xfrm>
            <a:off x="5844274" y="3222848"/>
            <a:ext cx="1397592"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0" dirty="0">
                <a:latin typeface="Arial"/>
                <a:cs typeface="Arial"/>
              </a:rPr>
              <a:t>GPS Devices</a:t>
            </a:r>
            <a:endParaRPr sz="1450" dirty="0">
              <a:latin typeface="Arial"/>
              <a:cs typeface="Arial"/>
            </a:endParaRPr>
          </a:p>
        </p:txBody>
      </p:sp>
      <p:sp>
        <p:nvSpPr>
          <p:cNvPr id="35" name="object 27">
            <a:extLst>
              <a:ext uri="{FF2B5EF4-FFF2-40B4-BE49-F238E27FC236}">
                <a16:creationId xmlns:a16="http://schemas.microsoft.com/office/drawing/2014/main" id="{383EACBA-B90F-4C86-A91E-62F8EF3A8A3C}"/>
              </a:ext>
            </a:extLst>
          </p:cNvPr>
          <p:cNvSpPr txBox="1"/>
          <p:nvPr/>
        </p:nvSpPr>
        <p:spPr>
          <a:xfrm>
            <a:off x="7137755" y="3629808"/>
            <a:ext cx="876941" cy="208372"/>
          </a:xfrm>
          <a:prstGeom prst="rect">
            <a:avLst/>
          </a:prstGeom>
        </p:spPr>
        <p:txBody>
          <a:bodyPr wrap="square" lIns="0" tIns="0" rIns="0" bIns="0" rtlCol="0">
            <a:no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marL="12700">
              <a:lnSpc>
                <a:spcPts val="1515"/>
              </a:lnSpc>
              <a:spcBef>
                <a:spcPts val="75"/>
              </a:spcBef>
            </a:pPr>
            <a:r>
              <a:rPr lang="en-US" sz="1450" spc="0" dirty="0">
                <a:latin typeface="Arial"/>
                <a:cs typeface="Arial"/>
              </a:rPr>
              <a:t>Robots</a:t>
            </a:r>
            <a:endParaRPr sz="1450" dirty="0">
              <a:latin typeface="Arial"/>
              <a:cs typeface="Arial"/>
            </a:endParaRPr>
          </a:p>
        </p:txBody>
      </p:sp>
    </p:spTree>
    <p:extLst>
      <p:ext uri="{BB962C8B-B14F-4D97-AF65-F5344CB8AC3E}">
        <p14:creationId xmlns:p14="http://schemas.microsoft.com/office/powerpoint/2010/main" val="2056581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Content Placeholder 2">
            <a:extLst>
              <a:ext uri="{FF2B5EF4-FFF2-40B4-BE49-F238E27FC236}">
                <a16:creationId xmlns:a16="http://schemas.microsoft.com/office/drawing/2014/main" id="{B2FF6409-4E60-4CE2-AD9E-3EDF7577D9CF}"/>
              </a:ext>
            </a:extLst>
          </p:cNvPr>
          <p:cNvSpPr>
            <a:spLocks noGrp="1"/>
          </p:cNvSpPr>
          <p:nvPr/>
        </p:nvSpPr>
        <p:spPr bwMode="auto">
          <a:xfrm>
            <a:off x="533400" y="1371600"/>
            <a:ext cx="8686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nSpc>
                <a:spcPct val="150000"/>
              </a:lnSpc>
              <a:spcBef>
                <a:spcPts val="600"/>
              </a:spcBef>
              <a:spcAft>
                <a:spcPts val="600"/>
              </a:spcAft>
              <a:buFont typeface="+mj-lt"/>
              <a:buAutoNum type="arabicPeriod"/>
            </a:pPr>
            <a:r>
              <a:rPr lang="en-US">
                <a:latin typeface="+mj-lt"/>
              </a:rPr>
              <a:t>Giới thiệu chung về ngành Kỹ thuật máy tính</a:t>
            </a:r>
          </a:p>
          <a:p>
            <a:pPr marL="514350" lvl="0" indent="-514350">
              <a:lnSpc>
                <a:spcPct val="150000"/>
              </a:lnSpc>
              <a:spcBef>
                <a:spcPts val="600"/>
              </a:spcBef>
              <a:spcAft>
                <a:spcPts val="600"/>
              </a:spcAft>
              <a:buFont typeface="+mj-lt"/>
              <a:buAutoNum type="arabicPeriod"/>
            </a:pPr>
            <a:r>
              <a:rPr lang="en-US" b="1">
                <a:solidFill>
                  <a:srgbClr val="FF9933"/>
                </a:solidFill>
                <a:latin typeface="+mj-lt"/>
              </a:rPr>
              <a:t>Chương trình đào tạo ngành Kỹ thuật máy tính</a:t>
            </a:r>
          </a:p>
          <a:p>
            <a:pPr marL="514350" indent="-514350">
              <a:lnSpc>
                <a:spcPct val="150000"/>
              </a:lnSpc>
              <a:spcBef>
                <a:spcPts val="600"/>
              </a:spcBef>
              <a:spcAft>
                <a:spcPts val="600"/>
              </a:spcAft>
              <a:buFont typeface="+mj-lt"/>
              <a:buAutoNum type="arabicPeriod"/>
            </a:pPr>
            <a:r>
              <a:rPr lang="en-US">
                <a:latin typeface="+mj-lt"/>
              </a:rPr>
              <a:t>Cơ hội nghề nghiệp</a:t>
            </a:r>
          </a:p>
          <a:p>
            <a:pPr marL="514350" indent="-514350">
              <a:lnSpc>
                <a:spcPct val="150000"/>
              </a:lnSpc>
              <a:spcBef>
                <a:spcPts val="600"/>
              </a:spcBef>
              <a:spcAft>
                <a:spcPts val="600"/>
              </a:spcAft>
              <a:buFont typeface="+mj-lt"/>
              <a:buAutoNum type="arabicPeriod"/>
            </a:pPr>
            <a:r>
              <a:rPr lang="en-US">
                <a:latin typeface="+mj-lt"/>
              </a:rPr>
              <a:t>Các hướng nghiên cứu và phát triển</a:t>
            </a:r>
          </a:p>
          <a:p>
            <a:pPr marL="514350" indent="-514350">
              <a:lnSpc>
                <a:spcPct val="150000"/>
              </a:lnSpc>
              <a:spcBef>
                <a:spcPts val="600"/>
              </a:spcBef>
              <a:spcAft>
                <a:spcPts val="600"/>
              </a:spcAft>
              <a:buFont typeface="+mj-lt"/>
              <a:buAutoNum type="arabicPeriod"/>
            </a:pPr>
            <a:r>
              <a:rPr lang="en-US">
                <a:latin typeface="+mj-lt"/>
              </a:rPr>
              <a:t>Thành tựu và chính sách</a:t>
            </a:r>
          </a:p>
        </p:txBody>
      </p:sp>
    </p:spTree>
    <p:extLst>
      <p:ext uri="{BB962C8B-B14F-4D97-AF65-F5344CB8AC3E}">
        <p14:creationId xmlns:p14="http://schemas.microsoft.com/office/powerpoint/2010/main" val="2815726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Giảng viên: HTN và IoT</a:t>
            </a:r>
          </a:p>
        </p:txBody>
      </p:sp>
      <p:pic>
        <p:nvPicPr>
          <p:cNvPr id="3" name="Picture 2" descr="Graphical user interface, text, application, chat or text message&#10;&#10;Description automatically generated">
            <a:extLst>
              <a:ext uri="{FF2B5EF4-FFF2-40B4-BE49-F238E27FC236}">
                <a16:creationId xmlns:a16="http://schemas.microsoft.com/office/drawing/2014/main" id="{08D932D0-937A-4E8A-B01F-0F73D9EFD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831" y="1412776"/>
            <a:ext cx="7538337" cy="4824536"/>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685980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Giảng viên: HTN và IoT</a:t>
            </a:r>
          </a:p>
        </p:txBody>
      </p:sp>
      <p:pic>
        <p:nvPicPr>
          <p:cNvPr id="6" name="Picture 5" descr="Graphical user interface, text, application, chat or text message&#10;&#10;Description automatically generated">
            <a:extLst>
              <a:ext uri="{FF2B5EF4-FFF2-40B4-BE49-F238E27FC236}">
                <a16:creationId xmlns:a16="http://schemas.microsoft.com/office/drawing/2014/main" id="{9E57AFEF-DC0E-4844-ADDA-BFE01BA5A2E3}"/>
              </a:ext>
            </a:extLst>
          </p:cNvPr>
          <p:cNvPicPr>
            <a:picLocks noChangeAspect="1"/>
          </p:cNvPicPr>
          <p:nvPr/>
        </p:nvPicPr>
        <p:blipFill rotWithShape="1">
          <a:blip r:embed="rId2">
            <a:extLst>
              <a:ext uri="{28A0092B-C50C-407E-A947-70E740481C1C}">
                <a14:useLocalDpi xmlns:a14="http://schemas.microsoft.com/office/drawing/2010/main" val="0"/>
              </a:ext>
            </a:extLst>
          </a:blip>
          <a:srcRect t="6624" r="-2" b="16628"/>
          <a:stretch/>
        </p:blipFill>
        <p:spPr>
          <a:xfrm>
            <a:off x="251520" y="1412776"/>
            <a:ext cx="8640960" cy="4824536"/>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423875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Giảng viên: TKVM và Phần cứng</a:t>
            </a:r>
          </a:p>
        </p:txBody>
      </p:sp>
      <p:pic>
        <p:nvPicPr>
          <p:cNvPr id="9" name="Picture 8" descr="Graphical user interface, text, application, chat or text message&#10;&#10;Description automatically generated">
            <a:extLst>
              <a:ext uri="{FF2B5EF4-FFF2-40B4-BE49-F238E27FC236}">
                <a16:creationId xmlns:a16="http://schemas.microsoft.com/office/drawing/2014/main" id="{A8CF07BB-D6C5-4593-ACD7-320582F00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8199" y="1412776"/>
            <a:ext cx="6747602" cy="4824536"/>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3359811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Giảng viên: TKVM và Phần cứng</a:t>
            </a:r>
          </a:p>
        </p:txBody>
      </p:sp>
      <p:pic>
        <p:nvPicPr>
          <p:cNvPr id="3" name="Picture 2" descr="Graphical user interface, text, application, chat or text message&#10;&#10;Description automatically generated">
            <a:extLst>
              <a:ext uri="{FF2B5EF4-FFF2-40B4-BE49-F238E27FC236}">
                <a16:creationId xmlns:a16="http://schemas.microsoft.com/office/drawing/2014/main" id="{3BC8EBCA-85DB-4DA9-988A-FA02FE71ECB1}"/>
              </a:ext>
            </a:extLst>
          </p:cNvPr>
          <p:cNvPicPr>
            <a:picLocks noChangeAspect="1"/>
          </p:cNvPicPr>
          <p:nvPr/>
        </p:nvPicPr>
        <p:blipFill rotWithShape="1">
          <a:blip r:embed="rId2">
            <a:extLst>
              <a:ext uri="{28A0092B-C50C-407E-A947-70E740481C1C}">
                <a14:useLocalDpi xmlns:a14="http://schemas.microsoft.com/office/drawing/2010/main" val="0"/>
              </a:ext>
            </a:extLst>
          </a:blip>
          <a:srcRect r="10001" b="1"/>
          <a:stretch/>
        </p:blipFill>
        <p:spPr>
          <a:xfrm>
            <a:off x="251520" y="1412776"/>
            <a:ext cx="8640960" cy="4824536"/>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2838865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Mục tiêu của CTĐT KTMT</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Content Placeholder 2">
            <a:extLst>
              <a:ext uri="{FF2B5EF4-FFF2-40B4-BE49-F238E27FC236}">
                <a16:creationId xmlns:a16="http://schemas.microsoft.com/office/drawing/2014/main" id="{3CE51B9C-CCE4-439D-95EA-7356284C8340}"/>
              </a:ext>
            </a:extLst>
          </p:cNvPr>
          <p:cNvSpPr>
            <a:spLocks noGrp="1"/>
          </p:cNvSpPr>
          <p:nvPr/>
        </p:nvSpPr>
        <p:spPr bwMode="auto">
          <a:xfrm>
            <a:off x="283739" y="1371600"/>
            <a:ext cx="8497639" cy="4569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a:latin typeface="Times New Roman" panose="02020603050405020304" pitchFamily="18" charset="0"/>
                <a:cs typeface="Times New Roman" panose="02020603050405020304" pitchFamily="18" charset="0"/>
              </a:rPr>
              <a:t>Kỹ </a:t>
            </a:r>
            <a:r>
              <a:rPr lang="vi-VN" sz="2000" b="1">
                <a:latin typeface="Times New Roman" panose="02020603050405020304" pitchFamily="18" charset="0"/>
                <a:cs typeface="Times New Roman" panose="02020603050405020304" pitchFamily="18" charset="0"/>
              </a:rPr>
              <a:t>sư Kỹ thuật máy tính có khả năng:</a:t>
            </a:r>
          </a:p>
          <a:p>
            <a:r>
              <a:rPr lang="vi-VN" sz="2000" b="1" i="1">
                <a:solidFill>
                  <a:srgbClr val="FF9933"/>
                </a:solidFill>
                <a:latin typeface="Times New Roman" panose="02020603050405020304" pitchFamily="18" charset="0"/>
                <a:cs typeface="Times New Roman" panose="02020603050405020304" pitchFamily="18" charset="0"/>
              </a:rPr>
              <a:t>Thiết kế mạch điện - điện tử</a:t>
            </a:r>
            <a:r>
              <a:rPr lang="vi-VN" sz="2000">
                <a:latin typeface="Times New Roman" panose="02020603050405020304" pitchFamily="18" charset="0"/>
                <a:cs typeface="Times New Roman" panose="02020603050405020304" pitchFamily="18" charset="0"/>
              </a:rPr>
              <a:t>, mạch điều khiển dùng trong công nghiệp, trong các hệ thống tự động, trong nhà máy, xí nghiệp, nhà xưởng, đặc biệt là các hệ thống smarthome;</a:t>
            </a:r>
          </a:p>
          <a:p>
            <a:r>
              <a:rPr lang="vi-VN" sz="2000" b="1" i="1">
                <a:solidFill>
                  <a:srgbClr val="FF9933"/>
                </a:solidFill>
                <a:latin typeface="Times New Roman" panose="02020603050405020304" pitchFamily="18" charset="0"/>
                <a:cs typeface="Times New Roman" panose="02020603050405020304" pitchFamily="18" charset="0"/>
              </a:rPr>
              <a:t>Thiết kế Chip - Vi mạch </a:t>
            </a:r>
            <a:r>
              <a:rPr lang="vi-VN" sz="2000">
                <a:latin typeface="Times New Roman" panose="02020603050405020304" pitchFamily="18" charset="0"/>
                <a:cs typeface="Times New Roman" panose="02020603050405020304" pitchFamily="18" charset="0"/>
              </a:rPr>
              <a:t>trong  các hệ thống nhúng: ô tô, điện tử dân dụng, máy giặt, máy điều hòa, tivi, điện thoại di động...;</a:t>
            </a:r>
          </a:p>
          <a:p>
            <a:r>
              <a:rPr lang="vi-VN" sz="2000" b="1" i="1">
                <a:solidFill>
                  <a:srgbClr val="FF9933"/>
                </a:solidFill>
                <a:latin typeface="Times New Roman" panose="02020603050405020304" pitchFamily="18" charset="0"/>
                <a:cs typeface="Times New Roman" panose="02020603050405020304" pitchFamily="18" charset="0"/>
              </a:rPr>
              <a:t>Trở thành lập trình viên chuyên nghiệp </a:t>
            </a:r>
            <a:r>
              <a:rPr lang="vi-VN" sz="2000">
                <a:latin typeface="Times New Roman" panose="02020603050405020304" pitchFamily="18" charset="0"/>
                <a:cs typeface="Times New Roman" panose="02020603050405020304" pitchFamily="18" charset="0"/>
              </a:rPr>
              <a:t>tại các công ty chuyên về lập trình, đặc biệt là lập trình hệ thống cấp thấp,  firmware, driver, lập trình nhúng, lập trình trên các thiết bị Android;</a:t>
            </a:r>
          </a:p>
          <a:p>
            <a:r>
              <a:rPr lang="vi-VN" sz="2000" b="1" i="1">
                <a:solidFill>
                  <a:srgbClr val="FF9933"/>
                </a:solidFill>
                <a:latin typeface="Times New Roman" panose="02020603050405020304" pitchFamily="18" charset="0"/>
                <a:cs typeface="Times New Roman" panose="02020603050405020304" pitchFamily="18" charset="0"/>
              </a:rPr>
              <a:t>Thiết kế và điều khiển Robot</a:t>
            </a:r>
            <a:r>
              <a:rPr lang="vi-VN" sz="2000">
                <a:latin typeface="Times New Roman" panose="02020603050405020304" pitchFamily="18" charset="0"/>
                <a:cs typeface="Times New Roman" panose="02020603050405020304" pitchFamily="18" charset="0"/>
              </a:rPr>
              <a:t>, cánh tay tự động, các hệ thống dây chuyền công nghiệp;</a:t>
            </a:r>
          </a:p>
          <a:p>
            <a:r>
              <a:rPr lang="vi-VN" sz="2000" b="1" i="1">
                <a:solidFill>
                  <a:srgbClr val="FF9933"/>
                </a:solidFill>
                <a:latin typeface="Times New Roman" panose="02020603050405020304" pitchFamily="18" charset="0"/>
                <a:cs typeface="Times New Roman" panose="02020603050405020304" pitchFamily="18" charset="0"/>
              </a:rPr>
              <a:t>Triển khai nghiên cứu - phát triển</a:t>
            </a:r>
            <a:r>
              <a:rPr lang="vi-VN" sz="2000">
                <a:latin typeface="Times New Roman" panose="02020603050405020304" pitchFamily="18" charset="0"/>
                <a:cs typeface="Times New Roman" panose="02020603050405020304" pitchFamily="18" charset="0"/>
              </a:rPr>
              <a:t>, dịch vụ và chuyển giao công nghệ liên quan đến điện tử - kỹ thuật máy tính, thiết bị ngoại vi và xây dựng hệ thống Multimedia nhằm tạo ra các sản phẩm có giá trị sử dụng trong thực tế</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3651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D6EC8F8-F9D2-4591-8377-F300BC18B61D}"/>
              </a:ext>
            </a:extLst>
          </p:cNvPr>
          <p:cNvSpPr>
            <a:spLocks noGrp="1"/>
          </p:cNvSpPr>
          <p:nvPr>
            <p:ph type="title"/>
          </p:nvPr>
        </p:nvSpPr>
        <p:spPr>
          <a:xfrm>
            <a:off x="1331913" y="287338"/>
            <a:ext cx="7354887" cy="693390"/>
          </a:xfrm>
        </p:spPr>
        <p:txBody>
          <a:bodyPr wrap="square" anchor="ctr">
            <a:normAutofit/>
          </a:bodyPr>
          <a:lstStyle/>
          <a:p>
            <a:r>
              <a:rPr lang="en-US"/>
              <a:t>Năng lực và kỹ năng</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Content Placeholder 2">
            <a:extLst>
              <a:ext uri="{FF2B5EF4-FFF2-40B4-BE49-F238E27FC236}">
                <a16:creationId xmlns:a16="http://schemas.microsoft.com/office/drawing/2014/main" id="{EC260404-357F-4D36-BDDF-70EBB59758EA}"/>
              </a:ext>
            </a:extLst>
          </p:cNvPr>
          <p:cNvSpPr>
            <a:spLocks noGrp="1"/>
          </p:cNvSpPr>
          <p:nvPr/>
        </p:nvSpPr>
        <p:spPr bwMode="auto">
          <a:xfrm>
            <a:off x="251520" y="1467632"/>
            <a:ext cx="8497639" cy="4569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a:solidFill>
                  <a:srgbClr val="C00000"/>
                </a:solidFill>
              </a:rPr>
              <a:t>Chương trình ĐT sẽ trang bị cho sinh viên:</a:t>
            </a:r>
          </a:p>
          <a:p>
            <a:r>
              <a:rPr lang="vi-VN" sz="2000" b="1" i="1">
                <a:solidFill>
                  <a:srgbClr val="FF9933"/>
                </a:solidFill>
              </a:rPr>
              <a:t>Kiến thức cơ bản và chuyên sâu </a:t>
            </a:r>
            <a:r>
              <a:rPr lang="vi-VN" sz="2000"/>
              <a:t>trong lĩnh vực công nghệ thông tin  nói chung và kỹ thuật máy tính nói riêng.</a:t>
            </a:r>
          </a:p>
          <a:p>
            <a:r>
              <a:rPr lang="vi-VN" sz="2000"/>
              <a:t>Đào tạo sinh viên có </a:t>
            </a:r>
            <a:r>
              <a:rPr lang="vi-VN" sz="2000" b="1" i="1">
                <a:solidFill>
                  <a:srgbClr val="FF9933"/>
                </a:solidFill>
              </a:rPr>
              <a:t>kỹ năng phân tích - thiết kế - xây dựng hệ thống </a:t>
            </a:r>
            <a:r>
              <a:rPr lang="vi-VN" sz="2000"/>
              <a:t>phần cứng lẫn phần mềm trong các lĩnh vực:</a:t>
            </a:r>
          </a:p>
          <a:p>
            <a:pPr lvl="1"/>
            <a:r>
              <a:rPr lang="vi-VN" sz="1600"/>
              <a:t>Công nghệ thiết kế chip</a:t>
            </a:r>
          </a:p>
          <a:p>
            <a:pPr lvl="1"/>
            <a:r>
              <a:rPr lang="vi-VN" sz="1600"/>
              <a:t>Công nghệ Robot</a:t>
            </a:r>
          </a:p>
          <a:p>
            <a:pPr lvl="1"/>
            <a:r>
              <a:rPr lang="vi-VN" sz="1600"/>
              <a:t>Hệ thống nhúng</a:t>
            </a:r>
          </a:p>
          <a:p>
            <a:pPr lvl="1"/>
            <a:r>
              <a:rPr lang="vi-VN" sz="1600"/>
              <a:t>Hệ thống điện - điện tử</a:t>
            </a:r>
          </a:p>
          <a:p>
            <a:pPr lvl="1"/>
            <a:r>
              <a:rPr lang="vi-VN" sz="1600"/>
              <a:t>Hệ thống điều khiển tự động</a:t>
            </a:r>
          </a:p>
          <a:p>
            <a:r>
              <a:rPr lang="vi-VN" sz="2000"/>
              <a:t>Cung cấp các </a:t>
            </a:r>
            <a:r>
              <a:rPr lang="vi-VN" sz="2000" b="1" i="1">
                <a:solidFill>
                  <a:srgbClr val="FF9933"/>
                </a:solidFill>
              </a:rPr>
              <a:t>kỹ năng lập trình trên máy tính</a:t>
            </a:r>
            <a:r>
              <a:rPr lang="vi-VN" sz="2000"/>
              <a:t>, Smartphone, tablet, các hệ thống nhúng sử dụng các ngôn ngữ như: Assembly, C, C++, System C, Java, C#, Verilog/VHDL.</a:t>
            </a:r>
          </a:p>
          <a:p>
            <a:pPr marL="0" indent="0">
              <a:buNone/>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840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Sinh viên KTMT học gì?</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Rectangle 7">
            <a:extLst>
              <a:ext uri="{FF2B5EF4-FFF2-40B4-BE49-F238E27FC236}">
                <a16:creationId xmlns:a16="http://schemas.microsoft.com/office/drawing/2014/main" id="{75A274C6-B7DA-4A16-AD00-B9A7FF9527D6}"/>
              </a:ext>
            </a:extLst>
          </p:cNvPr>
          <p:cNvSpPr/>
          <p:nvPr/>
        </p:nvSpPr>
        <p:spPr>
          <a:xfrm>
            <a:off x="188911" y="1600200"/>
            <a:ext cx="27432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algn="ctr">
              <a:spcBef>
                <a:spcPts val="0"/>
              </a:spcBef>
            </a:pPr>
            <a:r>
              <a:rPr lang="en-US" sz="2400" dirty="0" err="1">
                <a:latin typeface="Tahoma" pitchFamily="34" charset="0"/>
                <a:ea typeface="Tahoma" pitchFamily="34" charset="0"/>
                <a:cs typeface="Tahoma" pitchFamily="34" charset="0"/>
              </a:rPr>
              <a:t>Các</a:t>
            </a:r>
            <a:r>
              <a:rPr lang="en-US" sz="2400" dirty="0">
                <a:latin typeface="Tahoma" pitchFamily="34" charset="0"/>
                <a:ea typeface="Tahoma" pitchFamily="34" charset="0"/>
                <a:cs typeface="Tahoma" pitchFamily="34" charset="0"/>
              </a:rPr>
              <a:t> </a:t>
            </a:r>
            <a:r>
              <a:rPr lang="en-US" sz="2400" dirty="0" err="1">
                <a:latin typeface="Tahoma" pitchFamily="34" charset="0"/>
                <a:ea typeface="Tahoma" pitchFamily="34" charset="0"/>
                <a:cs typeface="Tahoma" pitchFamily="34" charset="0"/>
              </a:rPr>
              <a:t>môn</a:t>
            </a:r>
            <a:r>
              <a:rPr lang="en-US" sz="2400" dirty="0">
                <a:latin typeface="Tahoma" pitchFamily="34" charset="0"/>
                <a:ea typeface="Tahoma" pitchFamily="34" charset="0"/>
                <a:cs typeface="Tahoma" pitchFamily="34" charset="0"/>
              </a:rPr>
              <a:t> </a:t>
            </a:r>
            <a:r>
              <a:rPr lang="en-US" sz="2400" err="1">
                <a:latin typeface="Tahoma" pitchFamily="34" charset="0"/>
                <a:ea typeface="Tahoma" pitchFamily="34" charset="0"/>
                <a:cs typeface="Tahoma" pitchFamily="34" charset="0"/>
              </a:rPr>
              <a:t>học</a:t>
            </a:r>
            <a:r>
              <a:rPr lang="en-US" sz="2400">
                <a:latin typeface="Tahoma" pitchFamily="34" charset="0"/>
                <a:ea typeface="Tahoma" pitchFamily="34" charset="0"/>
                <a:cs typeface="Tahoma" pitchFamily="34" charset="0"/>
              </a:rPr>
              <a:t> </a:t>
            </a:r>
          </a:p>
          <a:p>
            <a:pPr marL="0" marR="0" algn="ctr">
              <a:spcBef>
                <a:spcPts val="0"/>
              </a:spcBef>
            </a:pPr>
            <a:r>
              <a:rPr lang="en-US" sz="2400">
                <a:latin typeface="Tahoma" pitchFamily="34" charset="0"/>
                <a:ea typeface="Tahoma" pitchFamily="34" charset="0"/>
                <a:cs typeface="Tahoma" pitchFamily="34" charset="0"/>
              </a:rPr>
              <a:t>đại </a:t>
            </a:r>
            <a:r>
              <a:rPr lang="en-US" sz="2400" dirty="0" err="1">
                <a:latin typeface="Tahoma" pitchFamily="34" charset="0"/>
                <a:ea typeface="Tahoma" pitchFamily="34" charset="0"/>
                <a:cs typeface="Tahoma" pitchFamily="34" charset="0"/>
              </a:rPr>
              <a:t>cương</a:t>
            </a:r>
            <a:r>
              <a:rPr lang="en-US" sz="2400" dirty="0">
                <a:latin typeface="Tahoma" pitchFamily="34" charset="0"/>
                <a:ea typeface="Tahoma" pitchFamily="34" charset="0"/>
                <a:cs typeface="Tahoma" pitchFamily="34" charset="0"/>
              </a:rPr>
              <a:t> </a:t>
            </a:r>
          </a:p>
        </p:txBody>
      </p:sp>
      <p:sp>
        <p:nvSpPr>
          <p:cNvPr id="9" name="Rectangle 8">
            <a:extLst>
              <a:ext uri="{FF2B5EF4-FFF2-40B4-BE49-F238E27FC236}">
                <a16:creationId xmlns:a16="http://schemas.microsoft.com/office/drawing/2014/main" id="{78CA13FB-C1A0-4EDF-9EBF-E91F4E9A7D49}"/>
              </a:ext>
            </a:extLst>
          </p:cNvPr>
          <p:cNvSpPr/>
          <p:nvPr/>
        </p:nvSpPr>
        <p:spPr>
          <a:xfrm>
            <a:off x="3276600" y="1600200"/>
            <a:ext cx="2857499"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algn="ctr">
              <a:spcBef>
                <a:spcPts val="0"/>
              </a:spcBef>
              <a:spcAft>
                <a:spcPts val="0"/>
              </a:spcAft>
            </a:pPr>
            <a:r>
              <a:rPr lang="en-US" sz="2400" dirty="0" err="1">
                <a:latin typeface="Tahoma" pitchFamily="34" charset="0"/>
                <a:ea typeface="Tahoma" pitchFamily="34" charset="0"/>
                <a:cs typeface="Tahoma" pitchFamily="34" charset="0"/>
              </a:rPr>
              <a:t>Các</a:t>
            </a:r>
            <a:r>
              <a:rPr lang="en-US" sz="2400" dirty="0">
                <a:latin typeface="Tahoma" pitchFamily="34" charset="0"/>
                <a:ea typeface="Tahoma" pitchFamily="34" charset="0"/>
                <a:cs typeface="Tahoma" pitchFamily="34" charset="0"/>
              </a:rPr>
              <a:t> </a:t>
            </a:r>
            <a:r>
              <a:rPr lang="en-US" sz="2400" dirty="0" err="1">
                <a:latin typeface="Tahoma" pitchFamily="34" charset="0"/>
                <a:ea typeface="Tahoma" pitchFamily="34" charset="0"/>
                <a:cs typeface="Tahoma" pitchFamily="34" charset="0"/>
              </a:rPr>
              <a:t>môn</a:t>
            </a:r>
            <a:r>
              <a:rPr lang="en-US" sz="2400" dirty="0">
                <a:latin typeface="Tahoma" pitchFamily="34" charset="0"/>
                <a:ea typeface="Tahoma" pitchFamily="34" charset="0"/>
                <a:cs typeface="Tahoma" pitchFamily="34" charset="0"/>
              </a:rPr>
              <a:t> </a:t>
            </a:r>
            <a:r>
              <a:rPr lang="en-US" sz="2400" err="1">
                <a:latin typeface="Tahoma" pitchFamily="34" charset="0"/>
                <a:ea typeface="Tahoma" pitchFamily="34" charset="0"/>
                <a:cs typeface="Tahoma" pitchFamily="34" charset="0"/>
              </a:rPr>
              <a:t>học</a:t>
            </a:r>
            <a:r>
              <a:rPr lang="en-US" sz="2400">
                <a:latin typeface="Tahoma" pitchFamily="34" charset="0"/>
                <a:ea typeface="Tahoma" pitchFamily="34" charset="0"/>
                <a:cs typeface="Tahoma" pitchFamily="34" charset="0"/>
              </a:rPr>
              <a:t> </a:t>
            </a:r>
          </a:p>
          <a:p>
            <a:pPr marL="0" marR="0" algn="ctr">
              <a:spcBef>
                <a:spcPts val="0"/>
              </a:spcBef>
              <a:spcAft>
                <a:spcPts val="0"/>
              </a:spcAft>
            </a:pPr>
            <a:r>
              <a:rPr lang="en-US" sz="2400">
                <a:latin typeface="Tahoma" pitchFamily="34" charset="0"/>
                <a:ea typeface="Tahoma" pitchFamily="34" charset="0"/>
                <a:cs typeface="Tahoma" pitchFamily="34" charset="0"/>
              </a:rPr>
              <a:t>cơ </a:t>
            </a:r>
            <a:r>
              <a:rPr lang="en-US" sz="2400" dirty="0" err="1">
                <a:latin typeface="Tahoma" pitchFamily="34" charset="0"/>
                <a:ea typeface="Tahoma" pitchFamily="34" charset="0"/>
                <a:cs typeface="Tahoma" pitchFamily="34" charset="0"/>
              </a:rPr>
              <a:t>sở</a:t>
            </a:r>
            <a:r>
              <a:rPr lang="en-US" sz="2400" dirty="0">
                <a:latin typeface="Tahoma" pitchFamily="34" charset="0"/>
                <a:ea typeface="Tahoma" pitchFamily="34" charset="0"/>
                <a:cs typeface="Tahoma" pitchFamily="34" charset="0"/>
              </a:rPr>
              <a:t> </a:t>
            </a:r>
            <a:r>
              <a:rPr lang="en-US" sz="2400" dirty="0" err="1">
                <a:latin typeface="Tahoma" pitchFamily="34" charset="0"/>
                <a:ea typeface="Tahoma" pitchFamily="34" charset="0"/>
                <a:cs typeface="Tahoma" pitchFamily="34" charset="0"/>
              </a:rPr>
              <a:t>nhóm</a:t>
            </a:r>
            <a:r>
              <a:rPr lang="en-US" sz="2400" dirty="0">
                <a:latin typeface="Tahoma" pitchFamily="34" charset="0"/>
                <a:ea typeface="Tahoma" pitchFamily="34" charset="0"/>
                <a:cs typeface="Tahoma" pitchFamily="34" charset="0"/>
              </a:rPr>
              <a:t> </a:t>
            </a:r>
            <a:r>
              <a:rPr lang="en-US" sz="2400" dirty="0" err="1">
                <a:latin typeface="Tahoma" pitchFamily="34" charset="0"/>
                <a:ea typeface="Tahoma" pitchFamily="34" charset="0"/>
                <a:cs typeface="Tahoma" pitchFamily="34" charset="0"/>
              </a:rPr>
              <a:t>ngành</a:t>
            </a:r>
            <a:endParaRPr lang="en-US" sz="2400" dirty="0">
              <a:latin typeface="Tahoma" pitchFamily="34" charset="0"/>
              <a:ea typeface="Tahoma" pitchFamily="34" charset="0"/>
              <a:cs typeface="Tahoma" pitchFamily="34" charset="0"/>
            </a:endParaRPr>
          </a:p>
        </p:txBody>
      </p:sp>
      <p:sp>
        <p:nvSpPr>
          <p:cNvPr id="10" name="Rectangle 9">
            <a:extLst>
              <a:ext uri="{FF2B5EF4-FFF2-40B4-BE49-F238E27FC236}">
                <a16:creationId xmlns:a16="http://schemas.microsoft.com/office/drawing/2014/main" id="{173FB6DB-B6C5-4D27-9D47-4A48175BB06F}"/>
              </a:ext>
            </a:extLst>
          </p:cNvPr>
          <p:cNvSpPr/>
          <p:nvPr/>
        </p:nvSpPr>
        <p:spPr>
          <a:xfrm>
            <a:off x="6462712" y="1600200"/>
            <a:ext cx="2514600" cy="825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algn="ctr">
              <a:spcBef>
                <a:spcPts val="0"/>
              </a:spcBef>
              <a:spcAft>
                <a:spcPts val="0"/>
              </a:spcAft>
            </a:pPr>
            <a:r>
              <a:rPr lang="en-US" sz="2400" dirty="0" err="1">
                <a:latin typeface="Tahoma" pitchFamily="34" charset="0"/>
                <a:ea typeface="Tahoma" pitchFamily="34" charset="0"/>
                <a:cs typeface="Tahoma" pitchFamily="34" charset="0"/>
              </a:rPr>
              <a:t>C</a:t>
            </a:r>
            <a:r>
              <a:rPr lang="en-US" sz="2400" dirty="0" err="1">
                <a:effectLst/>
                <a:latin typeface="Tahoma" pitchFamily="34" charset="0"/>
                <a:ea typeface="Tahoma" pitchFamily="34" charset="0"/>
                <a:cs typeface="Tahoma" pitchFamily="34" charset="0"/>
              </a:rPr>
              <a:t>ác</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môn</a:t>
            </a:r>
            <a:r>
              <a:rPr lang="en-US" sz="2400" dirty="0">
                <a:effectLst/>
                <a:latin typeface="Tahoma" pitchFamily="34" charset="0"/>
                <a:ea typeface="Tahoma" pitchFamily="34" charset="0"/>
                <a:cs typeface="Tahoma" pitchFamily="34" charset="0"/>
              </a:rPr>
              <a:t> </a:t>
            </a:r>
            <a:r>
              <a:rPr lang="en-US" sz="2400" err="1">
                <a:effectLst/>
                <a:latin typeface="Tahoma" pitchFamily="34" charset="0"/>
                <a:ea typeface="Tahoma" pitchFamily="34" charset="0"/>
                <a:cs typeface="Tahoma" pitchFamily="34" charset="0"/>
              </a:rPr>
              <a:t>học</a:t>
            </a:r>
            <a:r>
              <a:rPr lang="en-US" sz="2400">
                <a:effectLst/>
                <a:latin typeface="Tahoma" pitchFamily="34" charset="0"/>
                <a:ea typeface="Tahoma" pitchFamily="34" charset="0"/>
                <a:cs typeface="Tahoma" pitchFamily="34" charset="0"/>
              </a:rPr>
              <a:t> </a:t>
            </a:r>
          </a:p>
          <a:p>
            <a:pPr marL="0" marR="0" algn="ctr">
              <a:spcBef>
                <a:spcPts val="0"/>
              </a:spcBef>
              <a:spcAft>
                <a:spcPts val="1000"/>
              </a:spcAft>
            </a:pPr>
            <a:r>
              <a:rPr lang="en-US" sz="2400">
                <a:effectLst/>
                <a:latin typeface="Tahoma" pitchFamily="34" charset="0"/>
                <a:ea typeface="Tahoma" pitchFamily="34" charset="0"/>
                <a:cs typeface="Tahoma" pitchFamily="34" charset="0"/>
              </a:rPr>
              <a:t>cơ </a:t>
            </a:r>
            <a:r>
              <a:rPr lang="en-US" sz="2400" dirty="0" err="1">
                <a:effectLst/>
                <a:latin typeface="Tahoma" pitchFamily="34" charset="0"/>
                <a:ea typeface="Tahoma" pitchFamily="34" charset="0"/>
                <a:cs typeface="Tahoma" pitchFamily="34" charset="0"/>
              </a:rPr>
              <a:t>sở</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ngành</a:t>
            </a:r>
            <a:endParaRPr lang="en-US" sz="2400" b="1" dirty="0">
              <a:solidFill>
                <a:srgbClr val="FF0000"/>
              </a:solidFill>
              <a:effectLst/>
              <a:latin typeface="Tahoma" pitchFamily="34" charset="0"/>
              <a:ea typeface="Tahoma" pitchFamily="34" charset="0"/>
              <a:cs typeface="Tahoma" pitchFamily="34" charset="0"/>
            </a:endParaRPr>
          </a:p>
        </p:txBody>
      </p:sp>
      <p:sp>
        <p:nvSpPr>
          <p:cNvPr id="11" name="Rectangle 10">
            <a:extLst>
              <a:ext uri="{FF2B5EF4-FFF2-40B4-BE49-F238E27FC236}">
                <a16:creationId xmlns:a16="http://schemas.microsoft.com/office/drawing/2014/main" id="{7652D30A-2AEE-4567-871E-0B3795AE662E}"/>
              </a:ext>
            </a:extLst>
          </p:cNvPr>
          <p:cNvSpPr/>
          <p:nvPr/>
        </p:nvSpPr>
        <p:spPr>
          <a:xfrm>
            <a:off x="4486274" y="4021954"/>
            <a:ext cx="4491037" cy="6689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algn="ctr">
              <a:lnSpc>
                <a:spcPct val="115000"/>
              </a:lnSpc>
              <a:spcBef>
                <a:spcPts val="0"/>
              </a:spcBef>
              <a:spcAft>
                <a:spcPts val="1000"/>
              </a:spcAft>
            </a:pPr>
            <a:r>
              <a:rPr lang="en-US" sz="2400" dirty="0" err="1">
                <a:latin typeface="Tahoma" pitchFamily="34" charset="0"/>
                <a:ea typeface="Tahoma" pitchFamily="34" charset="0"/>
                <a:cs typeface="Tahoma" pitchFamily="34" charset="0"/>
              </a:rPr>
              <a:t>C</a:t>
            </a:r>
            <a:r>
              <a:rPr lang="en-US" sz="2400" dirty="0" err="1">
                <a:effectLst/>
                <a:latin typeface="Tahoma" pitchFamily="34" charset="0"/>
                <a:ea typeface="Tahoma" pitchFamily="34" charset="0"/>
                <a:cs typeface="Tahoma" pitchFamily="34" charset="0"/>
              </a:rPr>
              <a:t>huyên</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ngành</a:t>
            </a:r>
            <a:endParaRPr lang="en-US" sz="2400" b="1" dirty="0">
              <a:solidFill>
                <a:srgbClr val="FF0000"/>
              </a:solidFill>
              <a:effectLst/>
              <a:latin typeface="Tahoma" pitchFamily="34" charset="0"/>
              <a:ea typeface="Tahoma" pitchFamily="34" charset="0"/>
              <a:cs typeface="Tahoma" pitchFamily="34" charset="0"/>
            </a:endParaRPr>
          </a:p>
        </p:txBody>
      </p:sp>
      <p:sp>
        <p:nvSpPr>
          <p:cNvPr id="13" name="Rectangle 12">
            <a:extLst>
              <a:ext uri="{FF2B5EF4-FFF2-40B4-BE49-F238E27FC236}">
                <a16:creationId xmlns:a16="http://schemas.microsoft.com/office/drawing/2014/main" id="{14CC9978-B51F-450A-85C2-77CB0446BF0F}"/>
              </a:ext>
            </a:extLst>
          </p:cNvPr>
          <p:cNvSpPr/>
          <p:nvPr/>
        </p:nvSpPr>
        <p:spPr>
          <a:xfrm>
            <a:off x="188911" y="4009256"/>
            <a:ext cx="3943350" cy="680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algn="ctr">
              <a:lnSpc>
                <a:spcPct val="115000"/>
              </a:lnSpc>
              <a:spcBef>
                <a:spcPts val="0"/>
              </a:spcBef>
              <a:spcAft>
                <a:spcPts val="1000"/>
              </a:spcAft>
            </a:pPr>
            <a:r>
              <a:rPr lang="en-US" sz="2400" dirty="0" err="1">
                <a:latin typeface="Tahoma" pitchFamily="34" charset="0"/>
                <a:ea typeface="Tahoma" pitchFamily="34" charset="0"/>
                <a:cs typeface="Tahoma" pitchFamily="34" charset="0"/>
              </a:rPr>
              <a:t>Đ</a:t>
            </a:r>
            <a:r>
              <a:rPr lang="en-US" sz="2400" dirty="0" err="1">
                <a:effectLst/>
                <a:latin typeface="Tahoma" pitchFamily="34" charset="0"/>
                <a:ea typeface="Tahoma" pitchFamily="34" charset="0"/>
                <a:cs typeface="Tahoma" pitchFamily="34" charset="0"/>
              </a:rPr>
              <a:t>ồ</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án</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thực</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tập</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khóa</a:t>
            </a:r>
            <a:r>
              <a:rPr lang="en-US" sz="2400" dirty="0">
                <a:effectLst/>
                <a:latin typeface="Tahoma" pitchFamily="34" charset="0"/>
                <a:ea typeface="Tahoma" pitchFamily="34" charset="0"/>
                <a:cs typeface="Tahoma" pitchFamily="34" charset="0"/>
              </a:rPr>
              <a:t> </a:t>
            </a:r>
            <a:r>
              <a:rPr lang="en-US" sz="2400" dirty="0" err="1">
                <a:effectLst/>
                <a:latin typeface="Tahoma" pitchFamily="34" charset="0"/>
                <a:ea typeface="Tahoma" pitchFamily="34" charset="0"/>
                <a:cs typeface="Tahoma" pitchFamily="34" charset="0"/>
              </a:rPr>
              <a:t>luận</a:t>
            </a:r>
            <a:endParaRPr lang="en-US" sz="2400" b="1" dirty="0">
              <a:solidFill>
                <a:srgbClr val="FF0000"/>
              </a:solidFill>
              <a:effectLst/>
              <a:latin typeface="Tahoma" pitchFamily="34" charset="0"/>
              <a:ea typeface="Tahoma" pitchFamily="34" charset="0"/>
              <a:cs typeface="Tahoma" pitchFamily="34" charset="0"/>
            </a:endParaRPr>
          </a:p>
        </p:txBody>
      </p:sp>
      <p:sp>
        <p:nvSpPr>
          <p:cNvPr id="14" name="TextBox 12">
            <a:extLst>
              <a:ext uri="{FF2B5EF4-FFF2-40B4-BE49-F238E27FC236}">
                <a16:creationId xmlns:a16="http://schemas.microsoft.com/office/drawing/2014/main" id="{55D2C3A6-CD9D-4068-8D8E-35DCD3BF0761}"/>
              </a:ext>
            </a:extLst>
          </p:cNvPr>
          <p:cNvSpPr txBox="1"/>
          <p:nvPr/>
        </p:nvSpPr>
        <p:spPr>
          <a:xfrm>
            <a:off x="3276600" y="2438400"/>
            <a:ext cx="2857499"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r>
              <a:rPr lang="en-US" sz="2000">
                <a:latin typeface="Times New Roman" pitchFamily="18" charset="0"/>
                <a:ea typeface="Tahoma" pitchFamily="34" charset="0"/>
                <a:cs typeface="Times New Roman" pitchFamily="18" charset="0"/>
              </a:rPr>
              <a:t>Các kiến thức cơ </a:t>
            </a:r>
            <a:r>
              <a:rPr lang="en-US" sz="2000" err="1">
                <a:latin typeface="Times New Roman" pitchFamily="18" charset="0"/>
                <a:ea typeface="Tahoma" pitchFamily="34" charset="0"/>
                <a:cs typeface="Times New Roman" pitchFamily="18" charset="0"/>
              </a:rPr>
              <a:t>bản</a:t>
            </a:r>
            <a:r>
              <a:rPr lang="en-US" sz="2000">
                <a:latin typeface="Times New Roman" pitchFamily="18" charset="0"/>
                <a:ea typeface="Tahoma" pitchFamily="34" charset="0"/>
                <a:cs typeface="Times New Roman" pitchFamily="18" charset="0"/>
              </a:rPr>
              <a:t> về CNTT như lập trình, cơ sở dữ liệu, giải thuật hay kiến trúc máy tính.</a:t>
            </a:r>
            <a:endParaRPr lang="en-US" sz="2000" dirty="0">
              <a:latin typeface="Times New Roman" pitchFamily="18" charset="0"/>
              <a:ea typeface="Tahoma" pitchFamily="34" charset="0"/>
              <a:cs typeface="Times New Roman" pitchFamily="18" charset="0"/>
            </a:endParaRPr>
          </a:p>
        </p:txBody>
      </p:sp>
      <p:sp>
        <p:nvSpPr>
          <p:cNvPr id="15" name="TextBox 13">
            <a:extLst>
              <a:ext uri="{FF2B5EF4-FFF2-40B4-BE49-F238E27FC236}">
                <a16:creationId xmlns:a16="http://schemas.microsoft.com/office/drawing/2014/main" id="{D992E100-05A6-46CB-9F8A-E72C3245B515}"/>
              </a:ext>
            </a:extLst>
          </p:cNvPr>
          <p:cNvSpPr txBox="1"/>
          <p:nvPr/>
        </p:nvSpPr>
        <p:spPr>
          <a:xfrm>
            <a:off x="6462713" y="2425700"/>
            <a:ext cx="2514600"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just"/>
            <a:r>
              <a:rPr lang="en-US" sz="2000">
                <a:latin typeface="Times New Roman" pitchFamily="18" charset="0"/>
                <a:ea typeface="Tahoma" pitchFamily="34" charset="0"/>
                <a:cs typeface="Times New Roman" pitchFamily="18" charset="0"/>
              </a:rPr>
              <a:t>Các kiến thức về điện tử, thiết kế mạch, hệ thống nhúng, lập trình trên iOS, android,…</a:t>
            </a:r>
            <a:endParaRPr lang="en-US" sz="2000" dirty="0">
              <a:latin typeface="Times New Roman" pitchFamily="18" charset="0"/>
              <a:ea typeface="Tahoma" pitchFamily="34" charset="0"/>
              <a:cs typeface="Times New Roman" pitchFamily="18" charset="0"/>
            </a:endParaRPr>
          </a:p>
        </p:txBody>
      </p:sp>
      <p:sp>
        <p:nvSpPr>
          <p:cNvPr id="16" name="TextBox 14">
            <a:extLst>
              <a:ext uri="{FF2B5EF4-FFF2-40B4-BE49-F238E27FC236}">
                <a16:creationId xmlns:a16="http://schemas.microsoft.com/office/drawing/2014/main" id="{591E62D9-B934-46D4-B098-948A6613EFB1}"/>
              </a:ext>
            </a:extLst>
          </p:cNvPr>
          <p:cNvSpPr txBox="1"/>
          <p:nvPr/>
        </p:nvSpPr>
        <p:spPr>
          <a:xfrm>
            <a:off x="188911" y="2451100"/>
            <a:ext cx="2743201" cy="101566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just"/>
            <a:r>
              <a:rPr lang="en-US" sz="2000">
                <a:latin typeface="Times New Roman" pitchFamily="18" charset="0"/>
                <a:cs typeface="Times New Roman" pitchFamily="18" charset="0"/>
              </a:rPr>
              <a:t>Cung cấp kiến thức về toán </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khoa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học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tự</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nhiên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và</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ngoại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ngữ</a:t>
            </a:r>
            <a:r>
              <a:rPr lang="en-US" sz="2000" dirty="0">
                <a:latin typeface="Times New Roman" pitchFamily="18" charset="0"/>
                <a:cs typeface="Times New Roman" pitchFamily="18" charset="0"/>
              </a:rPr>
              <a:t>.</a:t>
            </a:r>
          </a:p>
        </p:txBody>
      </p:sp>
      <p:sp>
        <p:nvSpPr>
          <p:cNvPr id="17" name="TextBox 15">
            <a:extLst>
              <a:ext uri="{FF2B5EF4-FFF2-40B4-BE49-F238E27FC236}">
                <a16:creationId xmlns:a16="http://schemas.microsoft.com/office/drawing/2014/main" id="{21BCBF61-2226-40F4-9DCD-041E97D88818}"/>
              </a:ext>
            </a:extLst>
          </p:cNvPr>
          <p:cNvSpPr txBox="1"/>
          <p:nvPr/>
        </p:nvSpPr>
        <p:spPr>
          <a:xfrm>
            <a:off x="4486274" y="4678226"/>
            <a:ext cx="4491038" cy="163121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just"/>
            <a:r>
              <a:rPr lang="en-US" sz="2000" dirty="0" err="1">
                <a:latin typeface="Times New Roman" pitchFamily="18" charset="0"/>
                <a:cs typeface="Times New Roman" pitchFamily="18" charset="0"/>
              </a:rPr>
              <a:t>Sinh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viên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sẽ</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được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lựa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chọn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một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chuyên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ngành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chuyên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sâu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về</a:t>
            </a:r>
            <a:r>
              <a:rPr lang="en-US" sz="2000" dirty="0">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hệ</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thống</a:t>
            </a:r>
            <a:r>
              <a:rPr lang="en-US" sz="2000" b="1" dirty="0">
                <a:solidFill>
                  <a:schemeClr val="accent2">
                    <a:lumMod val="50000"/>
                  </a:schemeClr>
                </a:solidFill>
                <a:latin typeface="Times New Roman" pitchFamily="18" charset="0"/>
                <a:cs typeface="Times New Roman" pitchFamily="18" charset="0"/>
              </a:rPr>
              <a:t> </a:t>
            </a:r>
            <a:r>
              <a:rPr lang="en-US" sz="2000" b="1" err="1">
                <a:solidFill>
                  <a:schemeClr val="accent2">
                    <a:lumMod val="50000"/>
                  </a:schemeClr>
                </a:solidFill>
                <a:latin typeface="Times New Roman" pitchFamily="18" charset="0"/>
                <a:cs typeface="Times New Roman" pitchFamily="18" charset="0"/>
              </a:rPr>
              <a:t>nhúng</a:t>
            </a:r>
            <a:r>
              <a:rPr lang="en-US" sz="2000" b="1">
                <a:solidFill>
                  <a:schemeClr val="accent2">
                    <a:lumMod val="50000"/>
                  </a:schemeClr>
                </a:solidFill>
                <a:latin typeface="Times New Roman" pitchFamily="18" charset="0"/>
                <a:cs typeface="Times New Roman" pitchFamily="18" charset="0"/>
              </a:rPr>
              <a:t> và </a:t>
            </a:r>
            <a:r>
              <a:rPr lang="en-US" sz="2000" b="1" dirty="0">
                <a:solidFill>
                  <a:schemeClr val="accent2">
                    <a:lumMod val="50000"/>
                  </a:schemeClr>
                </a:solidFill>
                <a:latin typeface="Times New Roman" pitchFamily="18" charset="0"/>
                <a:cs typeface="Times New Roman" pitchFamily="18" charset="0"/>
              </a:rPr>
              <a:t>robot</a:t>
            </a:r>
            <a:r>
              <a:rPr lang="en-US" sz="2000" b="1" dirty="0">
                <a:latin typeface="Times New Roman" pitchFamily="18" charset="0"/>
                <a:cs typeface="Times New Roman" pitchFamily="18" charset="0"/>
              </a:rPr>
              <a:t> </a:t>
            </a:r>
            <a:r>
              <a:rPr lang="en-US" sz="2000" dirty="0" err="1">
                <a:latin typeface="Times New Roman" pitchFamily="18" charset="0"/>
                <a:cs typeface="Times New Roman" pitchFamily="18" charset="0"/>
              </a:rPr>
              <a:t>hoặc</a:t>
            </a:r>
            <a:r>
              <a:rPr lang="en-US" sz="2000" dirty="0">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thiết</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kế</a:t>
            </a:r>
            <a:r>
              <a:rPr lang="en-US" sz="2000" b="1" dirty="0">
                <a:solidFill>
                  <a:schemeClr val="accent2">
                    <a:lumMod val="50000"/>
                  </a:schemeClr>
                </a:solidFill>
                <a:latin typeface="Times New Roman" pitchFamily="18" charset="0"/>
                <a:cs typeface="Times New Roman" pitchFamily="18" charset="0"/>
              </a:rPr>
              <a:t> vi </a:t>
            </a:r>
            <a:r>
              <a:rPr lang="en-US" sz="2000" b="1" err="1">
                <a:solidFill>
                  <a:schemeClr val="accent2">
                    <a:lumMod val="50000"/>
                  </a:schemeClr>
                </a:solidFill>
                <a:latin typeface="Times New Roman" pitchFamily="18" charset="0"/>
                <a:cs typeface="Times New Roman" pitchFamily="18" charset="0"/>
              </a:rPr>
              <a:t>mạch</a:t>
            </a:r>
            <a:r>
              <a:rPr lang="en-US" sz="2000" b="1">
                <a:solidFill>
                  <a:schemeClr val="accent2">
                    <a:lumMod val="50000"/>
                  </a:schemeClr>
                </a:solidFill>
                <a:latin typeface="Times New Roman" pitchFamily="18" charset="0"/>
                <a:cs typeface="Times New Roman" pitchFamily="18" charset="0"/>
              </a:rPr>
              <a:t> và </a:t>
            </a:r>
            <a:r>
              <a:rPr lang="en-US" sz="2000" b="1" dirty="0" err="1">
                <a:solidFill>
                  <a:schemeClr val="accent2">
                    <a:lumMod val="50000"/>
                  </a:schemeClr>
                </a:solidFill>
                <a:latin typeface="Times New Roman" pitchFamily="18" charset="0"/>
                <a:cs typeface="Times New Roman" pitchFamily="18" charset="0"/>
              </a:rPr>
              <a:t>phần</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cứng</a:t>
            </a:r>
            <a:r>
              <a:rPr lang="en-US" sz="2000" b="1" dirty="0">
                <a:latin typeface="Times New Roman" pitchFamily="18" charset="0"/>
                <a:cs typeface="Times New Roman" pitchFamily="18" charset="0"/>
              </a:rPr>
              <a:t> </a:t>
            </a:r>
            <a:r>
              <a:rPr lang="en-US" sz="2000" dirty="0" err="1">
                <a:latin typeface="Times New Roman" pitchFamily="18" charset="0"/>
                <a:cs typeface="Times New Roman" pitchFamily="18" charset="0"/>
              </a:rPr>
              <a:t>thông</a:t>
            </a:r>
            <a:r>
              <a:rPr lang="en-US" sz="2000" dirty="0">
                <a:latin typeface="Times New Roman" pitchFamily="18" charset="0"/>
                <a:cs typeface="Times New Roman" pitchFamily="18" charset="0"/>
              </a:rPr>
              <a:t> qua </a:t>
            </a:r>
            <a:r>
              <a:rPr lang="en-US" sz="2000" dirty="0" err="1">
                <a:latin typeface="Times New Roman" pitchFamily="18" charset="0"/>
                <a:cs typeface="Times New Roman" pitchFamily="18" charset="0"/>
              </a:rPr>
              <a:t>việc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chọn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môn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học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phù</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hợp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theo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hướng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ngành</a:t>
            </a:r>
            <a:r>
              <a:rPr lang="en-US" sz="2000" dirty="0">
                <a:latin typeface="Times New Roman" pitchFamily="18" charset="0"/>
                <a:cs typeface="Times New Roman" pitchFamily="18" charset="0"/>
              </a:rPr>
              <a:t>.</a:t>
            </a:r>
            <a:endParaRPr lang="en-US" sz="2000" b="1" dirty="0">
              <a:latin typeface="Times New Roman" pitchFamily="18" charset="0"/>
              <a:cs typeface="Times New Roman" pitchFamily="18" charset="0"/>
            </a:endParaRPr>
          </a:p>
        </p:txBody>
      </p:sp>
      <p:sp>
        <p:nvSpPr>
          <p:cNvPr id="18" name="TextBox 16">
            <a:extLst>
              <a:ext uri="{FF2B5EF4-FFF2-40B4-BE49-F238E27FC236}">
                <a16:creationId xmlns:a16="http://schemas.microsoft.com/office/drawing/2014/main" id="{E3EE24FA-A926-46FB-B0C1-336610798737}"/>
              </a:ext>
            </a:extLst>
          </p:cNvPr>
          <p:cNvSpPr txBox="1"/>
          <p:nvPr/>
        </p:nvSpPr>
        <p:spPr>
          <a:xfrm>
            <a:off x="188910" y="4676738"/>
            <a:ext cx="3943352" cy="163121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just"/>
            <a:r>
              <a:rPr lang="en-US" sz="2000" dirty="0" err="1">
                <a:latin typeface="Times New Roman" pitchFamily="18" charset="0"/>
                <a:cs typeface="Times New Roman" pitchFamily="18" charset="0"/>
              </a:rPr>
              <a:t>Bao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gồm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các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môn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học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về</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hiện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thực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hệ</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thống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thực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tế</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Kết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thúc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chương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trình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học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viên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hoàn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thành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một</a:t>
            </a:r>
            <a:r>
              <a:rPr lang="en-US" sz="2000" dirty="0">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khóa</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luận</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tốt</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nghiệp</a:t>
            </a:r>
            <a:r>
              <a:rPr lang="en-US" sz="2000" b="1" dirty="0">
                <a:solidFill>
                  <a:schemeClr val="accent2">
                    <a:lumMod val="50000"/>
                  </a:schemeClr>
                </a:solidFill>
                <a:latin typeface="Times New Roman" pitchFamily="18" charset="0"/>
                <a:cs typeface="Times New Roman" pitchFamily="18" charset="0"/>
              </a:rPr>
              <a:t> </a:t>
            </a:r>
            <a:r>
              <a:rPr lang="en-US" sz="2000" dirty="0" err="1">
                <a:solidFill>
                  <a:schemeClr val="accent2">
                    <a:lumMod val="50000"/>
                  </a:schemeClr>
                </a:solidFill>
                <a:latin typeface="Times New Roman" pitchFamily="18" charset="0"/>
                <a:cs typeface="Times New Roman" pitchFamily="18" charset="0"/>
              </a:rPr>
              <a:t>hoặc</a:t>
            </a:r>
            <a:r>
              <a:rPr lang="en-US" sz="2000"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các</a:t>
            </a:r>
            <a:r>
              <a:rPr lang="en-US" sz="2000" b="1" dirty="0">
                <a:solidFill>
                  <a:schemeClr val="accent2">
                    <a:lumMod val="50000"/>
                  </a:schemeClr>
                </a:solidFill>
                <a:latin typeface="Times New Roman" pitchFamily="18" charset="0"/>
                <a:cs typeface="Times New Roman" pitchFamily="18" charset="0"/>
              </a:rPr>
              <a:t> </a:t>
            </a:r>
            <a:r>
              <a:rPr lang="en-US" sz="2000" b="1" dirty="0" err="1">
                <a:solidFill>
                  <a:schemeClr val="accent2">
                    <a:lumMod val="50000"/>
                  </a:schemeClr>
                </a:solidFill>
                <a:latin typeface="Times New Roman" pitchFamily="18" charset="0"/>
                <a:cs typeface="Times New Roman" pitchFamily="18" charset="0"/>
              </a:rPr>
              <a:t>môn</a:t>
            </a:r>
            <a:r>
              <a:rPr lang="en-US" sz="2000" b="1" dirty="0">
                <a:solidFill>
                  <a:schemeClr val="accent2">
                    <a:lumMod val="50000"/>
                  </a:schemeClr>
                </a:solidFill>
                <a:latin typeface="Times New Roman" pitchFamily="18" charset="0"/>
                <a:cs typeface="Times New Roman" pitchFamily="18" charset="0"/>
              </a:rPr>
              <a:t> </a:t>
            </a:r>
            <a:r>
              <a:rPr lang="en-US" sz="2000" b="1" err="1">
                <a:solidFill>
                  <a:schemeClr val="accent2">
                    <a:lumMod val="50000"/>
                  </a:schemeClr>
                </a:solidFill>
                <a:latin typeface="Times New Roman" pitchFamily="18" charset="0"/>
                <a:cs typeface="Times New Roman" pitchFamily="18" charset="0"/>
              </a:rPr>
              <a:t>chuyên</a:t>
            </a:r>
            <a:r>
              <a:rPr lang="en-US" sz="2000" b="1">
                <a:solidFill>
                  <a:schemeClr val="accent2">
                    <a:lumMod val="50000"/>
                  </a:schemeClr>
                </a:solidFill>
                <a:latin typeface="Times New Roman" pitchFamily="18" charset="0"/>
                <a:cs typeface="Times New Roman" pitchFamily="18" charset="0"/>
              </a:rPr>
              <a:t> đề tốt nghiệp.</a:t>
            </a:r>
            <a:endParaRPr lang="en-US" sz="2000" b="1" dirty="0">
              <a:solidFill>
                <a:schemeClr val="accent2">
                  <a:lumMod val="50000"/>
                </a:schemeClr>
              </a:solidFill>
              <a:latin typeface="Times New Roman" pitchFamily="18" charset="0"/>
              <a:cs typeface="Times New Roman" pitchFamily="18" charset="0"/>
            </a:endParaRPr>
          </a:p>
        </p:txBody>
      </p:sp>
      <p:sp>
        <p:nvSpPr>
          <p:cNvPr id="19" name="Right Arrow 17">
            <a:extLst>
              <a:ext uri="{FF2B5EF4-FFF2-40B4-BE49-F238E27FC236}">
                <a16:creationId xmlns:a16="http://schemas.microsoft.com/office/drawing/2014/main" id="{ACF3D35A-4821-4E7D-9FBB-054460567751}"/>
              </a:ext>
            </a:extLst>
          </p:cNvPr>
          <p:cNvSpPr/>
          <p:nvPr/>
        </p:nvSpPr>
        <p:spPr>
          <a:xfrm>
            <a:off x="2995612" y="2667000"/>
            <a:ext cx="228600"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20" name="Right Arrow 18">
            <a:extLst>
              <a:ext uri="{FF2B5EF4-FFF2-40B4-BE49-F238E27FC236}">
                <a16:creationId xmlns:a16="http://schemas.microsoft.com/office/drawing/2014/main" id="{ED0B2D25-0792-4F0B-98D0-3802BF156F3A}"/>
              </a:ext>
            </a:extLst>
          </p:cNvPr>
          <p:cNvSpPr/>
          <p:nvPr/>
        </p:nvSpPr>
        <p:spPr>
          <a:xfrm>
            <a:off x="6183312" y="2603500"/>
            <a:ext cx="228600" cy="215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21" name="Right Arrow 19">
            <a:extLst>
              <a:ext uri="{FF2B5EF4-FFF2-40B4-BE49-F238E27FC236}">
                <a16:creationId xmlns:a16="http://schemas.microsoft.com/office/drawing/2014/main" id="{74EA3F2A-287F-4B01-B68F-85A8BC919839}"/>
              </a:ext>
            </a:extLst>
          </p:cNvPr>
          <p:cNvSpPr/>
          <p:nvPr/>
        </p:nvSpPr>
        <p:spPr>
          <a:xfrm rot="5400000">
            <a:off x="7504111" y="3742433"/>
            <a:ext cx="165101"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22" name="Right Arrow 20">
            <a:extLst>
              <a:ext uri="{FF2B5EF4-FFF2-40B4-BE49-F238E27FC236}">
                <a16:creationId xmlns:a16="http://schemas.microsoft.com/office/drawing/2014/main" id="{56D30BA6-F872-466B-87A6-A274ACC338C6}"/>
              </a:ext>
            </a:extLst>
          </p:cNvPr>
          <p:cNvSpPr/>
          <p:nvPr/>
        </p:nvSpPr>
        <p:spPr>
          <a:xfrm rot="10800000">
            <a:off x="4151688" y="4959713"/>
            <a:ext cx="291724" cy="3703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4143717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Sinh viên KTMT học gì?</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2" name="Picture 1">
            <a:extLst>
              <a:ext uri="{FF2B5EF4-FFF2-40B4-BE49-F238E27FC236}">
                <a16:creationId xmlns:a16="http://schemas.microsoft.com/office/drawing/2014/main" id="{81E82A9C-1F3A-3CFF-A672-F8862D0E489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764152"/>
            <a:ext cx="9136062" cy="3329696"/>
          </a:xfrm>
          <a:prstGeom prst="rect">
            <a:avLst/>
          </a:prstGeom>
          <a:noFill/>
          <a:ln>
            <a:noFill/>
          </a:ln>
        </p:spPr>
      </p:pic>
    </p:spTree>
    <p:extLst>
      <p:ext uri="{BB962C8B-B14F-4D97-AF65-F5344CB8AC3E}">
        <p14:creationId xmlns:p14="http://schemas.microsoft.com/office/powerpoint/2010/main" val="3705076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Sinh viên KTMT trải qua các năm ra sao?</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graphicFrame>
        <p:nvGraphicFramePr>
          <p:cNvPr id="6" name="Table 5">
            <a:extLst>
              <a:ext uri="{FF2B5EF4-FFF2-40B4-BE49-F238E27FC236}">
                <a16:creationId xmlns:a16="http://schemas.microsoft.com/office/drawing/2014/main" id="{CA379BB2-019A-2B75-7E68-E4A255D08902}"/>
              </a:ext>
            </a:extLst>
          </p:cNvPr>
          <p:cNvGraphicFramePr>
            <a:graphicFrameLocks noGrp="1"/>
          </p:cNvGraphicFramePr>
          <p:nvPr>
            <p:extLst>
              <p:ext uri="{D42A27DB-BD31-4B8C-83A1-F6EECF244321}">
                <p14:modId xmlns:p14="http://schemas.microsoft.com/office/powerpoint/2010/main" val="2877241633"/>
              </p:ext>
            </p:extLst>
          </p:nvPr>
        </p:nvGraphicFramePr>
        <p:xfrm>
          <a:off x="1143000" y="864920"/>
          <a:ext cx="6934200" cy="5775514"/>
        </p:xfrm>
        <a:graphic>
          <a:graphicData uri="http://schemas.openxmlformats.org/drawingml/2006/table">
            <a:tbl>
              <a:tblPr bandRow="1">
                <a:tableStyleId>{5C22544A-7EE6-4342-B048-85BDC9FD1C3A}</a:tableStyleId>
              </a:tblPr>
              <a:tblGrid>
                <a:gridCol w="2142363">
                  <a:extLst>
                    <a:ext uri="{9D8B030D-6E8A-4147-A177-3AD203B41FA5}">
                      <a16:colId xmlns:a16="http://schemas.microsoft.com/office/drawing/2014/main" val="2229244671"/>
                    </a:ext>
                  </a:extLst>
                </a:gridCol>
                <a:gridCol w="2505837">
                  <a:extLst>
                    <a:ext uri="{9D8B030D-6E8A-4147-A177-3AD203B41FA5}">
                      <a16:colId xmlns:a16="http://schemas.microsoft.com/office/drawing/2014/main" val="1355902392"/>
                    </a:ext>
                  </a:extLst>
                </a:gridCol>
                <a:gridCol w="1164369">
                  <a:extLst>
                    <a:ext uri="{9D8B030D-6E8A-4147-A177-3AD203B41FA5}">
                      <a16:colId xmlns:a16="http://schemas.microsoft.com/office/drawing/2014/main" val="143415485"/>
                    </a:ext>
                  </a:extLst>
                </a:gridCol>
                <a:gridCol w="1121631">
                  <a:extLst>
                    <a:ext uri="{9D8B030D-6E8A-4147-A177-3AD203B41FA5}">
                      <a16:colId xmlns:a16="http://schemas.microsoft.com/office/drawing/2014/main" val="3091092583"/>
                    </a:ext>
                  </a:extLst>
                </a:gridCol>
              </a:tblGrid>
              <a:tr h="234968">
                <a:tc rowSpan="2" gridSpan="2">
                  <a:txBody>
                    <a:bodyPr/>
                    <a:lstStyle/>
                    <a:p>
                      <a:pPr marL="0" marR="0" algn="ctr">
                        <a:lnSpc>
                          <a:spcPct val="150000"/>
                        </a:lnSpc>
                        <a:spcBef>
                          <a:spcPts val="0"/>
                        </a:spcBef>
                        <a:spcAft>
                          <a:spcPts val="0"/>
                        </a:spcAft>
                      </a:pPr>
                      <a:r>
                        <a:rPr lang="en-US" sz="1800" b="1">
                          <a:effectLst/>
                        </a:rPr>
                        <a:t>Khối kiến thức</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rowSpan="2" hMerge="1">
                  <a:txBody>
                    <a:bodyPr/>
                    <a:lstStyle/>
                    <a:p>
                      <a:endParaRPr lang="en-US"/>
                    </a:p>
                  </a:txBody>
                  <a:tcPr/>
                </a:tc>
                <a:tc gridSpan="2">
                  <a:txBody>
                    <a:bodyPr/>
                    <a:lstStyle/>
                    <a:p>
                      <a:pPr marL="0" marR="0" algn="ctr">
                        <a:lnSpc>
                          <a:spcPct val="150000"/>
                        </a:lnSpc>
                        <a:spcBef>
                          <a:spcPts val="0"/>
                        </a:spcBef>
                        <a:spcAft>
                          <a:spcPts val="0"/>
                        </a:spcAft>
                      </a:pPr>
                      <a:r>
                        <a:rPr lang="en-US" sz="1800" b="1">
                          <a:effectLst/>
                        </a:rPr>
                        <a:t>Khối lượng</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hMerge="1">
                  <a:txBody>
                    <a:bodyPr/>
                    <a:lstStyle/>
                    <a:p>
                      <a:endParaRPr lang="en-US"/>
                    </a:p>
                  </a:txBody>
                  <a:tcPr/>
                </a:tc>
                <a:extLst>
                  <a:ext uri="{0D108BD9-81ED-4DB2-BD59-A6C34878D82A}">
                    <a16:rowId xmlns:a16="http://schemas.microsoft.com/office/drawing/2014/main" val="4175065226"/>
                  </a:ext>
                </a:extLst>
              </a:tr>
              <a:tr h="507554">
                <a:tc gridSpan="2" vMerge="1">
                  <a:txBody>
                    <a:bodyPr/>
                    <a:lstStyle/>
                    <a:p>
                      <a:endParaRPr lang="en-US"/>
                    </a:p>
                  </a:txBody>
                  <a:tcPr/>
                </a:tc>
                <a:tc hMerge="1" vMerge="1">
                  <a:txBody>
                    <a:bodyPr/>
                    <a:lstStyle/>
                    <a:p>
                      <a:endParaRPr lang="en-US"/>
                    </a:p>
                  </a:txBody>
                  <a:tcPr/>
                </a:tc>
                <a:tc>
                  <a:txBody>
                    <a:bodyPr/>
                    <a:lstStyle/>
                    <a:p>
                      <a:pPr marL="0" marR="0" algn="ctr">
                        <a:lnSpc>
                          <a:spcPct val="150000"/>
                        </a:lnSpc>
                        <a:spcBef>
                          <a:spcPts val="0"/>
                        </a:spcBef>
                        <a:spcAft>
                          <a:spcPts val="0"/>
                        </a:spcAft>
                      </a:pPr>
                      <a:r>
                        <a:rPr lang="en-US" sz="1800" b="1">
                          <a:effectLst/>
                        </a:rPr>
                        <a:t>Tổng số tín chỉ</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2939812069"/>
                  </a:ext>
                </a:extLst>
              </a:tr>
              <a:tr h="683779">
                <a:tc rowSpan="3">
                  <a:txBody>
                    <a:bodyPr/>
                    <a:lstStyle/>
                    <a:p>
                      <a:pPr marL="0" marR="0" algn="ctr">
                        <a:lnSpc>
                          <a:spcPct val="150000"/>
                        </a:lnSpc>
                        <a:spcBef>
                          <a:spcPts val="0"/>
                        </a:spcBef>
                        <a:spcAft>
                          <a:spcPts val="0"/>
                        </a:spcAft>
                      </a:pPr>
                      <a:r>
                        <a:rPr lang="en-US" sz="1800" b="1">
                          <a:effectLst/>
                        </a:rPr>
                        <a:t>Khối kiến thức giáo dục đại cương</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nSpc>
                          <a:spcPct val="150000"/>
                        </a:lnSpc>
                        <a:spcBef>
                          <a:spcPts val="0"/>
                        </a:spcBef>
                        <a:spcAft>
                          <a:spcPts val="0"/>
                        </a:spcAft>
                      </a:pPr>
                      <a:r>
                        <a:rPr lang="en-US" sz="1800" b="1">
                          <a:effectLst/>
                        </a:rPr>
                        <a:t>Lý luận chính trị và pháp luật</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13</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10.16</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3837151277"/>
                  </a:ext>
                </a:extLst>
              </a:tr>
              <a:tr h="683779">
                <a:tc vMerge="1">
                  <a:txBody>
                    <a:bodyPr/>
                    <a:lstStyle/>
                    <a:p>
                      <a:endParaRPr lang="en-US"/>
                    </a:p>
                  </a:txBody>
                  <a:tcPr/>
                </a:tc>
                <a:tc>
                  <a:txBody>
                    <a:bodyPr/>
                    <a:lstStyle/>
                    <a:p>
                      <a:pPr marL="0" marR="0">
                        <a:lnSpc>
                          <a:spcPct val="150000"/>
                        </a:lnSpc>
                        <a:spcBef>
                          <a:spcPts val="0"/>
                        </a:spcBef>
                        <a:spcAft>
                          <a:spcPts val="0"/>
                        </a:spcAft>
                      </a:pPr>
                      <a:r>
                        <a:rPr lang="en-US" sz="1800" b="1">
                          <a:effectLst/>
                        </a:rPr>
                        <a:t>Toán - Tin học - Khoa học tự nhiên</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22</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17.19</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737077498"/>
                  </a:ext>
                </a:extLst>
              </a:tr>
              <a:tr h="197689">
                <a:tc vMerge="1">
                  <a:txBody>
                    <a:bodyPr/>
                    <a:lstStyle/>
                    <a:p>
                      <a:endParaRPr lang="en-US"/>
                    </a:p>
                  </a:txBody>
                  <a:tcPr/>
                </a:tc>
                <a:tc>
                  <a:txBody>
                    <a:bodyPr/>
                    <a:lstStyle/>
                    <a:p>
                      <a:pPr marL="0" marR="0">
                        <a:lnSpc>
                          <a:spcPct val="150000"/>
                        </a:lnSpc>
                        <a:spcBef>
                          <a:spcPts val="0"/>
                        </a:spcBef>
                        <a:spcAft>
                          <a:spcPts val="0"/>
                        </a:spcAft>
                      </a:pPr>
                      <a:r>
                        <a:rPr lang="en-US" sz="1800" b="1">
                          <a:effectLst/>
                        </a:rPr>
                        <a:t>Ngoại ngữ</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12</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9.38</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2539707913"/>
                  </a:ext>
                </a:extLst>
              </a:tr>
              <a:tr h="331328">
                <a:tc rowSpan="3">
                  <a:txBody>
                    <a:bodyPr/>
                    <a:lstStyle/>
                    <a:p>
                      <a:pPr marL="0" marR="0" algn="ctr">
                        <a:lnSpc>
                          <a:spcPct val="150000"/>
                        </a:lnSpc>
                        <a:spcBef>
                          <a:spcPts val="0"/>
                        </a:spcBef>
                        <a:spcAft>
                          <a:spcPts val="0"/>
                        </a:spcAft>
                      </a:pPr>
                      <a:r>
                        <a:rPr lang="en-US" sz="1800" b="1">
                          <a:effectLst/>
                        </a:rPr>
                        <a:t>Khối kiến thức giáo dục chuyên nghiệp</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nSpc>
                          <a:spcPct val="150000"/>
                        </a:lnSpc>
                        <a:spcBef>
                          <a:spcPts val="0"/>
                        </a:spcBef>
                        <a:spcAft>
                          <a:spcPts val="0"/>
                        </a:spcAft>
                      </a:pPr>
                      <a:r>
                        <a:rPr lang="en-US" sz="1800" b="1">
                          <a:effectLst/>
                        </a:rPr>
                        <a:t>Cơ sở ngành</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49</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38.28</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3784071137"/>
                  </a:ext>
                </a:extLst>
              </a:tr>
              <a:tr h="331328">
                <a:tc vMerge="1">
                  <a:txBody>
                    <a:bodyPr/>
                    <a:lstStyle/>
                    <a:p>
                      <a:endParaRPr lang="en-US"/>
                    </a:p>
                  </a:txBody>
                  <a:tcPr/>
                </a:tc>
                <a:tc>
                  <a:txBody>
                    <a:bodyPr/>
                    <a:lstStyle/>
                    <a:p>
                      <a:pPr marL="0" marR="0">
                        <a:lnSpc>
                          <a:spcPct val="150000"/>
                        </a:lnSpc>
                        <a:spcBef>
                          <a:spcPts val="0"/>
                        </a:spcBef>
                        <a:spcAft>
                          <a:spcPts val="0"/>
                        </a:spcAft>
                      </a:pPr>
                      <a:r>
                        <a:rPr lang="en-US" sz="1800" b="1">
                          <a:effectLst/>
                        </a:rPr>
                        <a:t>Chuyên ngành</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18</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14.06</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4117448733"/>
                  </a:ext>
                </a:extLst>
              </a:tr>
              <a:tr h="331328">
                <a:tc vMerge="1">
                  <a:txBody>
                    <a:bodyPr/>
                    <a:lstStyle/>
                    <a:p>
                      <a:endParaRPr lang="en-US"/>
                    </a:p>
                  </a:txBody>
                  <a:tcPr/>
                </a:tc>
                <a:tc>
                  <a:txBody>
                    <a:bodyPr/>
                    <a:lstStyle/>
                    <a:p>
                      <a:pPr marL="0" marR="0">
                        <a:lnSpc>
                          <a:spcPct val="150000"/>
                        </a:lnSpc>
                        <a:spcBef>
                          <a:spcPts val="0"/>
                        </a:spcBef>
                        <a:spcAft>
                          <a:spcPts val="0"/>
                        </a:spcAft>
                      </a:pPr>
                      <a:r>
                        <a:rPr lang="en-US" sz="1800" b="1">
                          <a:effectLst/>
                        </a:rPr>
                        <a:t>Môn học khác</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2</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1.56</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1734393339"/>
                  </a:ext>
                </a:extLst>
              </a:tr>
              <a:tr h="507554">
                <a:tc rowSpan="2">
                  <a:txBody>
                    <a:bodyPr/>
                    <a:lstStyle/>
                    <a:p>
                      <a:pPr marL="0" marR="0" algn="ctr">
                        <a:lnSpc>
                          <a:spcPct val="150000"/>
                        </a:lnSpc>
                        <a:spcBef>
                          <a:spcPts val="0"/>
                        </a:spcBef>
                        <a:spcAft>
                          <a:spcPts val="0"/>
                        </a:spcAft>
                      </a:pPr>
                      <a:r>
                        <a:rPr lang="en-US" sz="1800" b="1">
                          <a:effectLst/>
                        </a:rPr>
                        <a:t>Tốt nghiệp</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nSpc>
                          <a:spcPct val="150000"/>
                        </a:lnSpc>
                        <a:spcBef>
                          <a:spcPts val="0"/>
                        </a:spcBef>
                        <a:spcAft>
                          <a:spcPts val="0"/>
                        </a:spcAft>
                      </a:pPr>
                      <a:r>
                        <a:rPr lang="en-US" sz="1800" b="1">
                          <a:effectLst/>
                        </a:rPr>
                        <a:t>Thực tập doanh nghiệp</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2</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1.56</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933524390"/>
                  </a:ext>
                </a:extLst>
              </a:tr>
              <a:tr h="683779">
                <a:tc vMerge="1">
                  <a:txBody>
                    <a:bodyPr/>
                    <a:lstStyle/>
                    <a:p>
                      <a:endParaRPr lang="en-US"/>
                    </a:p>
                  </a:txBody>
                  <a:tcPr/>
                </a:tc>
                <a:tc>
                  <a:txBody>
                    <a:bodyPr/>
                    <a:lstStyle/>
                    <a:p>
                      <a:pPr marL="0" marR="0">
                        <a:lnSpc>
                          <a:spcPct val="150000"/>
                        </a:lnSpc>
                        <a:spcBef>
                          <a:spcPts val="0"/>
                        </a:spcBef>
                        <a:spcAft>
                          <a:spcPts val="0"/>
                        </a:spcAft>
                      </a:pPr>
                      <a:r>
                        <a:rPr lang="en-US" sz="1800" b="1">
                          <a:effectLst/>
                        </a:rPr>
                        <a:t>Khóa luận hoặc chuyên đề tốt nghiệp</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10</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7.81</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90918328"/>
                  </a:ext>
                </a:extLst>
              </a:tr>
              <a:tr h="331328">
                <a:tc gridSpan="2">
                  <a:txBody>
                    <a:bodyPr/>
                    <a:lstStyle/>
                    <a:p>
                      <a:pPr marL="0" marR="0" algn="ctr">
                        <a:lnSpc>
                          <a:spcPct val="150000"/>
                        </a:lnSpc>
                        <a:spcBef>
                          <a:spcPts val="0"/>
                        </a:spcBef>
                        <a:spcAft>
                          <a:spcPts val="0"/>
                        </a:spcAft>
                      </a:pPr>
                      <a:r>
                        <a:rPr lang="en-US" sz="1800" b="1">
                          <a:effectLst/>
                        </a:rPr>
                        <a:t>Tổng số tín chỉ tích lũy tối thiểu toàn khóa</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hMerge="1">
                  <a:txBody>
                    <a:bodyPr/>
                    <a:lstStyle/>
                    <a:p>
                      <a:endParaRPr lang="en-US"/>
                    </a:p>
                  </a:txBody>
                  <a:tcPr/>
                </a:tc>
                <a:tc>
                  <a:txBody>
                    <a:bodyPr/>
                    <a:lstStyle/>
                    <a:p>
                      <a:pPr marL="0" marR="0" algn="ctr">
                        <a:lnSpc>
                          <a:spcPct val="150000"/>
                        </a:lnSpc>
                        <a:spcBef>
                          <a:spcPts val="0"/>
                        </a:spcBef>
                        <a:spcAft>
                          <a:spcPts val="0"/>
                        </a:spcAft>
                      </a:pPr>
                      <a:r>
                        <a:rPr lang="en-US" sz="1800" b="1">
                          <a:effectLst/>
                        </a:rPr>
                        <a:t>128</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tc>
                  <a:txBody>
                    <a:bodyPr/>
                    <a:lstStyle/>
                    <a:p>
                      <a:pPr marL="0" marR="0" algn="ctr">
                        <a:lnSpc>
                          <a:spcPct val="150000"/>
                        </a:lnSpc>
                        <a:spcBef>
                          <a:spcPts val="0"/>
                        </a:spcBef>
                        <a:spcAft>
                          <a:spcPts val="0"/>
                        </a:spcAft>
                      </a:pPr>
                      <a:r>
                        <a:rPr lang="en-US" sz="1800" b="1">
                          <a:effectLst/>
                        </a:rPr>
                        <a:t>100</a:t>
                      </a:r>
                      <a:endParaRPr lang="en-US" sz="1800" b="1">
                        <a:effectLst/>
                        <a:latin typeface="Times New Roman" panose="02020603050405020304" pitchFamily="18" charset="0"/>
                        <a:ea typeface="Times New Roman" panose="02020603050405020304" pitchFamily="18" charset="0"/>
                      </a:endParaRPr>
                    </a:p>
                  </a:txBody>
                  <a:tcPr marL="40668" marR="40668" marT="0" marB="0" anchor="ctr"/>
                </a:tc>
                <a:extLst>
                  <a:ext uri="{0D108BD9-81ED-4DB2-BD59-A6C34878D82A}">
                    <a16:rowId xmlns:a16="http://schemas.microsoft.com/office/drawing/2014/main" val="3269197075"/>
                  </a:ext>
                </a:extLst>
              </a:tr>
            </a:tbl>
          </a:graphicData>
        </a:graphic>
      </p:graphicFrame>
    </p:spTree>
    <p:extLst>
      <p:ext uri="{BB962C8B-B14F-4D97-AF65-F5344CB8AC3E}">
        <p14:creationId xmlns:p14="http://schemas.microsoft.com/office/powerpoint/2010/main" val="1288274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Content Placeholder 2">
            <a:extLst>
              <a:ext uri="{FF2B5EF4-FFF2-40B4-BE49-F238E27FC236}">
                <a16:creationId xmlns:a16="http://schemas.microsoft.com/office/drawing/2014/main" id="{B2FF6409-4E60-4CE2-AD9E-3EDF7577D9CF}"/>
              </a:ext>
            </a:extLst>
          </p:cNvPr>
          <p:cNvSpPr>
            <a:spLocks noGrp="1"/>
          </p:cNvSpPr>
          <p:nvPr/>
        </p:nvSpPr>
        <p:spPr bwMode="auto">
          <a:xfrm>
            <a:off x="533400" y="1371600"/>
            <a:ext cx="8686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nSpc>
                <a:spcPct val="150000"/>
              </a:lnSpc>
              <a:spcBef>
                <a:spcPts val="600"/>
              </a:spcBef>
              <a:spcAft>
                <a:spcPts val="600"/>
              </a:spcAft>
              <a:buFont typeface="+mj-lt"/>
              <a:buAutoNum type="arabicPeriod"/>
            </a:pPr>
            <a:r>
              <a:rPr lang="en-US">
                <a:latin typeface="+mj-lt"/>
              </a:rPr>
              <a:t>Giới thiệu chung về ngành Kỹ thuật máy tính</a:t>
            </a:r>
          </a:p>
          <a:p>
            <a:pPr marL="514350" lvl="0" indent="-514350">
              <a:lnSpc>
                <a:spcPct val="150000"/>
              </a:lnSpc>
              <a:spcBef>
                <a:spcPts val="600"/>
              </a:spcBef>
              <a:spcAft>
                <a:spcPts val="600"/>
              </a:spcAft>
              <a:buFont typeface="+mj-lt"/>
              <a:buAutoNum type="arabicPeriod"/>
            </a:pPr>
            <a:r>
              <a:rPr lang="en-US">
                <a:latin typeface="+mj-lt"/>
              </a:rPr>
              <a:t>Chương trình đào tạo ngành Kỹ thuật máy tính</a:t>
            </a:r>
          </a:p>
          <a:p>
            <a:pPr marL="514350" indent="-514350">
              <a:lnSpc>
                <a:spcPct val="150000"/>
              </a:lnSpc>
              <a:spcBef>
                <a:spcPts val="600"/>
              </a:spcBef>
              <a:spcAft>
                <a:spcPts val="600"/>
              </a:spcAft>
              <a:buFont typeface="+mj-lt"/>
              <a:buAutoNum type="arabicPeriod"/>
            </a:pPr>
            <a:r>
              <a:rPr lang="en-US" b="1">
                <a:solidFill>
                  <a:srgbClr val="FF9933"/>
                </a:solidFill>
                <a:latin typeface="+mj-lt"/>
              </a:rPr>
              <a:t>Cơ hội nghề nghiệp</a:t>
            </a:r>
          </a:p>
          <a:p>
            <a:pPr marL="514350" indent="-514350">
              <a:lnSpc>
                <a:spcPct val="150000"/>
              </a:lnSpc>
              <a:spcBef>
                <a:spcPts val="600"/>
              </a:spcBef>
              <a:spcAft>
                <a:spcPts val="600"/>
              </a:spcAft>
              <a:buFont typeface="+mj-lt"/>
              <a:buAutoNum type="arabicPeriod"/>
            </a:pPr>
            <a:r>
              <a:rPr lang="en-US">
                <a:latin typeface="+mj-lt"/>
              </a:rPr>
              <a:t>Các hướng nghiên cứu và phát triển</a:t>
            </a:r>
          </a:p>
          <a:p>
            <a:pPr marL="514350" indent="-514350">
              <a:lnSpc>
                <a:spcPct val="150000"/>
              </a:lnSpc>
              <a:spcBef>
                <a:spcPts val="600"/>
              </a:spcBef>
              <a:spcAft>
                <a:spcPts val="600"/>
              </a:spcAft>
              <a:buFont typeface="+mj-lt"/>
              <a:buAutoNum type="arabicPeriod"/>
            </a:pPr>
            <a:r>
              <a:rPr lang="en-US">
                <a:latin typeface="+mj-lt"/>
              </a:rPr>
              <a:t>Thành tựu và chính sách</a:t>
            </a:r>
          </a:p>
        </p:txBody>
      </p:sp>
    </p:spTree>
    <p:extLst>
      <p:ext uri="{BB962C8B-B14F-4D97-AF65-F5344CB8AC3E}">
        <p14:creationId xmlns:p14="http://schemas.microsoft.com/office/powerpoint/2010/main" val="493987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Sinh viên KTMT làm việc gì?</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Content Placeholder 2">
            <a:extLst>
              <a:ext uri="{FF2B5EF4-FFF2-40B4-BE49-F238E27FC236}">
                <a16:creationId xmlns:a16="http://schemas.microsoft.com/office/drawing/2014/main" id="{1BE27DD3-3164-4D9A-8DBE-EE9AE33565BB}"/>
              </a:ext>
            </a:extLst>
          </p:cNvPr>
          <p:cNvSpPr>
            <a:spLocks noGrp="1"/>
          </p:cNvSpPr>
          <p:nvPr/>
        </p:nvSpPr>
        <p:spPr bwMode="auto">
          <a:xfrm>
            <a:off x="251520" y="1600200"/>
            <a:ext cx="8641655"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eaLnBrk="1" hangingPunct="1">
              <a:spcBef>
                <a:spcPts val="600"/>
              </a:spcBef>
              <a:buFont typeface="Wingdings" panose="05000000000000000000" pitchFamily="2" charset="2"/>
              <a:buChar char="q"/>
              <a:defRPr/>
            </a:pPr>
            <a:r>
              <a:rPr lang="en-US" altLang="en-US" sz="2400" dirty="0" err="1">
                <a:latin typeface="Arial" charset="0"/>
                <a:cs typeface="Arial" charset="0"/>
              </a:rPr>
              <a:t>Lập</a:t>
            </a:r>
            <a:r>
              <a:rPr lang="en-US" altLang="en-US" sz="2400" dirty="0">
                <a:latin typeface="Arial" charset="0"/>
                <a:cs typeface="Arial" charset="0"/>
              </a:rPr>
              <a:t> </a:t>
            </a:r>
            <a:r>
              <a:rPr lang="en-US" altLang="en-US" sz="2400" dirty="0" err="1">
                <a:latin typeface="Arial" charset="0"/>
                <a:cs typeface="Arial" charset="0"/>
              </a:rPr>
              <a:t>trình</a:t>
            </a:r>
            <a:r>
              <a:rPr lang="en-US" altLang="en-US" sz="2400" dirty="0">
                <a:latin typeface="Arial" charset="0"/>
                <a:cs typeface="Arial" charset="0"/>
              </a:rPr>
              <a:t> </a:t>
            </a:r>
            <a:r>
              <a:rPr lang="en-US" altLang="en-US" sz="2400" dirty="0" err="1">
                <a:latin typeface="Arial" charset="0"/>
                <a:cs typeface="Arial" charset="0"/>
              </a:rPr>
              <a:t>viên</a:t>
            </a:r>
            <a:r>
              <a:rPr lang="en-US" altLang="en-US" sz="2400" dirty="0">
                <a:latin typeface="Arial" charset="0"/>
                <a:cs typeface="Arial" charset="0"/>
              </a:rPr>
              <a:t>, </a:t>
            </a:r>
            <a:r>
              <a:rPr lang="en-US" altLang="en-US" sz="2400" dirty="0" err="1">
                <a:latin typeface="Arial" charset="0"/>
                <a:cs typeface="Arial" charset="0"/>
              </a:rPr>
              <a:t>đặc</a:t>
            </a:r>
            <a:r>
              <a:rPr lang="en-US" altLang="en-US" sz="2400" dirty="0">
                <a:latin typeface="Arial" charset="0"/>
                <a:cs typeface="Arial" charset="0"/>
              </a:rPr>
              <a:t> </a:t>
            </a:r>
            <a:r>
              <a:rPr lang="en-US" altLang="en-US" sz="2400" dirty="0" err="1">
                <a:latin typeface="Arial" charset="0"/>
                <a:cs typeface="Arial" charset="0"/>
              </a:rPr>
              <a:t>biệt</a:t>
            </a:r>
            <a:r>
              <a:rPr lang="en-US" altLang="en-US" sz="2400" dirty="0">
                <a:latin typeface="Arial" charset="0"/>
                <a:cs typeface="Arial" charset="0"/>
              </a:rPr>
              <a:t> </a:t>
            </a:r>
            <a:r>
              <a:rPr lang="en-US" altLang="en-US" sz="2400" dirty="0" err="1">
                <a:latin typeface="Arial" charset="0"/>
                <a:cs typeface="Arial" charset="0"/>
              </a:rPr>
              <a:t>là</a:t>
            </a:r>
            <a:r>
              <a:rPr lang="en-US" altLang="en-US" sz="2400" dirty="0">
                <a:latin typeface="Arial" charset="0"/>
                <a:cs typeface="Arial" charset="0"/>
              </a:rPr>
              <a:t> </a:t>
            </a:r>
            <a:r>
              <a:rPr lang="en-US" altLang="en-US" sz="2400" dirty="0" err="1">
                <a:latin typeface="Arial" charset="0"/>
                <a:cs typeface="Arial" charset="0"/>
              </a:rPr>
              <a:t>lập</a:t>
            </a:r>
            <a:r>
              <a:rPr lang="en-US" altLang="en-US" sz="2400" dirty="0">
                <a:latin typeface="Arial" charset="0"/>
                <a:cs typeface="Arial" charset="0"/>
              </a:rPr>
              <a:t> </a:t>
            </a:r>
            <a:r>
              <a:rPr lang="en-US" altLang="en-US" sz="2400" dirty="0" err="1">
                <a:latin typeface="Arial" charset="0"/>
                <a:cs typeface="Arial" charset="0"/>
              </a:rPr>
              <a:t>trình</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phần</a:t>
            </a:r>
            <a:r>
              <a:rPr lang="en-US" altLang="en-US" sz="2400" dirty="0">
                <a:latin typeface="Arial" charset="0"/>
                <a:cs typeface="Arial" charset="0"/>
              </a:rPr>
              <a:t> </a:t>
            </a:r>
            <a:r>
              <a:rPr lang="en-US" altLang="en-US" sz="2400" dirty="0" err="1">
                <a:latin typeface="Arial" charset="0"/>
                <a:cs typeface="Arial" charset="0"/>
              </a:rPr>
              <a:t>mềm</a:t>
            </a:r>
            <a:r>
              <a:rPr lang="en-US" altLang="en-US" sz="2400" dirty="0">
                <a:latin typeface="Arial" charset="0"/>
                <a:cs typeface="Arial" charset="0"/>
              </a:rPr>
              <a:t> </a:t>
            </a:r>
            <a:r>
              <a:rPr lang="en-US" altLang="en-US" sz="2400" dirty="0" err="1">
                <a:latin typeface="Arial" charset="0"/>
                <a:cs typeface="Arial" charset="0"/>
              </a:rPr>
              <a:t>nhúng</a:t>
            </a:r>
            <a:r>
              <a:rPr lang="en-US" altLang="en-US" sz="2400" dirty="0">
                <a:latin typeface="Arial" charset="0"/>
                <a:cs typeface="Arial" charset="0"/>
              </a:rPr>
              <a:t> </a:t>
            </a:r>
            <a:r>
              <a:rPr lang="en-US" altLang="en-US" sz="2400" dirty="0" err="1">
                <a:latin typeface="Arial" charset="0"/>
                <a:cs typeface="Arial" charset="0"/>
              </a:rPr>
              <a:t>trên</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thiết</a:t>
            </a:r>
            <a:r>
              <a:rPr lang="en-US" altLang="en-US" sz="2400" dirty="0">
                <a:latin typeface="Arial" charset="0"/>
                <a:cs typeface="Arial" charset="0"/>
              </a:rPr>
              <a:t> </a:t>
            </a:r>
            <a:r>
              <a:rPr lang="en-US" altLang="en-US" sz="2400" dirty="0" err="1">
                <a:latin typeface="Arial" charset="0"/>
                <a:cs typeface="Arial" charset="0"/>
              </a:rPr>
              <a:t>bị</a:t>
            </a:r>
            <a:r>
              <a:rPr lang="en-US" altLang="en-US" sz="2400" dirty="0">
                <a:latin typeface="Arial" charset="0"/>
                <a:cs typeface="Arial" charset="0"/>
              </a:rPr>
              <a:t> di </a:t>
            </a:r>
            <a:r>
              <a:rPr lang="en-US" altLang="en-US" sz="2400" dirty="0" err="1">
                <a:latin typeface="Arial" charset="0"/>
                <a:cs typeface="Arial" charset="0"/>
              </a:rPr>
              <a:t>động</a:t>
            </a:r>
            <a:r>
              <a:rPr lang="en-US" altLang="en-US" sz="2400" dirty="0">
                <a:latin typeface="Arial" charset="0"/>
                <a:cs typeface="Arial" charset="0"/>
              </a:rPr>
              <a:t> (smartphone, tablet, </a:t>
            </a:r>
            <a:r>
              <a:rPr lang="en-US" altLang="en-US" sz="2400" dirty="0" err="1">
                <a:latin typeface="Arial" charset="0"/>
                <a:cs typeface="Arial" charset="0"/>
              </a:rPr>
              <a:t>iphone</a:t>
            </a:r>
            <a:r>
              <a:rPr lang="en-US" altLang="en-US" sz="2400" dirty="0">
                <a:latin typeface="Arial" charset="0"/>
                <a:cs typeface="Arial" charset="0"/>
              </a:rPr>
              <a:t>, </a:t>
            </a:r>
            <a:r>
              <a:rPr lang="en-US" altLang="en-US" sz="2400" dirty="0" err="1">
                <a:latin typeface="Arial" charset="0"/>
                <a:cs typeface="Arial" charset="0"/>
              </a:rPr>
              <a:t>ipad</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vi </a:t>
            </a:r>
            <a:r>
              <a:rPr lang="en-US" altLang="en-US" sz="2400" dirty="0" err="1">
                <a:latin typeface="Arial" charset="0"/>
                <a:cs typeface="Arial" charset="0"/>
              </a:rPr>
              <a:t>xử</a:t>
            </a:r>
            <a:r>
              <a:rPr lang="en-US" altLang="en-US" sz="2400" dirty="0">
                <a:latin typeface="Arial" charset="0"/>
                <a:cs typeface="Arial" charset="0"/>
              </a:rPr>
              <a:t> </a:t>
            </a:r>
            <a:r>
              <a:rPr lang="en-US" altLang="en-US" sz="2400" dirty="0" err="1">
                <a:latin typeface="Arial" charset="0"/>
                <a:cs typeface="Arial" charset="0"/>
              </a:rPr>
              <a:t>lý</a:t>
            </a:r>
            <a:r>
              <a:rPr lang="en-US" altLang="en-US" sz="2400" dirty="0">
                <a:latin typeface="Arial" charset="0"/>
                <a:cs typeface="Arial" charset="0"/>
              </a:rPr>
              <a:t>-vi </a:t>
            </a:r>
            <a:r>
              <a:rPr lang="en-US" altLang="en-US" sz="2400" dirty="0" err="1">
                <a:latin typeface="Arial" charset="0"/>
                <a:cs typeface="Arial" charset="0"/>
              </a:rPr>
              <a:t>điều</a:t>
            </a:r>
            <a:r>
              <a:rPr lang="en-US" altLang="en-US" sz="2400" dirty="0">
                <a:latin typeface="Arial" charset="0"/>
                <a:cs typeface="Arial" charset="0"/>
              </a:rPr>
              <a:t> </a:t>
            </a:r>
            <a:r>
              <a:rPr lang="en-US" altLang="en-US" sz="2400" dirty="0" err="1">
                <a:latin typeface="Arial" charset="0"/>
                <a:cs typeface="Arial" charset="0"/>
              </a:rPr>
              <a:t>khiển</a:t>
            </a:r>
            <a:r>
              <a:rPr lang="en-US" altLang="en-US" sz="2400" dirty="0">
                <a:latin typeface="Arial" charset="0"/>
                <a:cs typeface="Arial" charset="0"/>
              </a:rPr>
              <a:t> </a:t>
            </a:r>
            <a:r>
              <a:rPr lang="en-US" altLang="en-US" sz="2400" dirty="0" err="1">
                <a:latin typeface="Arial" charset="0"/>
                <a:cs typeface="Arial" charset="0"/>
              </a:rPr>
              <a:t>trong</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hệ</a:t>
            </a:r>
            <a:r>
              <a:rPr lang="en-US" altLang="en-US" sz="2400" dirty="0">
                <a:latin typeface="Arial" charset="0"/>
                <a:cs typeface="Arial" charset="0"/>
              </a:rPr>
              <a:t> </a:t>
            </a:r>
            <a:r>
              <a:rPr lang="en-US" altLang="en-US" sz="2400" dirty="0" err="1">
                <a:latin typeface="Arial" charset="0"/>
                <a:cs typeface="Arial" charset="0"/>
              </a:rPr>
              <a:t>thống</a:t>
            </a:r>
            <a:r>
              <a:rPr lang="en-US" altLang="en-US" sz="2400" dirty="0">
                <a:latin typeface="Arial" charset="0"/>
                <a:cs typeface="Arial" charset="0"/>
              </a:rPr>
              <a:t> </a:t>
            </a:r>
            <a:r>
              <a:rPr lang="en-US" altLang="en-US" sz="2400" dirty="0" err="1">
                <a:latin typeface="Arial" charset="0"/>
                <a:cs typeface="Arial" charset="0"/>
              </a:rPr>
              <a:t>công</a:t>
            </a:r>
            <a:r>
              <a:rPr lang="en-US" altLang="en-US" sz="2400" dirty="0">
                <a:latin typeface="Arial" charset="0"/>
                <a:cs typeface="Arial" charset="0"/>
              </a:rPr>
              <a:t> </a:t>
            </a:r>
            <a:r>
              <a:rPr lang="en-US" altLang="en-US" sz="2400" dirty="0" err="1">
                <a:latin typeface="Arial" charset="0"/>
                <a:cs typeface="Arial" charset="0"/>
              </a:rPr>
              <a:t>nghiệp</a:t>
            </a:r>
            <a:r>
              <a:rPr lang="en-US" altLang="en-US" sz="2400" dirty="0">
                <a:latin typeface="Arial" charset="0"/>
                <a:cs typeface="Arial" charset="0"/>
              </a:rPr>
              <a:t>, </a:t>
            </a:r>
            <a:r>
              <a:rPr lang="en-US" altLang="en-US" sz="2400" dirty="0" err="1">
                <a:latin typeface="Arial" charset="0"/>
                <a:cs typeface="Arial" charset="0"/>
              </a:rPr>
              <a:t>xe</a:t>
            </a:r>
            <a:r>
              <a:rPr lang="en-US" altLang="en-US" sz="2400" dirty="0">
                <a:latin typeface="Arial" charset="0"/>
                <a:cs typeface="Arial" charset="0"/>
              </a:rPr>
              <a:t> </a:t>
            </a:r>
            <a:r>
              <a:rPr lang="en-US" altLang="en-US" sz="2400" dirty="0" err="1">
                <a:latin typeface="Arial" charset="0"/>
                <a:cs typeface="Arial" charset="0"/>
              </a:rPr>
              <a:t>ô</a:t>
            </a:r>
            <a:r>
              <a:rPr lang="en-US" altLang="en-US" sz="2400" dirty="0">
                <a:latin typeface="Arial" charset="0"/>
                <a:cs typeface="Arial" charset="0"/>
              </a:rPr>
              <a:t> </a:t>
            </a:r>
            <a:r>
              <a:rPr lang="en-US" altLang="en-US" sz="2400" dirty="0" err="1">
                <a:latin typeface="Arial" charset="0"/>
                <a:cs typeface="Arial" charset="0"/>
              </a:rPr>
              <a:t>tô</a:t>
            </a:r>
            <a:r>
              <a:rPr lang="en-US" altLang="en-US" sz="2400" dirty="0">
                <a:latin typeface="Arial" charset="0"/>
                <a:cs typeface="Arial" charset="0"/>
              </a:rPr>
              <a:t>, </a:t>
            </a:r>
            <a:r>
              <a:rPr lang="en-US" altLang="en-US" sz="2400" dirty="0" err="1">
                <a:latin typeface="Arial" charset="0"/>
                <a:cs typeface="Arial" charset="0"/>
              </a:rPr>
              <a:t>điện</a:t>
            </a:r>
            <a:r>
              <a:rPr lang="en-US" altLang="en-US" sz="2400" dirty="0">
                <a:latin typeface="Arial" charset="0"/>
                <a:cs typeface="Arial" charset="0"/>
              </a:rPr>
              <a:t> </a:t>
            </a:r>
            <a:r>
              <a:rPr lang="en-US" altLang="en-US" sz="2400" dirty="0" err="1">
                <a:latin typeface="Arial" charset="0"/>
                <a:cs typeface="Arial" charset="0"/>
              </a:rPr>
              <a:t>gia</a:t>
            </a:r>
            <a:r>
              <a:rPr lang="en-US" altLang="en-US" sz="2400" dirty="0">
                <a:latin typeface="Arial" charset="0"/>
                <a:cs typeface="Arial" charset="0"/>
              </a:rPr>
              <a:t> </a:t>
            </a:r>
            <a:r>
              <a:rPr lang="en-US" altLang="en-US" sz="2400" dirty="0" err="1">
                <a:latin typeface="Arial" charset="0"/>
                <a:cs typeface="Arial" charset="0"/>
              </a:rPr>
              <a:t>dụng</a:t>
            </a:r>
            <a:r>
              <a:rPr lang="en-US" altLang="en-US" sz="2400" dirty="0">
                <a:latin typeface="Arial" charset="0"/>
                <a:cs typeface="Arial" charset="0"/>
              </a:rPr>
              <a:t>, </a:t>
            </a:r>
            <a:r>
              <a:rPr lang="en-US" altLang="en-US" sz="2400" dirty="0" err="1">
                <a:latin typeface="Arial" charset="0"/>
                <a:cs typeface="Arial" charset="0"/>
              </a:rPr>
              <a:t>ngôi</a:t>
            </a:r>
            <a:r>
              <a:rPr lang="en-US" altLang="en-US" sz="2400" dirty="0">
                <a:latin typeface="Arial" charset="0"/>
                <a:cs typeface="Arial" charset="0"/>
              </a:rPr>
              <a:t> </a:t>
            </a:r>
            <a:r>
              <a:rPr lang="en-US" altLang="en-US" sz="2400" dirty="0" err="1">
                <a:latin typeface="Arial" charset="0"/>
                <a:cs typeface="Arial" charset="0"/>
              </a:rPr>
              <a:t>nhà</a:t>
            </a:r>
            <a:r>
              <a:rPr lang="en-US" altLang="en-US" sz="2400" dirty="0">
                <a:latin typeface="Arial" charset="0"/>
                <a:cs typeface="Arial" charset="0"/>
              </a:rPr>
              <a:t> </a:t>
            </a:r>
            <a:r>
              <a:rPr lang="en-US" altLang="en-US" sz="2400" dirty="0" err="1">
                <a:latin typeface="Arial" charset="0"/>
                <a:cs typeface="Arial" charset="0"/>
              </a:rPr>
              <a:t>thông</a:t>
            </a:r>
            <a:r>
              <a:rPr lang="en-US" altLang="en-US" sz="2400" dirty="0">
                <a:latin typeface="Arial" charset="0"/>
                <a:cs typeface="Arial" charset="0"/>
              </a:rPr>
              <a:t> minh,… </a:t>
            </a:r>
          </a:p>
          <a:p>
            <a:pPr algn="just" eaLnBrk="1" hangingPunct="1">
              <a:spcBef>
                <a:spcPts val="600"/>
              </a:spcBef>
              <a:buFont typeface="Wingdings" panose="05000000000000000000" pitchFamily="2" charset="2"/>
              <a:buChar char="q"/>
              <a:defRPr/>
            </a:pPr>
            <a:r>
              <a:rPr lang="en-US" altLang="en-US" sz="2400" dirty="0" err="1">
                <a:latin typeface="Arial" charset="0"/>
                <a:cs typeface="Arial" charset="0"/>
              </a:rPr>
              <a:t>Kỹ</a:t>
            </a:r>
            <a:r>
              <a:rPr lang="en-US" altLang="en-US" sz="2400" dirty="0">
                <a:latin typeface="Arial" charset="0"/>
                <a:cs typeface="Arial" charset="0"/>
              </a:rPr>
              <a:t> </a:t>
            </a:r>
            <a:r>
              <a:rPr lang="en-US" altLang="en-US" sz="2400" dirty="0" err="1">
                <a:latin typeface="Arial" charset="0"/>
                <a:cs typeface="Arial" charset="0"/>
              </a:rPr>
              <a:t>sư</a:t>
            </a:r>
            <a:r>
              <a:rPr lang="en-US" altLang="en-US" sz="2400" dirty="0">
                <a:latin typeface="Arial" charset="0"/>
                <a:cs typeface="Arial" charset="0"/>
              </a:rPr>
              <a:t> </a:t>
            </a:r>
            <a:r>
              <a:rPr lang="en-US" altLang="en-US" sz="2400" dirty="0" err="1">
                <a:latin typeface="Arial" charset="0"/>
                <a:cs typeface="Arial" charset="0"/>
              </a:rPr>
              <a:t>thiết</a:t>
            </a:r>
            <a:r>
              <a:rPr lang="en-US" altLang="en-US" sz="2400" dirty="0">
                <a:latin typeface="Arial" charset="0"/>
                <a:cs typeface="Arial" charset="0"/>
              </a:rPr>
              <a:t> </a:t>
            </a:r>
            <a:r>
              <a:rPr lang="en-US" altLang="en-US" sz="2400" dirty="0" err="1">
                <a:latin typeface="Arial" charset="0"/>
                <a:cs typeface="Arial" charset="0"/>
              </a:rPr>
              <a:t>kế</a:t>
            </a:r>
            <a:r>
              <a:rPr lang="en-US" altLang="en-US" sz="2400" dirty="0">
                <a:latin typeface="Arial" charset="0"/>
                <a:cs typeface="Arial" charset="0"/>
              </a:rPr>
              <a:t> </a:t>
            </a:r>
            <a:r>
              <a:rPr lang="en-US" altLang="en-US" sz="2400" dirty="0" err="1">
                <a:latin typeface="Arial" charset="0"/>
                <a:cs typeface="Arial" charset="0"/>
              </a:rPr>
              <a:t>mạch</a:t>
            </a:r>
            <a:r>
              <a:rPr lang="en-US" altLang="en-US" sz="2400" dirty="0">
                <a:latin typeface="Arial" charset="0"/>
                <a:cs typeface="Arial" charset="0"/>
              </a:rPr>
              <a:t> </a:t>
            </a:r>
            <a:r>
              <a:rPr lang="en-US" altLang="en-US" sz="2400" dirty="0" err="1">
                <a:latin typeface="Arial" charset="0"/>
                <a:cs typeface="Arial" charset="0"/>
              </a:rPr>
              <a:t>điện-điện</a:t>
            </a:r>
            <a:r>
              <a:rPr lang="en-US" altLang="en-US" sz="2400" dirty="0">
                <a:latin typeface="Arial" charset="0"/>
                <a:cs typeface="Arial" charset="0"/>
              </a:rPr>
              <a:t> </a:t>
            </a:r>
            <a:r>
              <a:rPr lang="en-US" altLang="en-US" sz="2400" dirty="0" err="1">
                <a:latin typeface="Arial" charset="0"/>
                <a:cs typeface="Arial" charset="0"/>
              </a:rPr>
              <a:t>tử</a:t>
            </a:r>
            <a:r>
              <a:rPr lang="en-US" altLang="en-US" sz="2400" dirty="0">
                <a:latin typeface="Arial" charset="0"/>
                <a:cs typeface="Arial" charset="0"/>
              </a:rPr>
              <a:t>, </a:t>
            </a:r>
            <a:r>
              <a:rPr lang="en-US" altLang="en-US" sz="2400" dirty="0" err="1">
                <a:latin typeface="Arial" charset="0"/>
                <a:cs typeface="Arial" charset="0"/>
              </a:rPr>
              <a:t>mạch</a:t>
            </a:r>
            <a:r>
              <a:rPr lang="en-US" altLang="en-US" sz="2400" dirty="0">
                <a:latin typeface="Arial" charset="0"/>
                <a:cs typeface="Arial" charset="0"/>
              </a:rPr>
              <a:t> </a:t>
            </a:r>
            <a:r>
              <a:rPr lang="en-US" altLang="en-US" sz="2400" dirty="0" err="1">
                <a:latin typeface="Arial" charset="0"/>
                <a:cs typeface="Arial" charset="0"/>
              </a:rPr>
              <a:t>điều</a:t>
            </a:r>
            <a:r>
              <a:rPr lang="en-US" altLang="en-US" sz="2400" dirty="0">
                <a:latin typeface="Arial" charset="0"/>
                <a:cs typeface="Arial" charset="0"/>
              </a:rPr>
              <a:t> </a:t>
            </a:r>
            <a:r>
              <a:rPr lang="en-US" altLang="en-US" sz="2400" dirty="0" err="1">
                <a:latin typeface="Arial" charset="0"/>
                <a:cs typeface="Arial" charset="0"/>
              </a:rPr>
              <a:t>khiển</a:t>
            </a:r>
            <a:r>
              <a:rPr lang="en-US" altLang="en-US" sz="2400" dirty="0">
                <a:latin typeface="Arial" charset="0"/>
                <a:cs typeface="Arial" charset="0"/>
              </a:rPr>
              <a:t> </a:t>
            </a:r>
            <a:r>
              <a:rPr lang="en-US" altLang="en-US" sz="2400" dirty="0" err="1">
                <a:latin typeface="Arial" charset="0"/>
                <a:cs typeface="Arial" charset="0"/>
              </a:rPr>
              <a:t>trong</a:t>
            </a:r>
            <a:r>
              <a:rPr lang="en-US" altLang="en-US" sz="2400" dirty="0">
                <a:latin typeface="Arial" charset="0"/>
                <a:cs typeface="Arial" charset="0"/>
              </a:rPr>
              <a:t> </a:t>
            </a:r>
            <a:r>
              <a:rPr lang="en-US" altLang="en-US" sz="2400" dirty="0" err="1">
                <a:latin typeface="Arial" charset="0"/>
                <a:cs typeface="Arial" charset="0"/>
              </a:rPr>
              <a:t>công</a:t>
            </a:r>
            <a:r>
              <a:rPr lang="en-US" altLang="en-US" sz="2400" dirty="0">
                <a:latin typeface="Arial" charset="0"/>
                <a:cs typeface="Arial" charset="0"/>
              </a:rPr>
              <a:t> </a:t>
            </a:r>
            <a:r>
              <a:rPr lang="en-US" altLang="en-US" sz="2400" dirty="0" err="1">
                <a:latin typeface="Arial" charset="0"/>
                <a:cs typeface="Arial" charset="0"/>
              </a:rPr>
              <a:t>nghiệp</a:t>
            </a:r>
            <a:r>
              <a:rPr lang="en-US" altLang="en-US" sz="2400" dirty="0">
                <a:latin typeface="Arial" charset="0"/>
                <a:cs typeface="Arial" charset="0"/>
              </a:rPr>
              <a:t>, vi </a:t>
            </a:r>
            <a:r>
              <a:rPr lang="en-US" altLang="en-US" sz="2400" dirty="0" err="1">
                <a:latin typeface="Arial" charset="0"/>
                <a:cs typeface="Arial" charset="0"/>
              </a:rPr>
              <a:t>mạch</a:t>
            </a:r>
            <a:r>
              <a:rPr lang="en-US" altLang="en-US" sz="2400" dirty="0">
                <a:latin typeface="Arial" charset="0"/>
                <a:cs typeface="Arial" charset="0"/>
              </a:rPr>
              <a:t>, chip,…</a:t>
            </a:r>
          </a:p>
          <a:p>
            <a:pPr algn="just" eaLnBrk="1" hangingPunct="1">
              <a:spcBef>
                <a:spcPts val="600"/>
              </a:spcBef>
              <a:buFont typeface="Wingdings" panose="05000000000000000000" pitchFamily="2" charset="2"/>
              <a:buChar char="q"/>
              <a:defRPr/>
            </a:pPr>
            <a:r>
              <a:rPr lang="en-US" altLang="en-US" sz="2400" dirty="0" err="1">
                <a:latin typeface="Arial" charset="0"/>
                <a:cs typeface="Arial" charset="0"/>
              </a:rPr>
              <a:t>Kỹ</a:t>
            </a:r>
            <a:r>
              <a:rPr lang="en-US" altLang="en-US" sz="2400" dirty="0">
                <a:latin typeface="Arial" charset="0"/>
                <a:cs typeface="Arial" charset="0"/>
              </a:rPr>
              <a:t> </a:t>
            </a:r>
            <a:r>
              <a:rPr lang="en-US" altLang="en-US" sz="2400" dirty="0" err="1">
                <a:latin typeface="Arial" charset="0"/>
                <a:cs typeface="Arial" charset="0"/>
              </a:rPr>
              <a:t>sư</a:t>
            </a:r>
            <a:r>
              <a:rPr lang="en-US" altLang="en-US" sz="2400" dirty="0">
                <a:latin typeface="Arial" charset="0"/>
                <a:cs typeface="Arial" charset="0"/>
              </a:rPr>
              <a:t> </a:t>
            </a:r>
            <a:r>
              <a:rPr lang="en-US" altLang="en-US" sz="2400" dirty="0" err="1">
                <a:latin typeface="Arial" charset="0"/>
                <a:cs typeface="Arial" charset="0"/>
              </a:rPr>
              <a:t>đảm</a:t>
            </a:r>
            <a:r>
              <a:rPr lang="en-US" altLang="en-US" sz="2400" dirty="0">
                <a:latin typeface="Arial" charset="0"/>
                <a:cs typeface="Arial" charset="0"/>
              </a:rPr>
              <a:t> </a:t>
            </a:r>
            <a:r>
              <a:rPr lang="en-US" altLang="en-US" sz="2400" dirty="0" err="1">
                <a:latin typeface="Arial" charset="0"/>
                <a:cs typeface="Arial" charset="0"/>
              </a:rPr>
              <a:t>nhiệm</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công</a:t>
            </a:r>
            <a:r>
              <a:rPr lang="en-US" altLang="en-US" sz="2400" dirty="0">
                <a:latin typeface="Arial" charset="0"/>
                <a:cs typeface="Arial" charset="0"/>
              </a:rPr>
              <a:t> </a:t>
            </a:r>
            <a:r>
              <a:rPr lang="en-US" altLang="en-US" sz="2400" dirty="0" err="1">
                <a:latin typeface="Arial" charset="0"/>
                <a:cs typeface="Arial" charset="0"/>
              </a:rPr>
              <a:t>việc</a:t>
            </a:r>
            <a:r>
              <a:rPr lang="en-US" altLang="en-US" sz="2400" dirty="0">
                <a:latin typeface="Arial" charset="0"/>
                <a:cs typeface="Arial" charset="0"/>
              </a:rPr>
              <a:t> </a:t>
            </a:r>
            <a:r>
              <a:rPr lang="en-US" altLang="en-US" sz="2400" dirty="0" err="1">
                <a:latin typeface="Arial" charset="0"/>
                <a:cs typeface="Arial" charset="0"/>
              </a:rPr>
              <a:t>về</a:t>
            </a:r>
            <a:r>
              <a:rPr lang="en-US" altLang="en-US" sz="2400" dirty="0">
                <a:latin typeface="Arial" charset="0"/>
                <a:cs typeface="Arial" charset="0"/>
              </a:rPr>
              <a:t> </a:t>
            </a:r>
            <a:r>
              <a:rPr lang="en-US" altLang="en-US" sz="2400" dirty="0" err="1">
                <a:latin typeface="Arial" charset="0"/>
                <a:cs typeface="Arial" charset="0"/>
              </a:rPr>
              <a:t>công</a:t>
            </a:r>
            <a:r>
              <a:rPr lang="en-US" altLang="en-US" sz="2400" dirty="0">
                <a:latin typeface="Arial" charset="0"/>
                <a:cs typeface="Arial" charset="0"/>
              </a:rPr>
              <a:t> </a:t>
            </a:r>
            <a:r>
              <a:rPr lang="en-US" altLang="en-US" sz="2400" dirty="0" err="1">
                <a:latin typeface="Arial" charset="0"/>
                <a:cs typeface="Arial" charset="0"/>
              </a:rPr>
              <a:t>nghệ</a:t>
            </a:r>
            <a:r>
              <a:rPr lang="en-US" altLang="en-US" sz="2400" dirty="0">
                <a:latin typeface="Arial" charset="0"/>
                <a:cs typeface="Arial" charset="0"/>
              </a:rPr>
              <a:t> </a:t>
            </a:r>
            <a:r>
              <a:rPr lang="en-US" altLang="en-US" sz="2400" dirty="0" err="1">
                <a:latin typeface="Arial" charset="0"/>
                <a:cs typeface="Arial" charset="0"/>
              </a:rPr>
              <a:t>thông</a:t>
            </a:r>
            <a:r>
              <a:rPr lang="en-US" altLang="en-US" sz="2400" dirty="0">
                <a:latin typeface="Arial" charset="0"/>
                <a:cs typeface="Arial" charset="0"/>
              </a:rPr>
              <a:t> tin </a:t>
            </a:r>
            <a:r>
              <a:rPr lang="en-US" altLang="en-US" sz="2400" dirty="0" err="1">
                <a:latin typeface="Arial" charset="0"/>
                <a:cs typeface="Arial" charset="0"/>
              </a:rPr>
              <a:t>nói</a:t>
            </a:r>
            <a:r>
              <a:rPr lang="en-US" altLang="en-US" sz="2400" dirty="0">
                <a:latin typeface="Arial" charset="0"/>
                <a:cs typeface="Arial" charset="0"/>
              </a:rPr>
              <a:t> </a:t>
            </a:r>
            <a:r>
              <a:rPr lang="en-US" altLang="en-US" sz="2400" dirty="0" err="1">
                <a:latin typeface="Arial" charset="0"/>
                <a:cs typeface="Arial" charset="0"/>
              </a:rPr>
              <a:t>chung</a:t>
            </a:r>
            <a:r>
              <a:rPr lang="en-US" altLang="en-US" sz="2400" dirty="0">
                <a:latin typeface="Arial" charset="0"/>
                <a:cs typeface="Arial" charset="0"/>
              </a:rPr>
              <a:t> </a:t>
            </a:r>
            <a:r>
              <a:rPr lang="en-US" altLang="en-US" sz="2400" dirty="0" err="1">
                <a:latin typeface="Arial" charset="0"/>
                <a:cs typeface="Arial" charset="0"/>
              </a:rPr>
              <a:t>trong</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cơ</a:t>
            </a:r>
            <a:r>
              <a:rPr lang="en-US" altLang="en-US" sz="2400" dirty="0">
                <a:latin typeface="Arial" charset="0"/>
                <a:cs typeface="Arial" charset="0"/>
              </a:rPr>
              <a:t> </a:t>
            </a:r>
            <a:r>
              <a:rPr lang="en-US" altLang="en-US" sz="2400" dirty="0" err="1">
                <a:latin typeface="Arial" charset="0"/>
                <a:cs typeface="Arial" charset="0"/>
              </a:rPr>
              <a:t>quan</a:t>
            </a:r>
            <a:r>
              <a:rPr lang="en-US" altLang="en-US" sz="2400" dirty="0">
                <a:latin typeface="Arial" charset="0"/>
                <a:cs typeface="Arial" charset="0"/>
              </a:rPr>
              <a:t>, </a:t>
            </a:r>
            <a:r>
              <a:rPr lang="en-US" altLang="en-US" sz="2400" dirty="0" err="1">
                <a:latin typeface="Arial" charset="0"/>
                <a:cs typeface="Arial" charset="0"/>
              </a:rPr>
              <a:t>doanh</a:t>
            </a:r>
            <a:r>
              <a:rPr lang="en-US" altLang="en-US" sz="2400" dirty="0">
                <a:latin typeface="Arial" charset="0"/>
                <a:cs typeface="Arial" charset="0"/>
              </a:rPr>
              <a:t> </a:t>
            </a:r>
            <a:r>
              <a:rPr lang="en-US" altLang="en-US" sz="2400" dirty="0" err="1">
                <a:latin typeface="Arial" charset="0"/>
                <a:cs typeface="Arial" charset="0"/>
              </a:rPr>
              <a:t>nghiệp</a:t>
            </a:r>
            <a:r>
              <a:rPr lang="en-US" altLang="en-US" sz="2400" dirty="0">
                <a:latin typeface="Arial" charset="0"/>
                <a:cs typeface="Arial" charset="0"/>
              </a:rPr>
              <a:t> </a:t>
            </a:r>
            <a:r>
              <a:rPr lang="en-US" altLang="en-US" sz="2400" dirty="0" err="1">
                <a:latin typeface="Arial" charset="0"/>
                <a:cs typeface="Arial" charset="0"/>
              </a:rPr>
              <a:t>chuyên</a:t>
            </a:r>
            <a:r>
              <a:rPr lang="en-US" altLang="en-US" sz="2400" dirty="0">
                <a:latin typeface="Arial" charset="0"/>
                <a:cs typeface="Arial" charset="0"/>
              </a:rPr>
              <a:t> </a:t>
            </a:r>
            <a:r>
              <a:rPr lang="en-US" altLang="en-US" sz="2400" dirty="0" err="1">
                <a:latin typeface="Arial" charset="0"/>
                <a:cs typeface="Arial" charset="0"/>
              </a:rPr>
              <a:t>và</a:t>
            </a:r>
            <a:r>
              <a:rPr lang="en-US" altLang="en-US" sz="2400" dirty="0">
                <a:latin typeface="Arial" charset="0"/>
                <a:cs typeface="Arial" charset="0"/>
              </a:rPr>
              <a:t> </a:t>
            </a:r>
            <a:r>
              <a:rPr lang="en-US" altLang="en-US" sz="2400" dirty="0" err="1">
                <a:latin typeface="Arial" charset="0"/>
                <a:cs typeface="Arial" charset="0"/>
              </a:rPr>
              <a:t>không</a:t>
            </a:r>
            <a:r>
              <a:rPr lang="en-US" altLang="en-US" sz="2400" dirty="0">
                <a:latin typeface="Arial" charset="0"/>
                <a:cs typeface="Arial" charset="0"/>
              </a:rPr>
              <a:t> </a:t>
            </a:r>
            <a:r>
              <a:rPr lang="en-US" altLang="en-US" sz="2400" dirty="0" err="1">
                <a:latin typeface="Arial" charset="0"/>
                <a:cs typeface="Arial" charset="0"/>
              </a:rPr>
              <a:t>chuyên</a:t>
            </a:r>
            <a:r>
              <a:rPr lang="en-US" altLang="en-US" sz="2400" dirty="0">
                <a:latin typeface="Arial" charset="0"/>
                <a:cs typeface="Arial" charset="0"/>
              </a:rPr>
              <a:t> </a:t>
            </a:r>
            <a:r>
              <a:rPr lang="en-US" altLang="en-US" sz="2400" dirty="0" err="1">
                <a:latin typeface="Arial" charset="0"/>
                <a:cs typeface="Arial" charset="0"/>
              </a:rPr>
              <a:t>về</a:t>
            </a:r>
            <a:r>
              <a:rPr lang="en-US" altLang="en-US" sz="2400" dirty="0">
                <a:latin typeface="Arial" charset="0"/>
                <a:cs typeface="Arial" charset="0"/>
              </a:rPr>
              <a:t> </a:t>
            </a:r>
            <a:r>
              <a:rPr lang="en-US" altLang="en-US" sz="2400" dirty="0" err="1">
                <a:latin typeface="Arial" charset="0"/>
                <a:cs typeface="Arial" charset="0"/>
              </a:rPr>
              <a:t>công</a:t>
            </a:r>
            <a:r>
              <a:rPr lang="en-US" altLang="en-US" sz="2400" dirty="0">
                <a:latin typeface="Arial" charset="0"/>
                <a:cs typeface="Arial" charset="0"/>
              </a:rPr>
              <a:t> </a:t>
            </a:r>
            <a:r>
              <a:rPr lang="en-US" altLang="en-US" sz="2400" dirty="0" err="1">
                <a:latin typeface="Arial" charset="0"/>
                <a:cs typeface="Arial" charset="0"/>
              </a:rPr>
              <a:t>nghệ</a:t>
            </a:r>
            <a:r>
              <a:rPr lang="en-US" altLang="en-US" sz="2400" dirty="0">
                <a:latin typeface="Arial" charset="0"/>
                <a:cs typeface="Arial" charset="0"/>
              </a:rPr>
              <a:t> </a:t>
            </a:r>
            <a:r>
              <a:rPr lang="en-US" altLang="en-US" sz="2400" dirty="0" err="1">
                <a:latin typeface="Arial" charset="0"/>
                <a:cs typeface="Arial" charset="0"/>
              </a:rPr>
              <a:t>thông</a:t>
            </a:r>
            <a:r>
              <a:rPr lang="en-US" altLang="en-US" sz="2400" dirty="0">
                <a:latin typeface="Arial" charset="0"/>
                <a:cs typeface="Arial" charset="0"/>
              </a:rPr>
              <a:t> tin</a:t>
            </a:r>
          </a:p>
          <a:p>
            <a:pPr eaLnBrk="1" hangingPunct="1">
              <a:spcBef>
                <a:spcPts val="600"/>
              </a:spcBef>
              <a:buFont typeface="Wingdings" panose="05000000000000000000" pitchFamily="2" charset="2"/>
              <a:buChar char="q"/>
              <a:defRPr/>
            </a:pPr>
            <a:r>
              <a:rPr lang="en-US" altLang="en-US" sz="2400" dirty="0" err="1">
                <a:latin typeface="Arial" charset="0"/>
                <a:cs typeface="Arial" charset="0"/>
              </a:rPr>
              <a:t>Làm</a:t>
            </a:r>
            <a:r>
              <a:rPr lang="en-US" altLang="en-US" sz="2400" dirty="0">
                <a:latin typeface="Arial" charset="0"/>
                <a:cs typeface="Arial" charset="0"/>
              </a:rPr>
              <a:t> </a:t>
            </a:r>
            <a:r>
              <a:rPr lang="en-US" altLang="en-US" sz="2400" dirty="0" err="1">
                <a:latin typeface="Arial" charset="0"/>
                <a:cs typeface="Arial" charset="0"/>
              </a:rPr>
              <a:t>việc</a:t>
            </a:r>
            <a:r>
              <a:rPr lang="en-US" altLang="en-US" sz="2400" dirty="0">
                <a:latin typeface="Arial" charset="0"/>
                <a:cs typeface="Arial" charset="0"/>
              </a:rPr>
              <a:t> </a:t>
            </a:r>
            <a:r>
              <a:rPr lang="en-US" altLang="en-US" sz="2400" dirty="0" err="1">
                <a:latin typeface="Arial" charset="0"/>
                <a:cs typeface="Arial" charset="0"/>
              </a:rPr>
              <a:t>trong</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trường</a:t>
            </a:r>
            <a:r>
              <a:rPr lang="en-US" altLang="en-US" sz="2400" dirty="0">
                <a:latin typeface="Arial" charset="0"/>
                <a:cs typeface="Arial" charset="0"/>
              </a:rPr>
              <a:t> </a:t>
            </a:r>
            <a:r>
              <a:rPr lang="en-US" altLang="en-US" sz="2400" dirty="0" err="1">
                <a:latin typeface="Arial" charset="0"/>
                <a:cs typeface="Arial" charset="0"/>
              </a:rPr>
              <a:t>đại</a:t>
            </a:r>
            <a:r>
              <a:rPr lang="en-US" altLang="en-US" sz="2400" dirty="0">
                <a:latin typeface="Arial" charset="0"/>
                <a:cs typeface="Arial" charset="0"/>
              </a:rPr>
              <a:t> </a:t>
            </a:r>
            <a:r>
              <a:rPr lang="en-US" altLang="en-US" sz="2400" dirty="0" err="1">
                <a:latin typeface="Arial" charset="0"/>
                <a:cs typeface="Arial" charset="0"/>
              </a:rPr>
              <a:t>học</a:t>
            </a:r>
            <a:r>
              <a:rPr lang="en-US" altLang="en-US" sz="2400" dirty="0">
                <a:latin typeface="Arial" charset="0"/>
                <a:cs typeface="Arial" charset="0"/>
              </a:rPr>
              <a:t>, </a:t>
            </a:r>
            <a:r>
              <a:rPr lang="en-US" altLang="en-US" sz="2400" dirty="0" err="1">
                <a:latin typeface="Arial" charset="0"/>
                <a:cs typeface="Arial" charset="0"/>
              </a:rPr>
              <a:t>viện</a:t>
            </a:r>
            <a:r>
              <a:rPr lang="en-US" altLang="en-US" sz="2400" dirty="0">
                <a:latin typeface="Arial" charset="0"/>
                <a:cs typeface="Arial" charset="0"/>
              </a:rPr>
              <a:t> </a:t>
            </a:r>
            <a:r>
              <a:rPr lang="en-US" altLang="en-US" sz="2400" dirty="0" err="1">
                <a:latin typeface="Arial" charset="0"/>
                <a:cs typeface="Arial" charset="0"/>
              </a:rPr>
              <a:t>nghiên</a:t>
            </a:r>
            <a:r>
              <a:rPr lang="en-US" altLang="en-US" sz="2400" dirty="0">
                <a:latin typeface="Arial" charset="0"/>
                <a:cs typeface="Arial" charset="0"/>
              </a:rPr>
              <a:t> </a:t>
            </a:r>
            <a:r>
              <a:rPr lang="en-US" altLang="en-US" sz="2400" dirty="0" err="1">
                <a:latin typeface="Arial" charset="0"/>
                <a:cs typeface="Arial" charset="0"/>
              </a:rPr>
              <a:t>cứu</a:t>
            </a:r>
            <a:endParaRPr lang="en-US" altLang="en-US" sz="2400" dirty="0">
              <a:latin typeface="Arial" charset="0"/>
              <a:cs typeface="Arial" charset="0"/>
            </a:endParaRPr>
          </a:p>
          <a:p>
            <a:pPr eaLnBrk="1" hangingPunct="1">
              <a:spcBef>
                <a:spcPts val="600"/>
              </a:spcBef>
              <a:buFont typeface="Wingdings" panose="05000000000000000000" pitchFamily="2" charset="2"/>
              <a:buChar char="q"/>
              <a:defRPr/>
            </a:pPr>
            <a:r>
              <a:rPr lang="en-US" altLang="en-US" sz="2400" dirty="0" err="1">
                <a:latin typeface="Arial" charset="0"/>
                <a:cs typeface="Arial" charset="0"/>
              </a:rPr>
              <a:t>Học</a:t>
            </a:r>
            <a:r>
              <a:rPr lang="en-US" altLang="en-US" sz="2400" dirty="0">
                <a:latin typeface="Arial" charset="0"/>
                <a:cs typeface="Arial" charset="0"/>
              </a:rPr>
              <a:t> </a:t>
            </a:r>
            <a:r>
              <a:rPr lang="en-US" altLang="en-US" sz="2400" dirty="0" err="1">
                <a:latin typeface="Arial" charset="0"/>
                <a:cs typeface="Arial" charset="0"/>
              </a:rPr>
              <a:t>tiếp</a:t>
            </a:r>
            <a:r>
              <a:rPr lang="en-US" altLang="en-US" sz="2400" dirty="0">
                <a:latin typeface="Arial" charset="0"/>
                <a:cs typeface="Arial" charset="0"/>
              </a:rPr>
              <a:t> </a:t>
            </a:r>
            <a:r>
              <a:rPr lang="en-US" altLang="en-US" sz="2400" dirty="0" err="1">
                <a:latin typeface="Arial" charset="0"/>
                <a:cs typeface="Arial" charset="0"/>
              </a:rPr>
              <a:t>lên</a:t>
            </a:r>
            <a:r>
              <a:rPr lang="en-US" altLang="en-US" sz="2400" dirty="0">
                <a:latin typeface="Arial" charset="0"/>
                <a:cs typeface="Arial" charset="0"/>
              </a:rPr>
              <a:t> </a:t>
            </a:r>
            <a:r>
              <a:rPr lang="en-US" altLang="en-US" sz="2400" dirty="0" err="1">
                <a:latin typeface="Arial" charset="0"/>
                <a:cs typeface="Arial" charset="0"/>
              </a:rPr>
              <a:t>cao</a:t>
            </a:r>
            <a:r>
              <a:rPr lang="en-US" altLang="en-US" sz="2400" dirty="0">
                <a:latin typeface="Arial" charset="0"/>
                <a:cs typeface="Arial" charset="0"/>
              </a:rPr>
              <a:t> </a:t>
            </a:r>
            <a:r>
              <a:rPr lang="en-US" altLang="en-US" sz="2400" dirty="0" err="1">
                <a:latin typeface="Arial" charset="0"/>
                <a:cs typeface="Arial" charset="0"/>
              </a:rPr>
              <a:t>học</a:t>
            </a:r>
            <a:r>
              <a:rPr lang="en-US" altLang="en-US" sz="2400" dirty="0">
                <a:latin typeface="Arial" charset="0"/>
                <a:cs typeface="Arial" charset="0"/>
              </a:rPr>
              <a:t>, </a:t>
            </a:r>
            <a:r>
              <a:rPr lang="en-US" altLang="en-US" sz="2400" dirty="0" err="1">
                <a:latin typeface="Arial" charset="0"/>
                <a:cs typeface="Arial" charset="0"/>
              </a:rPr>
              <a:t>tiến</a:t>
            </a:r>
            <a:r>
              <a:rPr lang="en-US" altLang="en-US" sz="2400" dirty="0">
                <a:latin typeface="Arial" charset="0"/>
                <a:cs typeface="Arial" charset="0"/>
              </a:rPr>
              <a:t> </a:t>
            </a:r>
            <a:r>
              <a:rPr lang="en-US" altLang="en-US" sz="2400" dirty="0" err="1">
                <a:latin typeface="Arial" charset="0"/>
                <a:cs typeface="Arial" charset="0"/>
              </a:rPr>
              <a:t>sĩ</a:t>
            </a:r>
            <a:r>
              <a:rPr lang="en-US" altLang="en-US" sz="2400" dirty="0">
                <a:latin typeface="Arial" charset="0"/>
                <a:cs typeface="Arial" charset="0"/>
              </a:rPr>
              <a:t> </a:t>
            </a:r>
            <a:r>
              <a:rPr lang="en-US" altLang="en-US" sz="2400" dirty="0" err="1">
                <a:latin typeface="Arial" charset="0"/>
                <a:cs typeface="Arial" charset="0"/>
              </a:rPr>
              <a:t>các</a:t>
            </a:r>
            <a:r>
              <a:rPr lang="en-US" altLang="en-US" sz="2400" dirty="0">
                <a:latin typeface="Arial" charset="0"/>
                <a:cs typeface="Arial" charset="0"/>
              </a:rPr>
              <a:t> </a:t>
            </a:r>
            <a:r>
              <a:rPr lang="en-US" altLang="en-US" sz="2400" dirty="0" err="1">
                <a:latin typeface="Arial" charset="0"/>
                <a:cs typeface="Arial" charset="0"/>
              </a:rPr>
              <a:t>ngành</a:t>
            </a:r>
            <a:r>
              <a:rPr lang="en-US" altLang="en-US" sz="2400" dirty="0">
                <a:latin typeface="Arial" charset="0"/>
                <a:cs typeface="Arial" charset="0"/>
              </a:rPr>
              <a:t> </a:t>
            </a:r>
            <a:r>
              <a:rPr lang="en-US" altLang="en-US" sz="2400" dirty="0" err="1">
                <a:latin typeface="Arial" charset="0"/>
                <a:cs typeface="Arial" charset="0"/>
              </a:rPr>
              <a:t>nhóm</a:t>
            </a:r>
            <a:r>
              <a:rPr lang="en-US" altLang="en-US" sz="2400" dirty="0">
                <a:latin typeface="Arial" charset="0"/>
                <a:cs typeface="Arial" charset="0"/>
              </a:rPr>
              <a:t> CNTT</a:t>
            </a:r>
          </a:p>
        </p:txBody>
      </p:sp>
    </p:spTree>
    <p:extLst>
      <p:ext uri="{BB962C8B-B14F-4D97-AF65-F5344CB8AC3E}">
        <p14:creationId xmlns:p14="http://schemas.microsoft.com/office/powerpoint/2010/main" val="608181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Sinh viên KTMT làm gì?</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Content Placeholder 2">
            <a:extLst>
              <a:ext uri="{FF2B5EF4-FFF2-40B4-BE49-F238E27FC236}">
                <a16:creationId xmlns:a16="http://schemas.microsoft.com/office/drawing/2014/main" id="{38F1AA34-6451-44D7-9DCD-683A1AF2FE62}"/>
              </a:ext>
            </a:extLst>
          </p:cNvPr>
          <p:cNvSpPr>
            <a:spLocks noGrp="1"/>
          </p:cNvSpPr>
          <p:nvPr/>
        </p:nvSpPr>
        <p:spPr bwMode="auto">
          <a:xfrm>
            <a:off x="4652303" y="1620416"/>
            <a:ext cx="4499992" cy="4351338"/>
          </a:xfrm>
          <a:prstGeom prst="rect">
            <a:avLst/>
          </a:prstGeom>
          <a:noFill/>
          <a:ln>
            <a:solidFill>
              <a:schemeClr val="accent2">
                <a:lumMod val="75000"/>
              </a:schemeClr>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err="1">
                <a:latin typeface="Times New Roman" panose="02020603050405020304" pitchFamily="18" charset="0"/>
                <a:cs typeface="Times New Roman" panose="02020603050405020304" pitchFamily="18" charset="0"/>
              </a:rPr>
              <a:t>Lĩnh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nhúng</a:t>
            </a:r>
            <a:endParaRPr lang="en-US" dirty="0">
              <a:latin typeface="Times New Roman" panose="02020603050405020304" pitchFamily="18" charset="0"/>
              <a:cs typeface="Times New Roman" panose="02020603050405020304" pitchFamily="18" charset="0"/>
            </a:endParaRPr>
          </a:p>
        </p:txBody>
      </p:sp>
      <p:sp>
        <p:nvSpPr>
          <p:cNvPr id="8" name="Content Placeholder 3">
            <a:extLst>
              <a:ext uri="{FF2B5EF4-FFF2-40B4-BE49-F238E27FC236}">
                <a16:creationId xmlns:a16="http://schemas.microsoft.com/office/drawing/2014/main" id="{2B6E7734-A8DC-43B4-84F2-5F667488E593}"/>
              </a:ext>
            </a:extLst>
          </p:cNvPr>
          <p:cNvSpPr txBox="1">
            <a:spLocks/>
          </p:cNvSpPr>
          <p:nvPr/>
        </p:nvSpPr>
        <p:spPr>
          <a:xfrm>
            <a:off x="231088" y="1620416"/>
            <a:ext cx="4277197" cy="4351338"/>
          </a:xfrm>
          <a:prstGeom prst="rect">
            <a:avLst/>
          </a:prstGeom>
          <a:ln>
            <a:solidFill>
              <a:schemeClr val="accent2"/>
            </a:solidFill>
          </a:ln>
        </p:spPr>
        <p:txBody>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b="1">
                <a:latin typeface="Times New Roman" panose="02020603050405020304" pitchFamily="18" charset="0"/>
                <a:cs typeface="Times New Roman" panose="02020603050405020304" pitchFamily="18" charset="0"/>
              </a:rPr>
              <a:t>Lĩnh vực thiết kế vi mạch</a:t>
            </a:r>
            <a:endParaRPr lang="en-US" b="1" dirty="0">
              <a:latin typeface="Times New Roman" panose="02020603050405020304" pitchFamily="18" charset="0"/>
              <a:cs typeface="Times New Roman" panose="02020603050405020304" pitchFamily="18" charset="0"/>
            </a:endParaRPr>
          </a:p>
        </p:txBody>
      </p:sp>
      <p:pic>
        <p:nvPicPr>
          <p:cNvPr id="9" name="Picture 8" descr="Image result for cmos circuit design">
            <a:extLst>
              <a:ext uri="{FF2B5EF4-FFF2-40B4-BE49-F238E27FC236}">
                <a16:creationId xmlns:a16="http://schemas.microsoft.com/office/drawing/2014/main" id="{6236949F-6AA9-43FC-BF13-B241D175D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6999" y="2086124"/>
            <a:ext cx="1906765" cy="119567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Image result for physical layout design jobs">
            <a:extLst>
              <a:ext uri="{FF2B5EF4-FFF2-40B4-BE49-F238E27FC236}">
                <a16:creationId xmlns:a16="http://schemas.microsoft.com/office/drawing/2014/main" id="{55FE7C09-360F-432F-B860-5D29D9A31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276600"/>
            <a:ext cx="1985304" cy="1455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Image result for chip">
            <a:extLst>
              <a:ext uri="{FF2B5EF4-FFF2-40B4-BE49-F238E27FC236}">
                <a16:creationId xmlns:a16="http://schemas.microsoft.com/office/drawing/2014/main" id="{0093E238-31FD-4748-8E80-F68017299E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9346" y="4825155"/>
            <a:ext cx="1826602" cy="10498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9">
            <a:extLst>
              <a:ext uri="{FF2B5EF4-FFF2-40B4-BE49-F238E27FC236}">
                <a16:creationId xmlns:a16="http://schemas.microsoft.com/office/drawing/2014/main" id="{0A79603F-71A5-4C13-886E-37D2E7622676}"/>
              </a:ext>
            </a:extLst>
          </p:cNvPr>
          <p:cNvSpPr txBox="1"/>
          <p:nvPr/>
        </p:nvSpPr>
        <p:spPr>
          <a:xfrm>
            <a:off x="213950" y="2454486"/>
            <a:ext cx="2062088" cy="646331"/>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mạch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tử</a:t>
            </a:r>
            <a:r>
              <a:rPr lang="en-US" dirty="0">
                <a:latin typeface="Times New Roman" panose="02020603050405020304" pitchFamily="18" charset="0"/>
                <a:cs typeface="Times New Roman" panose="02020603050405020304" pitchFamily="18" charset="0"/>
              </a:rPr>
              <a:t>:</a:t>
            </a:r>
          </a:p>
        </p:txBody>
      </p:sp>
      <p:sp>
        <p:nvSpPr>
          <p:cNvPr id="14" name="TextBox 10">
            <a:extLst>
              <a:ext uri="{FF2B5EF4-FFF2-40B4-BE49-F238E27FC236}">
                <a16:creationId xmlns:a16="http://schemas.microsoft.com/office/drawing/2014/main" id="{5FA24047-A66A-4BDF-B124-F608847AD933}"/>
              </a:ext>
            </a:extLst>
          </p:cNvPr>
          <p:cNvSpPr txBox="1"/>
          <p:nvPr/>
        </p:nvSpPr>
        <p:spPr>
          <a:xfrm>
            <a:off x="213948" y="3843020"/>
            <a:ext cx="2309034"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layout: </a:t>
            </a:r>
          </a:p>
        </p:txBody>
      </p:sp>
      <p:sp>
        <p:nvSpPr>
          <p:cNvPr id="15" name="TextBox 11">
            <a:extLst>
              <a:ext uri="{FF2B5EF4-FFF2-40B4-BE49-F238E27FC236}">
                <a16:creationId xmlns:a16="http://schemas.microsoft.com/office/drawing/2014/main" id="{1CA97F7A-1F4C-4248-B621-0E9C684B3BCF}"/>
              </a:ext>
            </a:extLst>
          </p:cNvPr>
          <p:cNvSpPr txBox="1"/>
          <p:nvPr/>
        </p:nvSpPr>
        <p:spPr>
          <a:xfrm>
            <a:off x="222626" y="5083297"/>
            <a:ext cx="2412701"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Chip, Vi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lí</a:t>
            </a:r>
            <a:r>
              <a:rPr lang="en-US" dirty="0">
                <a:latin typeface="Times New Roman" panose="02020603050405020304" pitchFamily="18" charset="0"/>
                <a:cs typeface="Times New Roman" panose="02020603050405020304" pitchFamily="18" charset="0"/>
              </a:rPr>
              <a:t>:</a:t>
            </a:r>
          </a:p>
        </p:txBody>
      </p:sp>
      <p:grpSp>
        <p:nvGrpSpPr>
          <p:cNvPr id="16" name="Group 15">
            <a:extLst>
              <a:ext uri="{FF2B5EF4-FFF2-40B4-BE49-F238E27FC236}">
                <a16:creationId xmlns:a16="http://schemas.microsoft.com/office/drawing/2014/main" id="{3E64920E-8397-48A2-BBED-90FBC16FAA59}"/>
              </a:ext>
            </a:extLst>
          </p:cNvPr>
          <p:cNvGrpSpPr/>
          <p:nvPr/>
        </p:nvGrpSpPr>
        <p:grpSpPr>
          <a:xfrm>
            <a:off x="4796322" y="2144252"/>
            <a:ext cx="4355972" cy="3730769"/>
            <a:chOff x="6209694" y="2368248"/>
            <a:chExt cx="5291426" cy="3907596"/>
          </a:xfrm>
        </p:grpSpPr>
        <p:pic>
          <p:nvPicPr>
            <p:cNvPr id="20" name="Picture 19" descr="Image result for embedded programming">
              <a:extLst>
                <a:ext uri="{FF2B5EF4-FFF2-40B4-BE49-F238E27FC236}">
                  <a16:creationId xmlns:a16="http://schemas.microsoft.com/office/drawing/2014/main" id="{FF1DB069-09D8-46B9-9A12-109E4F5B56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9694" y="2368248"/>
              <a:ext cx="5291426" cy="3907596"/>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7EA804E2-C19F-45EE-A3EF-FAEFD95EFAAD}"/>
                </a:ext>
              </a:extLst>
            </p:cNvPr>
            <p:cNvGrpSpPr/>
            <p:nvPr/>
          </p:nvGrpSpPr>
          <p:grpSpPr>
            <a:xfrm>
              <a:off x="7902998" y="3291718"/>
              <a:ext cx="2416387" cy="1773615"/>
              <a:chOff x="7923318" y="3372998"/>
              <a:chExt cx="2416387" cy="1773615"/>
            </a:xfrm>
          </p:grpSpPr>
          <p:grpSp>
            <p:nvGrpSpPr>
              <p:cNvPr id="22" name="Group 21">
                <a:extLst>
                  <a:ext uri="{FF2B5EF4-FFF2-40B4-BE49-F238E27FC236}">
                    <a16:creationId xmlns:a16="http://schemas.microsoft.com/office/drawing/2014/main" id="{60B8C582-BFE1-458E-BFB1-136FC885DAA3}"/>
                  </a:ext>
                </a:extLst>
              </p:cNvPr>
              <p:cNvGrpSpPr/>
              <p:nvPr/>
            </p:nvGrpSpPr>
            <p:grpSpPr>
              <a:xfrm>
                <a:off x="7923318" y="3372998"/>
                <a:ext cx="2416387" cy="1588589"/>
                <a:chOff x="6900333" y="2451037"/>
                <a:chExt cx="4183746" cy="2922338"/>
              </a:xfrm>
            </p:grpSpPr>
            <p:pic>
              <p:nvPicPr>
                <p:cNvPr id="24" name="Picture 23">
                  <a:extLst>
                    <a:ext uri="{FF2B5EF4-FFF2-40B4-BE49-F238E27FC236}">
                      <a16:creationId xmlns:a16="http://schemas.microsoft.com/office/drawing/2014/main" id="{31E5C72F-70F8-4524-8BA7-782BC05DBE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4448" y="2451037"/>
                  <a:ext cx="3896449" cy="292233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FAEE4591-4B12-4EC2-A129-7C8C324FF059}"/>
                    </a:ext>
                  </a:extLst>
                </p:cNvPr>
                <p:cNvSpPr/>
                <p:nvPr/>
              </p:nvSpPr>
              <p:spPr>
                <a:xfrm>
                  <a:off x="6900333" y="2556933"/>
                  <a:ext cx="4080934" cy="880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26" name="Rectangle 25">
                  <a:extLst>
                    <a:ext uri="{FF2B5EF4-FFF2-40B4-BE49-F238E27FC236}">
                      <a16:creationId xmlns:a16="http://schemas.microsoft.com/office/drawing/2014/main" id="{A17BB7BD-2FB7-44B4-B01C-D5A2038FA32D}"/>
                    </a:ext>
                  </a:extLst>
                </p:cNvPr>
                <p:cNvSpPr/>
                <p:nvPr/>
              </p:nvSpPr>
              <p:spPr>
                <a:xfrm>
                  <a:off x="9704425" y="2949605"/>
                  <a:ext cx="1379654" cy="880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pic>
            <p:nvPicPr>
              <p:cNvPr id="23" name="Picture 22" descr="Image result for programming">
                <a:extLst>
                  <a:ext uri="{FF2B5EF4-FFF2-40B4-BE49-F238E27FC236}">
                    <a16:creationId xmlns:a16="http://schemas.microsoft.com/office/drawing/2014/main" id="{FFBC62C9-C5EE-43E9-A20A-63D1411B76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42400" y="4262285"/>
                <a:ext cx="1295920" cy="88432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7" name="TextBox 20">
            <a:extLst>
              <a:ext uri="{FF2B5EF4-FFF2-40B4-BE49-F238E27FC236}">
                <a16:creationId xmlns:a16="http://schemas.microsoft.com/office/drawing/2014/main" id="{B386C8DF-2E59-4693-A735-747CA6CCFC11}"/>
              </a:ext>
            </a:extLst>
          </p:cNvPr>
          <p:cNvSpPr txBox="1"/>
          <p:nvPr/>
        </p:nvSpPr>
        <p:spPr>
          <a:xfrm>
            <a:off x="6190272" y="3002960"/>
            <a:ext cx="2248410" cy="646331"/>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cứng</a:t>
            </a:r>
            <a:r>
              <a:rPr lang="en-US" dirty="0">
                <a:latin typeface="Times New Roman" panose="02020603050405020304" pitchFamily="18" charset="0"/>
                <a:cs typeface="Times New Roman" panose="02020603050405020304" pitchFamily="18" charset="0"/>
              </a:rPr>
              <a:t> </a:t>
            </a:r>
          </a:p>
        </p:txBody>
      </p:sp>
      <p:sp>
        <p:nvSpPr>
          <p:cNvPr id="18" name="TextBox 21">
            <a:extLst>
              <a:ext uri="{FF2B5EF4-FFF2-40B4-BE49-F238E27FC236}">
                <a16:creationId xmlns:a16="http://schemas.microsoft.com/office/drawing/2014/main" id="{999FC6A2-08E3-4AEF-A9FC-8ED9477E51E2}"/>
              </a:ext>
            </a:extLst>
          </p:cNvPr>
          <p:cNvSpPr txBox="1"/>
          <p:nvPr/>
        </p:nvSpPr>
        <p:spPr>
          <a:xfrm>
            <a:off x="6137556" y="4445660"/>
            <a:ext cx="935918"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dirty="0">
                <a:latin typeface="Times New Roman" panose="02020603050405020304" pitchFamily="18" charset="0"/>
                <a:cs typeface="Times New Roman" panose="02020603050405020304" pitchFamily="18" charset="0"/>
              </a:rPr>
              <a:t>Vi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lí</a:t>
            </a:r>
            <a:endParaRPr lang="en-US" dirty="0">
              <a:latin typeface="Times New Roman" panose="02020603050405020304" pitchFamily="18" charset="0"/>
              <a:cs typeface="Times New Roman" panose="02020603050405020304" pitchFamily="18" charset="0"/>
            </a:endParaRPr>
          </a:p>
        </p:txBody>
      </p:sp>
      <p:sp>
        <p:nvSpPr>
          <p:cNvPr id="19" name="TextBox 22">
            <a:extLst>
              <a:ext uri="{FF2B5EF4-FFF2-40B4-BE49-F238E27FC236}">
                <a16:creationId xmlns:a16="http://schemas.microsoft.com/office/drawing/2014/main" id="{A87F23FD-0473-4816-930E-86336952976B}"/>
              </a:ext>
            </a:extLst>
          </p:cNvPr>
          <p:cNvSpPr txBox="1"/>
          <p:nvPr/>
        </p:nvSpPr>
        <p:spPr>
          <a:xfrm>
            <a:off x="7293886" y="4656311"/>
            <a:ext cx="1936948"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r>
              <a:rPr lang="en-US" dirty="0" err="1">
                <a:latin typeface="Times New Roman" panose="02020603050405020304" pitchFamily="18" charset="0"/>
                <a:cs typeface="Times New Roman" panose="02020603050405020304" pitchFamily="18" charset="0"/>
              </a:rPr>
              <a:t>Ngôn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D254835D-BA97-4D26-826C-EAB4281AB748}"/>
                  </a:ext>
                </a:extLst>
              </p14:cNvPr>
              <p14:cNvContentPartPr/>
              <p14:nvPr/>
            </p14:nvContentPartPr>
            <p14:xfrm>
              <a:off x="329760" y="2010600"/>
              <a:ext cx="2529000" cy="48960"/>
            </p14:xfrm>
          </p:contentPart>
        </mc:Choice>
        <mc:Fallback xmlns="">
          <p:pic>
            <p:nvPicPr>
              <p:cNvPr id="2" name="Ink 1">
                <a:extLst>
                  <a:ext uri="{FF2B5EF4-FFF2-40B4-BE49-F238E27FC236}">
                    <a16:creationId xmlns:a16="http://schemas.microsoft.com/office/drawing/2014/main" id="{D254835D-BA97-4D26-826C-EAB4281AB748}"/>
                  </a:ext>
                </a:extLst>
              </p:cNvPr>
              <p:cNvPicPr/>
              <p:nvPr/>
            </p:nvPicPr>
            <p:blipFill>
              <a:blip r:embed="rId9"/>
              <a:stretch>
                <a:fillRect/>
              </a:stretch>
            </p:blipFill>
            <p:spPr>
              <a:xfrm>
                <a:off x="320400" y="2001240"/>
                <a:ext cx="2547720" cy="67680"/>
              </a:xfrm>
              <a:prstGeom prst="rect">
                <a:avLst/>
              </a:prstGeom>
            </p:spPr>
          </p:pic>
        </mc:Fallback>
      </mc:AlternateContent>
    </p:spTree>
    <p:extLst>
      <p:ext uri="{BB962C8B-B14F-4D97-AF65-F5344CB8AC3E}">
        <p14:creationId xmlns:p14="http://schemas.microsoft.com/office/powerpoint/2010/main" val="1547024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Sinh viên KTMT làm IoT…</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2" name="Picture 1">
            <a:extLst>
              <a:ext uri="{FF2B5EF4-FFF2-40B4-BE49-F238E27FC236}">
                <a16:creationId xmlns:a16="http://schemas.microsoft.com/office/drawing/2014/main" id="{53A05176-AAEF-4E4A-9391-88576378BCF4}"/>
              </a:ext>
            </a:extLst>
          </p:cNvPr>
          <p:cNvPicPr>
            <a:picLocks noChangeAspect="1"/>
          </p:cNvPicPr>
          <p:nvPr/>
        </p:nvPicPr>
        <p:blipFill>
          <a:blip r:embed="rId2"/>
          <a:stretch>
            <a:fillRect/>
          </a:stretch>
        </p:blipFill>
        <p:spPr>
          <a:xfrm>
            <a:off x="0" y="890196"/>
            <a:ext cx="4121239" cy="2318197"/>
          </a:xfrm>
          <a:prstGeom prst="rect">
            <a:avLst/>
          </a:prstGeom>
        </p:spPr>
      </p:pic>
      <p:pic>
        <p:nvPicPr>
          <p:cNvPr id="3" name="Picture 2">
            <a:extLst>
              <a:ext uri="{FF2B5EF4-FFF2-40B4-BE49-F238E27FC236}">
                <a16:creationId xmlns:a16="http://schemas.microsoft.com/office/drawing/2014/main" id="{EBA50864-ECD0-4EAA-A4FB-D273A286F549}"/>
              </a:ext>
            </a:extLst>
          </p:cNvPr>
          <p:cNvPicPr>
            <a:picLocks noChangeAspect="1"/>
          </p:cNvPicPr>
          <p:nvPr/>
        </p:nvPicPr>
        <p:blipFill>
          <a:blip r:embed="rId3"/>
          <a:stretch>
            <a:fillRect/>
          </a:stretch>
        </p:blipFill>
        <p:spPr>
          <a:xfrm>
            <a:off x="4093267" y="806556"/>
            <a:ext cx="3192784" cy="2119503"/>
          </a:xfrm>
          <a:prstGeom prst="rect">
            <a:avLst/>
          </a:prstGeom>
        </p:spPr>
      </p:pic>
      <p:pic>
        <p:nvPicPr>
          <p:cNvPr id="9" name="Picture 8">
            <a:extLst>
              <a:ext uri="{FF2B5EF4-FFF2-40B4-BE49-F238E27FC236}">
                <a16:creationId xmlns:a16="http://schemas.microsoft.com/office/drawing/2014/main" id="{14CC3541-1116-4939-8CF5-A1379845EEB5}"/>
              </a:ext>
            </a:extLst>
          </p:cNvPr>
          <p:cNvPicPr>
            <a:picLocks noChangeAspect="1"/>
          </p:cNvPicPr>
          <p:nvPr/>
        </p:nvPicPr>
        <p:blipFill>
          <a:blip r:embed="rId4"/>
          <a:stretch>
            <a:fillRect/>
          </a:stretch>
        </p:blipFill>
        <p:spPr>
          <a:xfrm>
            <a:off x="7286051" y="890196"/>
            <a:ext cx="1700011" cy="1242811"/>
          </a:xfrm>
          <a:prstGeom prst="rect">
            <a:avLst/>
          </a:prstGeom>
        </p:spPr>
      </p:pic>
      <p:pic>
        <p:nvPicPr>
          <p:cNvPr id="11" name="Picture 10">
            <a:extLst>
              <a:ext uri="{FF2B5EF4-FFF2-40B4-BE49-F238E27FC236}">
                <a16:creationId xmlns:a16="http://schemas.microsoft.com/office/drawing/2014/main" id="{6B6CBAA1-B18E-48F1-8F5D-FB5E79258462}"/>
              </a:ext>
            </a:extLst>
          </p:cNvPr>
          <p:cNvPicPr>
            <a:picLocks noChangeAspect="1"/>
          </p:cNvPicPr>
          <p:nvPr/>
        </p:nvPicPr>
        <p:blipFill>
          <a:blip r:embed="rId5"/>
          <a:stretch>
            <a:fillRect/>
          </a:stretch>
        </p:blipFill>
        <p:spPr>
          <a:xfrm>
            <a:off x="7357984" y="2051913"/>
            <a:ext cx="1713044" cy="2052261"/>
          </a:xfrm>
          <a:prstGeom prst="rect">
            <a:avLst/>
          </a:prstGeom>
        </p:spPr>
      </p:pic>
      <p:pic>
        <p:nvPicPr>
          <p:cNvPr id="15" name="Picture 14">
            <a:extLst>
              <a:ext uri="{FF2B5EF4-FFF2-40B4-BE49-F238E27FC236}">
                <a16:creationId xmlns:a16="http://schemas.microsoft.com/office/drawing/2014/main" id="{FE48A8C9-75AB-4C73-A62B-A8982E81E968}"/>
              </a:ext>
            </a:extLst>
          </p:cNvPr>
          <p:cNvPicPr>
            <a:picLocks noChangeAspect="1"/>
          </p:cNvPicPr>
          <p:nvPr/>
        </p:nvPicPr>
        <p:blipFill>
          <a:blip r:embed="rId6"/>
          <a:stretch>
            <a:fillRect/>
          </a:stretch>
        </p:blipFill>
        <p:spPr>
          <a:xfrm>
            <a:off x="-23149" y="3305446"/>
            <a:ext cx="4121239" cy="2839792"/>
          </a:xfrm>
          <a:prstGeom prst="rect">
            <a:avLst/>
          </a:prstGeom>
        </p:spPr>
      </p:pic>
      <p:pic>
        <p:nvPicPr>
          <p:cNvPr id="17" name="Picture 16">
            <a:extLst>
              <a:ext uri="{FF2B5EF4-FFF2-40B4-BE49-F238E27FC236}">
                <a16:creationId xmlns:a16="http://schemas.microsoft.com/office/drawing/2014/main" id="{D9CAE86A-2D90-4088-BABB-CA83190C47EA}"/>
              </a:ext>
            </a:extLst>
          </p:cNvPr>
          <p:cNvPicPr>
            <a:picLocks noChangeAspect="1"/>
          </p:cNvPicPr>
          <p:nvPr/>
        </p:nvPicPr>
        <p:blipFill>
          <a:blip r:embed="rId7"/>
          <a:stretch>
            <a:fillRect/>
          </a:stretch>
        </p:blipFill>
        <p:spPr>
          <a:xfrm>
            <a:off x="4193172" y="2983515"/>
            <a:ext cx="3691638" cy="1611842"/>
          </a:xfrm>
          <a:prstGeom prst="rect">
            <a:avLst/>
          </a:prstGeom>
        </p:spPr>
      </p:pic>
      <p:pic>
        <p:nvPicPr>
          <p:cNvPr id="19" name="Picture 18">
            <a:extLst>
              <a:ext uri="{FF2B5EF4-FFF2-40B4-BE49-F238E27FC236}">
                <a16:creationId xmlns:a16="http://schemas.microsoft.com/office/drawing/2014/main" id="{70D1258F-17BA-4E2C-8E32-0E074405CE31}"/>
              </a:ext>
            </a:extLst>
          </p:cNvPr>
          <p:cNvPicPr>
            <a:picLocks noChangeAspect="1"/>
          </p:cNvPicPr>
          <p:nvPr/>
        </p:nvPicPr>
        <p:blipFill>
          <a:blip r:embed="rId8"/>
          <a:stretch>
            <a:fillRect/>
          </a:stretch>
        </p:blipFill>
        <p:spPr>
          <a:xfrm>
            <a:off x="4193172" y="4595356"/>
            <a:ext cx="4659678" cy="2276961"/>
          </a:xfrm>
          <a:prstGeom prst="rect">
            <a:avLst/>
          </a:prstGeom>
        </p:spPr>
      </p:pic>
    </p:spTree>
    <p:extLst>
      <p:ext uri="{BB962C8B-B14F-4D97-AF65-F5344CB8AC3E}">
        <p14:creationId xmlns:p14="http://schemas.microsoft.com/office/powerpoint/2010/main" val="3479506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Câu hỏi thường gặp…</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Rectangle 5">
            <a:extLst>
              <a:ext uri="{FF2B5EF4-FFF2-40B4-BE49-F238E27FC236}">
                <a16:creationId xmlns:a16="http://schemas.microsoft.com/office/drawing/2014/main" id="{ECE37A20-EFCF-4BBD-9E9B-849D994C1586}"/>
              </a:ext>
            </a:extLst>
          </p:cNvPr>
          <p:cNvSpPr/>
          <p:nvPr/>
        </p:nvSpPr>
        <p:spPr>
          <a:xfrm>
            <a:off x="246265" y="1447800"/>
            <a:ext cx="4307525" cy="52322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cap="none" spc="0">
                <a:ln/>
                <a:solidFill>
                  <a:schemeClr val="accent3"/>
                </a:solidFill>
                <a:effectLst/>
              </a:rPr>
              <a:t>Học KTMT có khó không?</a:t>
            </a:r>
          </a:p>
        </p:txBody>
      </p:sp>
      <p:sp>
        <p:nvSpPr>
          <p:cNvPr id="13" name="Rectangle 12">
            <a:extLst>
              <a:ext uri="{FF2B5EF4-FFF2-40B4-BE49-F238E27FC236}">
                <a16:creationId xmlns:a16="http://schemas.microsoft.com/office/drawing/2014/main" id="{1F76EB4A-7CA1-4F6D-A21E-6EE81D7BC477}"/>
              </a:ext>
            </a:extLst>
          </p:cNvPr>
          <p:cNvSpPr/>
          <p:nvPr/>
        </p:nvSpPr>
        <p:spPr>
          <a:xfrm>
            <a:off x="1448946" y="2176482"/>
            <a:ext cx="3086038" cy="52322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cap="none" spc="0">
                <a:ln/>
                <a:solidFill>
                  <a:schemeClr val="accent3"/>
                </a:solidFill>
                <a:effectLst/>
              </a:rPr>
              <a:t>KTMT vs KHMT?</a:t>
            </a:r>
          </a:p>
        </p:txBody>
      </p:sp>
      <p:sp>
        <p:nvSpPr>
          <p:cNvPr id="14" name="Rectangle 13">
            <a:extLst>
              <a:ext uri="{FF2B5EF4-FFF2-40B4-BE49-F238E27FC236}">
                <a16:creationId xmlns:a16="http://schemas.microsoft.com/office/drawing/2014/main" id="{7648E10C-38E4-443A-B01C-B8111F95204F}"/>
              </a:ext>
            </a:extLst>
          </p:cNvPr>
          <p:cNvSpPr/>
          <p:nvPr/>
        </p:nvSpPr>
        <p:spPr>
          <a:xfrm>
            <a:off x="4953000" y="1768945"/>
            <a:ext cx="3643883" cy="52322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2800" b="1" cap="none" spc="0">
                <a:ln/>
                <a:solidFill>
                  <a:schemeClr val="accent3"/>
                </a:solidFill>
                <a:effectLst/>
              </a:rPr>
              <a:t>KTMT vs MMT&amp;TT?</a:t>
            </a:r>
          </a:p>
        </p:txBody>
      </p:sp>
      <p:sp>
        <p:nvSpPr>
          <p:cNvPr id="8" name="Rectangle 7">
            <a:extLst>
              <a:ext uri="{FF2B5EF4-FFF2-40B4-BE49-F238E27FC236}">
                <a16:creationId xmlns:a16="http://schemas.microsoft.com/office/drawing/2014/main" id="{C05BEBFE-27A0-4FEA-9D96-40018F32F57F}"/>
              </a:ext>
            </a:extLst>
          </p:cNvPr>
          <p:cNvSpPr/>
          <p:nvPr/>
        </p:nvSpPr>
        <p:spPr>
          <a:xfrm>
            <a:off x="130278" y="3603603"/>
            <a:ext cx="4623766" cy="584775"/>
          </a:xfrm>
          <a:prstGeom prst="rect">
            <a:avLst/>
          </a:prstGeom>
          <a:noFill/>
        </p:spPr>
        <p:txBody>
          <a:bodyPr wrap="none" lIns="91440" tIns="45720" rIns="91440" bIns="45720">
            <a:spAutoFit/>
          </a:bodyPr>
          <a:lstStyle/>
          <a:p>
            <a:pPr algn="ctr"/>
            <a:r>
              <a:rPr lang="en-US"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KTMT có làm AI không?</a:t>
            </a:r>
          </a:p>
        </p:txBody>
      </p:sp>
      <p:sp>
        <p:nvSpPr>
          <p:cNvPr id="15" name="Rectangle 14">
            <a:extLst>
              <a:ext uri="{FF2B5EF4-FFF2-40B4-BE49-F238E27FC236}">
                <a16:creationId xmlns:a16="http://schemas.microsoft.com/office/drawing/2014/main" id="{4ED6A649-C207-4D6D-B70E-0233AD6907CB}"/>
              </a:ext>
            </a:extLst>
          </p:cNvPr>
          <p:cNvSpPr/>
          <p:nvPr/>
        </p:nvSpPr>
        <p:spPr>
          <a:xfrm>
            <a:off x="3677013" y="4246521"/>
            <a:ext cx="5215467" cy="584775"/>
          </a:xfrm>
          <a:prstGeom prst="rect">
            <a:avLst/>
          </a:prstGeom>
          <a:noFill/>
        </p:spPr>
        <p:txBody>
          <a:bodyPr wrap="none" lIns="91440" tIns="45720" rIns="91440" bIns="45720">
            <a:spAutoFit/>
          </a:bodyPr>
          <a:lstStyle/>
          <a:p>
            <a:pPr algn="ctr"/>
            <a:r>
              <a:rPr lang="en-US" sz="32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KTMT làm việc ở vị trí nào</a:t>
            </a:r>
            <a:r>
              <a:rPr lang="en-US"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p>
        </p:txBody>
      </p:sp>
      <p:sp>
        <p:nvSpPr>
          <p:cNvPr id="10" name="Rectangle 9">
            <a:extLst>
              <a:ext uri="{FF2B5EF4-FFF2-40B4-BE49-F238E27FC236}">
                <a16:creationId xmlns:a16="http://schemas.microsoft.com/office/drawing/2014/main" id="{1C9BDD2D-8EE6-4820-98B4-0E57851E4D0F}"/>
              </a:ext>
            </a:extLst>
          </p:cNvPr>
          <p:cNvSpPr/>
          <p:nvPr/>
        </p:nvSpPr>
        <p:spPr>
          <a:xfrm>
            <a:off x="-150383" y="5092279"/>
            <a:ext cx="9408345" cy="923330"/>
          </a:xfrm>
          <a:prstGeom prst="rect">
            <a:avLst/>
          </a:prstGeom>
          <a:noFill/>
        </p:spPr>
        <p:txBody>
          <a:bodyPr wrap="none" lIns="91440" tIns="45720" rIns="91440" bIns="45720">
            <a:spAutoFit/>
          </a:bodyPr>
          <a:lstStyle/>
          <a:p>
            <a:pPr algn="ctr"/>
            <a:r>
              <a:rPr lang="en-US" sz="54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Lương đi làm của ngành KTMT?</a:t>
            </a:r>
            <a:endParaRPr lang="en-US" sz="54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1699293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a:t>Cơ hội việc làm</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2" name="Picture 2" descr="Terralogic - IT Jobs and Company Culture | ITviec">
            <a:extLst>
              <a:ext uri="{FF2B5EF4-FFF2-40B4-BE49-F238E27FC236}">
                <a16:creationId xmlns:a16="http://schemas.microsoft.com/office/drawing/2014/main" id="{C959A039-FE83-4114-BF82-100A4254B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03" y="2033908"/>
            <a:ext cx="2857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4">
            <a:extLst>
              <a:ext uri="{FF2B5EF4-FFF2-40B4-BE49-F238E27FC236}">
                <a16:creationId xmlns:a16="http://schemas.microsoft.com/office/drawing/2014/main" id="{A16D7816-C89C-47A7-888C-0D9CF62D68A9}"/>
              </a:ext>
            </a:extLst>
          </p:cNvPr>
          <p:cNvSpPr txBox="1"/>
          <p:nvPr/>
        </p:nvSpPr>
        <p:spPr>
          <a:xfrm>
            <a:off x="2120900" y="4859590"/>
            <a:ext cx="19494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Times New Roman" panose="02020603050405020304" pitchFamily="18" charset="0"/>
                <a:cs typeface="Times New Roman" panose="02020603050405020304" pitchFamily="18" charset="0"/>
              </a:rPr>
              <a:t>4</a:t>
            </a:r>
            <a:endParaRPr sz="2400">
              <a:latin typeface="Times New Roman" panose="02020603050405020304" pitchFamily="18" charset="0"/>
              <a:cs typeface="Times New Roman" panose="02020603050405020304" pitchFamily="18" charset="0"/>
            </a:endParaRPr>
          </a:p>
        </p:txBody>
      </p:sp>
      <p:sp>
        <p:nvSpPr>
          <p:cNvPr id="9" name="object 41">
            <a:extLst>
              <a:ext uri="{FF2B5EF4-FFF2-40B4-BE49-F238E27FC236}">
                <a16:creationId xmlns:a16="http://schemas.microsoft.com/office/drawing/2014/main" id="{8B7E1DC4-7CBB-4DF5-901D-777896CBE85A}"/>
              </a:ext>
            </a:extLst>
          </p:cNvPr>
          <p:cNvSpPr txBox="1"/>
          <p:nvPr/>
        </p:nvSpPr>
        <p:spPr>
          <a:xfrm>
            <a:off x="2120900" y="5751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Times New Roman" panose="02020603050405020304" pitchFamily="18" charset="0"/>
                <a:cs typeface="Times New Roman" panose="02020603050405020304" pitchFamily="18" charset="0"/>
              </a:rPr>
              <a:t>5</a:t>
            </a:r>
            <a:endParaRPr sz="2400">
              <a:latin typeface="Times New Roman" panose="02020603050405020304" pitchFamily="18" charset="0"/>
              <a:cs typeface="Times New Roman" panose="02020603050405020304" pitchFamily="18" charset="0"/>
            </a:endParaRPr>
          </a:p>
        </p:txBody>
      </p:sp>
      <p:pic>
        <p:nvPicPr>
          <p:cNvPr id="11" name="Picture 6" descr="Microchip Technology Distributor | Authorized Partner | Arrow.com">
            <a:extLst>
              <a:ext uri="{FF2B5EF4-FFF2-40B4-BE49-F238E27FC236}">
                <a16:creationId xmlns:a16="http://schemas.microsoft.com/office/drawing/2014/main" id="{9DF7006E-7C61-4D1A-A566-6D24F1C4A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536" y="2909737"/>
            <a:ext cx="2735714" cy="80171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araday Technology VietNam - Home | Facebook">
            <a:extLst>
              <a:ext uri="{FF2B5EF4-FFF2-40B4-BE49-F238E27FC236}">
                <a16:creationId xmlns:a16="http://schemas.microsoft.com/office/drawing/2014/main" id="{86B131B3-F766-446D-9C96-93C9A6113B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4176" y="4082583"/>
            <a:ext cx="3497635" cy="75311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close up of a sign&#10;&#10;Description automatically generated">
            <a:extLst>
              <a:ext uri="{FF2B5EF4-FFF2-40B4-BE49-F238E27FC236}">
                <a16:creationId xmlns:a16="http://schemas.microsoft.com/office/drawing/2014/main" id="{D74DFEC1-DE14-4C57-9483-F4B1E9FBEA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27" y="1416761"/>
            <a:ext cx="2324621" cy="1354841"/>
          </a:xfrm>
          <a:prstGeom prst="rect">
            <a:avLst/>
          </a:prstGeom>
        </p:spPr>
      </p:pic>
      <p:pic>
        <p:nvPicPr>
          <p:cNvPr id="19" name="Picture 18" descr="A picture containing drawing&#10;&#10;Description automatically generated">
            <a:extLst>
              <a:ext uri="{FF2B5EF4-FFF2-40B4-BE49-F238E27FC236}">
                <a16:creationId xmlns:a16="http://schemas.microsoft.com/office/drawing/2014/main" id="{766D31DA-748C-42A8-ABFE-266563AF77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54219" y="2660803"/>
            <a:ext cx="3072400" cy="492444"/>
          </a:xfrm>
          <a:prstGeom prst="rect">
            <a:avLst/>
          </a:prstGeom>
        </p:spPr>
      </p:pic>
      <p:pic>
        <p:nvPicPr>
          <p:cNvPr id="21" name="Picture 20" descr="A picture containing drawing&#10;&#10;Description automatically generated">
            <a:extLst>
              <a:ext uri="{FF2B5EF4-FFF2-40B4-BE49-F238E27FC236}">
                <a16:creationId xmlns:a16="http://schemas.microsoft.com/office/drawing/2014/main" id="{96B817C2-3D90-4EA3-9E55-05A40CFB2C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474" y="5455794"/>
            <a:ext cx="2513871" cy="1067374"/>
          </a:xfrm>
          <a:prstGeom prst="rect">
            <a:avLst/>
          </a:prstGeom>
        </p:spPr>
      </p:pic>
      <p:pic>
        <p:nvPicPr>
          <p:cNvPr id="23" name="Picture 12" descr="FPT Software and Airbus Ink a Letter of Intent to Cooperate in Aviation  Technology | Business Wire">
            <a:extLst>
              <a:ext uri="{FF2B5EF4-FFF2-40B4-BE49-F238E27FC236}">
                <a16:creationId xmlns:a16="http://schemas.microsoft.com/office/drawing/2014/main" id="{919041E6-86BF-41D8-8A9D-D418966CEC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7327" y="5239026"/>
            <a:ext cx="2981300" cy="116457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4" descr="Tìm việc làm tại Finger Vina Company Limited">
            <a:extLst>
              <a:ext uri="{FF2B5EF4-FFF2-40B4-BE49-F238E27FC236}">
                <a16:creationId xmlns:a16="http://schemas.microsoft.com/office/drawing/2014/main" id="{99C0070C-1D14-494E-B565-AEED1F5CEC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0285" y="1234342"/>
            <a:ext cx="3017788" cy="146366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picture containing drawing&#10;&#10;Description automatically generated">
            <a:extLst>
              <a:ext uri="{FF2B5EF4-FFF2-40B4-BE49-F238E27FC236}">
                <a16:creationId xmlns:a16="http://schemas.microsoft.com/office/drawing/2014/main" id="{DE2993F8-E514-4420-88ED-675FA227DE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4966" y="3728570"/>
            <a:ext cx="2567546" cy="1365448"/>
          </a:xfrm>
          <a:prstGeom prst="rect">
            <a:avLst/>
          </a:prstGeom>
        </p:spPr>
      </p:pic>
      <p:pic>
        <p:nvPicPr>
          <p:cNvPr id="29" name="Picture 16" descr="Spinnaker Systems">
            <a:extLst>
              <a:ext uri="{FF2B5EF4-FFF2-40B4-BE49-F238E27FC236}">
                <a16:creationId xmlns:a16="http://schemas.microsoft.com/office/drawing/2014/main" id="{A7F8D8BE-8039-4D97-BDA3-A9EFE29DC34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3144" y="4192840"/>
            <a:ext cx="249555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8" descr="Thông tin tuyển thực tập sinh TMA Solutions 01/2020 - Khoa Điện tử - Viễn  thông">
            <a:extLst>
              <a:ext uri="{FF2B5EF4-FFF2-40B4-BE49-F238E27FC236}">
                <a16:creationId xmlns:a16="http://schemas.microsoft.com/office/drawing/2014/main" id="{944156EA-D73F-40A9-B715-2FC1D880E62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40436" y="5455794"/>
            <a:ext cx="2392814" cy="80171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DD08787B-DDF7-4C7C-8B16-3CC998574CE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626826" y="18221"/>
            <a:ext cx="3332041" cy="3332041"/>
          </a:xfrm>
          <a:prstGeom prst="rect">
            <a:avLst/>
          </a:prstGeom>
        </p:spPr>
      </p:pic>
    </p:spTree>
    <p:extLst>
      <p:ext uri="{BB962C8B-B14F-4D97-AF65-F5344CB8AC3E}">
        <p14:creationId xmlns:p14="http://schemas.microsoft.com/office/powerpoint/2010/main" val="536132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Bối cảnh</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TextBox 1">
            <a:extLst>
              <a:ext uri="{FF2B5EF4-FFF2-40B4-BE49-F238E27FC236}">
                <a16:creationId xmlns:a16="http://schemas.microsoft.com/office/drawing/2014/main" id="{E084B708-77C4-44F3-BC88-E10F1DF5E99D}"/>
              </a:ext>
            </a:extLst>
          </p:cNvPr>
          <p:cNvSpPr txBox="1"/>
          <p:nvPr/>
        </p:nvSpPr>
        <p:spPr>
          <a:xfrm>
            <a:off x="3305464" y="1339187"/>
            <a:ext cx="5618212" cy="2246769"/>
          </a:xfrm>
          <a:prstGeom prst="rect">
            <a:avLst/>
          </a:prstGeom>
          <a:noFill/>
          <a:ln w="19050">
            <a:solidFill>
              <a:schemeClr val="tx1"/>
            </a:solidFill>
          </a:ln>
        </p:spPr>
        <p:txBody>
          <a:bodyPr wrap="square" rtlCol="0">
            <a:spAutoFit/>
          </a:bodyPr>
          <a:lstStyle/>
          <a:p>
            <a:pPr>
              <a:spcBef>
                <a:spcPts val="600"/>
              </a:spcBef>
              <a:spcAft>
                <a:spcPts val="600"/>
              </a:spcAft>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Nhiệm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vụ</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triển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nghiệp</a:t>
            </a:r>
            <a:r>
              <a:rPr lang="en-US" sz="2000" dirty="0">
                <a:latin typeface="Times New Roman" panose="02020603050405020304" pitchFamily="18" charset="0"/>
                <a:cs typeface="Times New Roman" panose="02020603050405020304" pitchFamily="18" charset="0"/>
              </a:rPr>
              <a:t> vi </a:t>
            </a:r>
            <a:r>
              <a:rPr lang="en-US" sz="2000" dirty="0" err="1">
                <a:latin typeface="Times New Roman" panose="02020603050405020304" pitchFamily="18" charset="0"/>
                <a:cs typeface="Times New Roman" panose="02020603050405020304" pitchFamily="18" charset="0"/>
              </a:rPr>
              <a:t>mạch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tử</a:t>
            </a:r>
            <a:r>
              <a:rPr lang="en-US" sz="2000" dirty="0">
                <a:latin typeface="Times New Roman" panose="02020603050405020304" pitchFamily="18" charset="0"/>
                <a:cs typeface="Times New Roman" panose="02020603050405020304" pitchFamily="18" charset="0"/>
              </a:rPr>
              <a:t>: </a:t>
            </a:r>
            <a:r>
              <a:rPr lang="vi-VN" sz="2000" b="0" i="0" dirty="0">
                <a:solidFill>
                  <a:srgbClr val="FF0000"/>
                </a:solidFill>
                <a:effectLst/>
                <a:latin typeface="Times New Roman" panose="02020603050405020304" pitchFamily="18" charset="0"/>
                <a:cs typeface="Times New Roman" panose="02020603050405020304" pitchFamily="18" charset="0"/>
              </a:rPr>
              <a:t>Phát triển công nghiệp vi mạch bán dẫn</a:t>
            </a:r>
            <a:r>
              <a:rPr lang="vi-VN" sz="2000" b="0" i="0" dirty="0">
                <a:solidFill>
                  <a:srgbClr val="000000"/>
                </a:solidFill>
                <a:effectLst/>
                <a:latin typeface="Times New Roman" panose="02020603050405020304" pitchFamily="18" charset="0"/>
                <a:cs typeface="Times New Roman" panose="02020603050405020304" pitchFamily="18" charset="0"/>
              </a:rPr>
              <a:t> theo hướng thương mại - dịch</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vi-VN" sz="2000" b="0" i="0" dirty="0">
                <a:solidFill>
                  <a:srgbClr val="000000"/>
                </a:solidFill>
                <a:effectLst/>
                <a:latin typeface="Times New Roman" panose="02020603050405020304" pitchFamily="18" charset="0"/>
                <a:cs typeface="Times New Roman" panose="02020603050405020304" pitchFamily="18" charset="0"/>
              </a:rPr>
              <a:t>vụ; </a:t>
            </a:r>
            <a:r>
              <a:rPr lang="vi-VN" sz="2000" b="0" i="0" dirty="0">
                <a:solidFill>
                  <a:srgbClr val="FF0000"/>
                </a:solidFill>
                <a:effectLst/>
                <a:latin typeface="Times New Roman" panose="02020603050405020304" pitchFamily="18" charset="0"/>
                <a:cs typeface="Times New Roman" panose="02020603050405020304" pitchFamily="18" charset="0"/>
              </a:rPr>
              <a:t>làm chủ được các công nghệ nền </a:t>
            </a:r>
            <a:r>
              <a:rPr lang="vi-VN" sz="2000" b="0" i="0" dirty="0">
                <a:effectLst/>
                <a:latin typeface="Times New Roman" panose="02020603050405020304" pitchFamily="18" charset="0"/>
                <a:cs typeface="Times New Roman" panose="02020603050405020304" pitchFamily="18" charset="0"/>
              </a:rPr>
              <a:t>và các công nghệ tiên tiến</a:t>
            </a:r>
            <a:r>
              <a:rPr lang="vi-VN" sz="2000" b="0" i="0" dirty="0">
                <a:solidFill>
                  <a:srgbClr val="000000"/>
                </a:solidFill>
                <a:effectLst/>
                <a:latin typeface="Times New Roman" panose="02020603050405020304" pitchFamily="18" charset="0"/>
                <a:cs typeface="Times New Roman" panose="02020603050405020304" pitchFamily="18" charset="0"/>
              </a:rPr>
              <a:t>, đáp ứng được</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vi-VN" sz="2000" b="0" i="0" dirty="0">
                <a:solidFill>
                  <a:srgbClr val="000000"/>
                </a:solidFill>
                <a:effectLst/>
                <a:latin typeface="Times New Roman" panose="02020603050405020304" pitchFamily="18" charset="0"/>
                <a:cs typeface="Times New Roman" panose="02020603050405020304" pitchFamily="18" charset="0"/>
              </a:rPr>
              <a:t>nhu cầu của cuộc cách mạng công nghiệp lần 4; </a:t>
            </a:r>
            <a:r>
              <a:rPr lang="vi-VN" sz="2000" b="0" i="0" dirty="0">
                <a:solidFill>
                  <a:srgbClr val="FF0000"/>
                </a:solidFill>
                <a:effectLst/>
                <a:latin typeface="Times New Roman" panose="02020603050405020304" pitchFamily="18" charset="0"/>
                <a:cs typeface="Times New Roman" panose="02020603050405020304" pitchFamily="18" charset="0"/>
              </a:rPr>
              <a:t>phát triển sản phẩm ứng dụng</a:t>
            </a:r>
            <a:r>
              <a:rPr lang="en-US" sz="2000" b="0" i="0" dirty="0">
                <a:solidFill>
                  <a:srgbClr val="FF0000"/>
                </a:solidFill>
                <a:effectLst/>
                <a:latin typeface="Times New Roman" panose="02020603050405020304" pitchFamily="18" charset="0"/>
                <a:cs typeface="Times New Roman" panose="02020603050405020304" pitchFamily="18" charset="0"/>
              </a:rPr>
              <a:t> </a:t>
            </a:r>
            <a:r>
              <a:rPr lang="vi-VN" sz="2000" b="0" i="0" dirty="0">
                <a:solidFill>
                  <a:srgbClr val="FF0000"/>
                </a:solidFill>
                <a:effectLst/>
                <a:latin typeface="Times New Roman" panose="02020603050405020304" pitchFamily="18" charset="0"/>
                <a:cs typeface="Times New Roman" panose="02020603050405020304" pitchFamily="18" charset="0"/>
              </a:rPr>
              <a:t>phù hợp, đáp ứng nhu cầu xây dựng đô thị thông minh của thành phố.</a:t>
            </a:r>
            <a:r>
              <a:rPr lang="vi-VN" sz="20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F4CB581E-3E5C-48C4-AC93-0DD146835DE4}"/>
              </a:ext>
            </a:extLst>
          </p:cNvPr>
          <p:cNvSpPr/>
          <p:nvPr/>
        </p:nvSpPr>
        <p:spPr>
          <a:xfrm>
            <a:off x="32271" y="1920671"/>
            <a:ext cx="3091929" cy="34133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9" name="TextBox 8">
            <a:extLst>
              <a:ext uri="{FF2B5EF4-FFF2-40B4-BE49-F238E27FC236}">
                <a16:creationId xmlns:a16="http://schemas.microsoft.com/office/drawing/2014/main" id="{92FE4B8D-4B0E-4B26-8ECC-57D8EBDD58E4}"/>
              </a:ext>
            </a:extLst>
          </p:cNvPr>
          <p:cNvSpPr txBox="1"/>
          <p:nvPr/>
        </p:nvSpPr>
        <p:spPr>
          <a:xfrm>
            <a:off x="457200" y="2462572"/>
            <a:ext cx="2518086" cy="2585323"/>
          </a:xfrm>
          <a:prstGeom prst="rect">
            <a:avLst/>
          </a:prstGeom>
          <a:noFill/>
        </p:spPr>
        <p:txBody>
          <a:bodyPr wrap="square" rtlCol="0">
            <a:spAutoFit/>
          </a:bodyPr>
          <a:lstStyle/>
          <a:p>
            <a:r>
              <a:rPr lang="en-US" sz="1800" b="1" dirty="0">
                <a:solidFill>
                  <a:schemeClr val="bg1"/>
                </a:solidFill>
                <a:latin typeface="Times New Roman" panose="02020603050405020304" pitchFamily="18" charset="0"/>
                <a:cs typeface="Times New Roman" panose="02020603050405020304" pitchFamily="18" charset="0"/>
              </a:rPr>
              <a:t>“</a:t>
            </a:r>
            <a:r>
              <a:rPr lang="en-US" sz="1800" b="1" dirty="0" err="1">
                <a:solidFill>
                  <a:schemeClr val="bg1"/>
                </a:solidFill>
                <a:latin typeface="Times New Roman" panose="02020603050405020304" pitchFamily="18" charset="0"/>
                <a:cs typeface="Times New Roman" panose="02020603050405020304" pitchFamily="18" charset="0"/>
              </a:rPr>
              <a:t>Chương</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trình</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phát</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triển</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công</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nghiệp</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thành</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phố</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Thành</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phố</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Hồ</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Chí</a:t>
            </a:r>
            <a:r>
              <a:rPr lang="en-US" sz="1800" b="1" dirty="0">
                <a:solidFill>
                  <a:schemeClr val="bg1"/>
                </a:solidFill>
                <a:latin typeface="Times New Roman" panose="02020603050405020304" pitchFamily="18" charset="0"/>
                <a:cs typeface="Times New Roman" panose="02020603050405020304" pitchFamily="18" charset="0"/>
              </a:rPr>
              <a:t> Minh </a:t>
            </a:r>
            <a:r>
              <a:rPr lang="en-US" sz="1800" b="1" dirty="0" err="1">
                <a:solidFill>
                  <a:schemeClr val="bg1"/>
                </a:solidFill>
                <a:latin typeface="Times New Roman" panose="02020603050405020304" pitchFamily="18" charset="0"/>
                <a:cs typeface="Times New Roman" panose="02020603050405020304" pitchFamily="18" charset="0"/>
              </a:rPr>
              <a:t>giai</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đoạn</a:t>
            </a:r>
            <a:r>
              <a:rPr lang="en-US" sz="1800" b="1" dirty="0">
                <a:solidFill>
                  <a:schemeClr val="bg1"/>
                </a:solidFill>
                <a:latin typeface="Times New Roman" panose="02020603050405020304" pitchFamily="18" charset="0"/>
                <a:cs typeface="Times New Roman" panose="02020603050405020304" pitchFamily="18" charset="0"/>
              </a:rPr>
              <a:t> 2017-2020, </a:t>
            </a:r>
            <a:r>
              <a:rPr lang="en-US" sz="1800" b="1" dirty="0" err="1">
                <a:solidFill>
                  <a:schemeClr val="bg1"/>
                </a:solidFill>
                <a:latin typeface="Times New Roman" panose="02020603050405020304" pitchFamily="18" charset="0"/>
                <a:cs typeface="Times New Roman" panose="02020603050405020304" pitchFamily="18" charset="0"/>
              </a:rPr>
              <a:t>tầm</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nhìn</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đến</a:t>
            </a:r>
            <a:r>
              <a:rPr lang="en-US" sz="1800" b="1" dirty="0">
                <a:solidFill>
                  <a:schemeClr val="bg1"/>
                </a:solidFill>
                <a:latin typeface="Times New Roman" panose="02020603050405020304" pitchFamily="18" charset="0"/>
                <a:cs typeface="Times New Roman" panose="02020603050405020304" pitchFamily="18" charset="0"/>
              </a:rPr>
              <a:t> 2030” </a:t>
            </a:r>
          </a:p>
          <a:p>
            <a:r>
              <a:rPr lang="en-US" sz="1800" b="1" dirty="0">
                <a:solidFill>
                  <a:schemeClr val="bg1"/>
                </a:solidFill>
                <a:latin typeface="Times New Roman" panose="02020603050405020304" pitchFamily="18" charset="0"/>
                <a:cs typeface="Times New Roman" panose="02020603050405020304" pitchFamily="18" charset="0"/>
              </a:rPr>
              <a:t>(QĐ 4022/QĐ UBND TP. HCM)</a:t>
            </a:r>
          </a:p>
          <a:p>
            <a:endParaRPr lang="en-US" dirty="0">
              <a:solidFill>
                <a:schemeClr val="bg1"/>
              </a:solidFill>
            </a:endParaRPr>
          </a:p>
        </p:txBody>
      </p:sp>
      <p:sp>
        <p:nvSpPr>
          <p:cNvPr id="11" name="TextBox 10">
            <a:extLst>
              <a:ext uri="{FF2B5EF4-FFF2-40B4-BE49-F238E27FC236}">
                <a16:creationId xmlns:a16="http://schemas.microsoft.com/office/drawing/2014/main" id="{5104FE41-3DAA-4D59-828A-002731528D95}"/>
              </a:ext>
            </a:extLst>
          </p:cNvPr>
          <p:cNvSpPr txBox="1"/>
          <p:nvPr/>
        </p:nvSpPr>
        <p:spPr>
          <a:xfrm>
            <a:off x="3305465" y="4002272"/>
            <a:ext cx="5587016" cy="1369606"/>
          </a:xfrm>
          <a:prstGeom prst="rect">
            <a:avLst/>
          </a:prstGeom>
          <a:noFill/>
          <a:ln w="19050">
            <a:solidFill>
              <a:schemeClr val="tx1"/>
            </a:solidFill>
          </a:ln>
        </p:spPr>
        <p:txBody>
          <a:bodyPr wrap="square" rtlCol="0">
            <a:spAutoFit/>
          </a:bodyPr>
          <a:lstStyle/>
          <a:p>
            <a:pPr>
              <a:spcBef>
                <a:spcPts val="600"/>
              </a:spcBef>
              <a:spcAft>
                <a:spcPts val="600"/>
              </a:spcAft>
            </a:pPr>
            <a:r>
              <a:rPr lang="en-US" sz="200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Chương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trình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cứu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xuất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nghiệm</a:t>
            </a:r>
            <a:r>
              <a:rPr lang="en-US" sz="2000" dirty="0">
                <a:latin typeface="Times New Roman" panose="02020603050405020304" pitchFamily="18" charset="0"/>
                <a:cs typeface="Times New Roman" panose="02020603050405020304" pitchFamily="18" charset="0"/>
              </a:rPr>
              <a:t> vi </a:t>
            </a:r>
            <a:r>
              <a:rPr lang="en-US" sz="2000" dirty="0" err="1">
                <a:latin typeface="Times New Roman" panose="02020603050405020304" pitchFamily="18" charset="0"/>
                <a:cs typeface="Times New Roman" panose="02020603050405020304" pitchFamily="18" charset="0"/>
              </a:rPr>
              <a:t>mạch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xuất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phẩm</a:t>
            </a:r>
            <a:r>
              <a:rPr lang="en-US" sz="2000" dirty="0">
                <a:latin typeface="Times New Roman" panose="02020603050405020304" pitchFamily="18" charset="0"/>
                <a:cs typeface="Times New Roman" panose="02020603050405020304" pitchFamily="18" charset="0"/>
              </a:rPr>
              <a:t> vi </a:t>
            </a:r>
            <a:r>
              <a:rPr lang="en-US" sz="2000" dirty="0" err="1">
                <a:latin typeface="Times New Roman" panose="02020603050405020304" pitchFamily="18" charset="0"/>
                <a:cs typeface="Times New Roman" panose="02020603050405020304" pitchFamily="18" charset="0"/>
              </a:rPr>
              <a:t>mạch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cuối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ứng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chip </a:t>
            </a:r>
            <a:r>
              <a:rPr lang="en-US" sz="2000" dirty="0" err="1">
                <a:latin typeface="Times New Roman" panose="02020603050405020304" pitchFamily="18" charset="0"/>
                <a:cs typeface="Times New Roman" panose="02020603050405020304" pitchFamily="18" charset="0"/>
              </a:rPr>
              <a:t>Việt</a:t>
            </a:r>
            <a:r>
              <a:rPr lang="en-US" sz="2000"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095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Bối cảnh</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TextBox 1">
            <a:extLst>
              <a:ext uri="{FF2B5EF4-FFF2-40B4-BE49-F238E27FC236}">
                <a16:creationId xmlns:a16="http://schemas.microsoft.com/office/drawing/2014/main" id="{D1230524-1187-450E-95DA-9C61E6A3EF64}"/>
              </a:ext>
            </a:extLst>
          </p:cNvPr>
          <p:cNvSpPr txBox="1"/>
          <p:nvPr/>
        </p:nvSpPr>
        <p:spPr>
          <a:xfrm>
            <a:off x="2782186" y="1487288"/>
            <a:ext cx="6078069" cy="2708434"/>
          </a:xfrm>
          <a:prstGeom prst="rect">
            <a:avLst/>
          </a:prstGeom>
          <a:noFill/>
          <a:ln w="19050">
            <a:solidFill>
              <a:schemeClr val="tx1"/>
            </a:solidFill>
          </a:ln>
        </p:spPr>
        <p:txBody>
          <a:bodyPr wrap="square" rtlCol="0">
            <a:spAutoFit/>
          </a:bodyPr>
          <a:lstStyle/>
          <a:p>
            <a:pPr algn="ctr">
              <a:spcBef>
                <a:spcPts val="600"/>
              </a:spcBef>
              <a:spcAft>
                <a:spcPts val="600"/>
              </a:spcAft>
            </a:pPr>
            <a:r>
              <a:rPr lang="en-US" sz="2000" b="1" i="0" dirty="0" err="1">
                <a:solidFill>
                  <a:srgbClr val="403F41"/>
                </a:solidFill>
                <a:effectLst/>
                <a:latin typeface="Times New Roman" panose="02020603050405020304" pitchFamily="18" charset="0"/>
                <a:cs typeface="Times New Roman" panose="02020603050405020304" pitchFamily="18" charset="0"/>
              </a:rPr>
              <a:t>Mục</a:t>
            </a:r>
            <a:r>
              <a:rPr lang="en-US" sz="2000" b="1" i="0" dirty="0">
                <a:solidFill>
                  <a:srgbClr val="403F41"/>
                </a:solidFill>
                <a:effectLst/>
                <a:latin typeface="Times New Roman" panose="02020603050405020304" pitchFamily="18" charset="0"/>
                <a:cs typeface="Times New Roman" panose="02020603050405020304" pitchFamily="18" charset="0"/>
              </a:rPr>
              <a:t> </a:t>
            </a:r>
            <a:r>
              <a:rPr lang="en-US" sz="2000" b="1" i="0" dirty="0" err="1">
                <a:solidFill>
                  <a:srgbClr val="403F41"/>
                </a:solidFill>
                <a:effectLst/>
                <a:latin typeface="Times New Roman" panose="02020603050405020304" pitchFamily="18" charset="0"/>
                <a:cs typeface="Times New Roman" panose="02020603050405020304" pitchFamily="18" charset="0"/>
              </a:rPr>
              <a:t>tiêu</a:t>
            </a:r>
            <a:r>
              <a:rPr lang="en-US" sz="2000" b="1" i="0" dirty="0">
                <a:solidFill>
                  <a:srgbClr val="403F41"/>
                </a:solidFill>
                <a:effectLst/>
                <a:latin typeface="Times New Roman" panose="02020603050405020304" pitchFamily="18" charset="0"/>
                <a:cs typeface="Times New Roman" panose="02020603050405020304" pitchFamily="18" charset="0"/>
              </a:rPr>
              <a:t> </a:t>
            </a:r>
            <a:r>
              <a:rPr lang="en-US" sz="2000" b="1" i="0" dirty="0" err="1">
                <a:solidFill>
                  <a:srgbClr val="403F41"/>
                </a:solidFill>
                <a:effectLst/>
                <a:latin typeface="Times New Roman" panose="02020603050405020304" pitchFamily="18" charset="0"/>
                <a:cs typeface="Times New Roman" panose="02020603050405020304" pitchFamily="18" charset="0"/>
              </a:rPr>
              <a:t>hàng</a:t>
            </a:r>
            <a:r>
              <a:rPr lang="en-US" sz="2000" b="1" i="0" dirty="0">
                <a:solidFill>
                  <a:srgbClr val="403F41"/>
                </a:solidFill>
                <a:effectLst/>
                <a:latin typeface="Times New Roman" panose="02020603050405020304" pitchFamily="18" charset="0"/>
                <a:cs typeface="Times New Roman" panose="02020603050405020304" pitchFamily="18" charset="0"/>
              </a:rPr>
              <a:t> </a:t>
            </a:r>
            <a:r>
              <a:rPr lang="en-US" sz="2000" b="1" i="0" dirty="0" err="1">
                <a:solidFill>
                  <a:srgbClr val="403F41"/>
                </a:solidFill>
                <a:effectLst/>
                <a:latin typeface="Times New Roman" panose="02020603050405020304" pitchFamily="18" charset="0"/>
                <a:cs typeface="Times New Roman" panose="02020603050405020304" pitchFamily="18" charset="0"/>
              </a:rPr>
              <a:t>đầu</a:t>
            </a:r>
            <a:r>
              <a:rPr lang="en-US" sz="2000" b="1" i="0" dirty="0">
                <a:solidFill>
                  <a:srgbClr val="403F41"/>
                </a:solidFill>
                <a:effectLst/>
                <a:latin typeface="Times New Roman" panose="02020603050405020304" pitchFamily="18" charset="0"/>
                <a:cs typeface="Times New Roman" panose="02020603050405020304" pitchFamily="18" charset="0"/>
              </a:rPr>
              <a:t> </a:t>
            </a:r>
            <a:r>
              <a:rPr lang="en-US" sz="2000" b="1" i="0" dirty="0" err="1">
                <a:solidFill>
                  <a:srgbClr val="403F41"/>
                </a:solidFill>
                <a:effectLst/>
                <a:latin typeface="Times New Roman" panose="02020603050405020304" pitchFamily="18" charset="0"/>
                <a:cs typeface="Times New Roman" panose="02020603050405020304" pitchFamily="18" charset="0"/>
              </a:rPr>
              <a:t>của</a:t>
            </a:r>
            <a:r>
              <a:rPr lang="en-US" sz="2000" b="1" i="0" dirty="0">
                <a:solidFill>
                  <a:srgbClr val="403F41"/>
                </a:solidFill>
                <a:effectLst/>
                <a:latin typeface="Times New Roman" panose="02020603050405020304" pitchFamily="18" charset="0"/>
                <a:cs typeface="Times New Roman" panose="02020603050405020304" pitchFamily="18" charset="0"/>
              </a:rPr>
              <a:t> </a:t>
            </a:r>
            <a:r>
              <a:rPr lang="en-US" sz="2000" b="1" i="0" dirty="0" err="1">
                <a:solidFill>
                  <a:srgbClr val="403F41"/>
                </a:solidFill>
                <a:effectLst/>
                <a:latin typeface="Times New Roman" panose="02020603050405020304" pitchFamily="18" charset="0"/>
                <a:cs typeface="Times New Roman" panose="02020603050405020304" pitchFamily="18" charset="0"/>
              </a:rPr>
              <a:t>Đề</a:t>
            </a:r>
            <a:r>
              <a:rPr lang="en-US" sz="2000" b="1" i="0" dirty="0">
                <a:solidFill>
                  <a:srgbClr val="403F41"/>
                </a:solidFill>
                <a:effectLst/>
                <a:latin typeface="Times New Roman" panose="02020603050405020304" pitchFamily="18" charset="0"/>
                <a:cs typeface="Times New Roman" panose="02020603050405020304" pitchFamily="18" charset="0"/>
              </a:rPr>
              <a:t> </a:t>
            </a:r>
            <a:r>
              <a:rPr lang="en-US" sz="2000" b="1" i="0" dirty="0" err="1">
                <a:solidFill>
                  <a:srgbClr val="403F41"/>
                </a:solidFill>
                <a:effectLst/>
                <a:latin typeface="Times New Roman" panose="02020603050405020304" pitchFamily="18" charset="0"/>
                <a:cs typeface="Times New Roman" panose="02020603050405020304" pitchFamily="18" charset="0"/>
              </a:rPr>
              <a:t>án</a:t>
            </a:r>
            <a:endParaRPr lang="en-US"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vi-VN" sz="2000" b="1" i="0" dirty="0">
                <a:solidFill>
                  <a:srgbClr val="403F41"/>
                </a:solidFill>
                <a:effectLst/>
                <a:latin typeface="Times New Roman" panose="02020603050405020304" pitchFamily="18" charset="0"/>
                <a:cs typeface="Times New Roman" panose="02020603050405020304" pitchFamily="18" charset="0"/>
              </a:rPr>
              <a:t>Thành phố sáng tạo: </a:t>
            </a:r>
            <a:r>
              <a:rPr lang="vi-VN" sz="2000" b="0" i="0" dirty="0">
                <a:solidFill>
                  <a:srgbClr val="403F41"/>
                </a:solidFill>
                <a:effectLst/>
                <a:latin typeface="Times New Roman" panose="02020603050405020304" pitchFamily="18" charset="0"/>
                <a:cs typeface="Times New Roman" panose="02020603050405020304" pitchFamily="18" charset="0"/>
              </a:rPr>
              <a:t>tạo ra các trung tâm kinh tế sáng tạo, các</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khu hỗ trợ khởi nghiệp sáng tạo, hình thành một hệ sinh thái</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sáng tạo. Các ngành kinh tế và các hoạt động đô thị ở tầm mức</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trung tâm của Vùng kinh tế trọng điểm phía Nam. Về cơ sở hạ</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tầng độ thị, </a:t>
            </a:r>
            <a:r>
              <a:rPr lang="vi-VN" sz="2000" b="1" i="0" dirty="0">
                <a:solidFill>
                  <a:srgbClr val="FF0000"/>
                </a:solidFill>
                <a:effectLst/>
                <a:latin typeface="Times New Roman" panose="02020603050405020304" pitchFamily="18" charset="0"/>
                <a:cs typeface="Times New Roman" panose="02020603050405020304" pitchFamily="18" charset="0"/>
              </a:rPr>
              <a:t>cần gia tăng kết nối internet vạn vật</a:t>
            </a:r>
            <a:r>
              <a:rPr lang="vi-VN" sz="2000" b="0" i="0" dirty="0">
                <a:solidFill>
                  <a:srgbClr val="403F41"/>
                </a:solidFill>
                <a:effectLst/>
                <a:latin typeface="Times New Roman" panose="02020603050405020304" pitchFamily="18" charset="0"/>
                <a:cs typeface="Times New Roman" panose="02020603050405020304" pitchFamily="18" charset="0"/>
              </a:rPr>
              <a:t>,</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sử dụng công</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nghệ trong quản lý, vận hành tiện ích</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đô thị và cảnh báo rủi ro</a:t>
            </a:r>
            <a:r>
              <a:rPr lang="en-US" sz="2000" b="0" i="0" dirty="0">
                <a:solidFill>
                  <a:srgbClr val="403F41"/>
                </a:solidFill>
                <a:effectLst/>
                <a:latin typeface="Times New Roman" panose="02020603050405020304" pitchFamily="18" charset="0"/>
                <a:cs typeface="Times New Roman" panose="02020603050405020304" pitchFamily="18" charset="0"/>
              </a:rPr>
              <a:t> </a:t>
            </a:r>
            <a:r>
              <a:rPr lang="vi-VN" sz="2000" b="0" i="0" dirty="0">
                <a:solidFill>
                  <a:srgbClr val="403F41"/>
                </a:solidFill>
                <a:effectLst/>
                <a:latin typeface="Times New Roman" panose="02020603050405020304" pitchFamily="18" charset="0"/>
                <a:cs typeface="Times New Roman" panose="02020603050405020304" pitchFamily="18" charset="0"/>
              </a:rPr>
              <a:t>cho người dân</a:t>
            </a:r>
            <a:r>
              <a:rPr lang="vi-VN"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7276A755-555F-4284-B63C-650203B64D4B}"/>
              </a:ext>
            </a:extLst>
          </p:cNvPr>
          <p:cNvSpPr/>
          <p:nvPr/>
        </p:nvSpPr>
        <p:spPr>
          <a:xfrm>
            <a:off x="61857" y="2053552"/>
            <a:ext cx="2376543" cy="33239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9" name="TextBox 8">
            <a:extLst>
              <a:ext uri="{FF2B5EF4-FFF2-40B4-BE49-F238E27FC236}">
                <a16:creationId xmlns:a16="http://schemas.microsoft.com/office/drawing/2014/main" id="{DC38DB66-7241-41E8-B33B-033B36E7C4A6}"/>
              </a:ext>
            </a:extLst>
          </p:cNvPr>
          <p:cNvSpPr txBox="1"/>
          <p:nvPr/>
        </p:nvSpPr>
        <p:spPr>
          <a:xfrm>
            <a:off x="304800" y="2689971"/>
            <a:ext cx="2112879" cy="2308324"/>
          </a:xfrm>
          <a:prstGeom prst="rect">
            <a:avLst/>
          </a:prstGeom>
          <a:noFill/>
        </p:spPr>
        <p:txBody>
          <a:bodyPr wrap="square" rtlCol="0">
            <a:spAutoFit/>
          </a:bodyPr>
          <a:lstStyle/>
          <a:p>
            <a:r>
              <a:rPr lang="en-US" sz="1800" b="1" dirty="0">
                <a:solidFill>
                  <a:schemeClr val="bg1"/>
                </a:solidFill>
                <a:latin typeface="Times New Roman" panose="02020603050405020304" pitchFamily="18" charset="0"/>
                <a:cs typeface="Times New Roman" panose="02020603050405020304" pitchFamily="18" charset="0"/>
              </a:rPr>
              <a:t>“</a:t>
            </a:r>
            <a:r>
              <a:rPr lang="en-US" sz="1800" b="1" dirty="0" err="1">
                <a:solidFill>
                  <a:schemeClr val="bg1"/>
                </a:solidFill>
                <a:latin typeface="Times New Roman" panose="02020603050405020304" pitchFamily="18" charset="0"/>
                <a:cs typeface="Times New Roman" panose="02020603050405020304" pitchFamily="18" charset="0"/>
              </a:rPr>
              <a:t>Đề</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án</a:t>
            </a:r>
            <a:r>
              <a:rPr lang="en-US" sz="1800" b="1" dirty="0">
                <a:solidFill>
                  <a:schemeClr val="bg1"/>
                </a:solidFill>
                <a:latin typeface="Times New Roman" panose="02020603050405020304" pitchFamily="18" charset="0"/>
                <a:cs typeface="Times New Roman" panose="02020603050405020304" pitchFamily="18" charset="0"/>
              </a:rPr>
              <a:t> </a:t>
            </a:r>
            <a:r>
              <a:rPr lang="en-US" b="1" dirty="0" err="1">
                <a:solidFill>
                  <a:schemeClr val="bg1"/>
                </a:solidFill>
                <a:latin typeface="Times New Roman" panose="02020603050405020304" pitchFamily="18" charset="0"/>
                <a:cs typeface="Times New Roman" panose="02020603050405020304" pitchFamily="18" charset="0"/>
              </a:rPr>
              <a:t>h</a:t>
            </a:r>
            <a:r>
              <a:rPr lang="en-US" sz="1800" b="1" dirty="0" err="1">
                <a:solidFill>
                  <a:schemeClr val="bg1"/>
                </a:solidFill>
                <a:latin typeface="Times New Roman" panose="02020603050405020304" pitchFamily="18" charset="0"/>
                <a:cs typeface="Times New Roman" panose="02020603050405020304" pitchFamily="18" charset="0"/>
              </a:rPr>
              <a:t>ình</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thành</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và</a:t>
            </a:r>
            <a:r>
              <a:rPr lang="en-US" sz="1800" b="1" dirty="0">
                <a:solidFill>
                  <a:schemeClr val="bg1"/>
                </a:solidFill>
                <a:latin typeface="Times New Roman" panose="02020603050405020304" pitchFamily="18" charset="0"/>
                <a:cs typeface="Times New Roman" panose="02020603050405020304" pitchFamily="18" charset="0"/>
              </a:rPr>
              <a:t> </a:t>
            </a:r>
            <a:r>
              <a:rPr lang="en-US" b="1" dirty="0" err="1">
                <a:solidFill>
                  <a:schemeClr val="bg1"/>
                </a:solidFill>
                <a:latin typeface="Times New Roman" panose="02020603050405020304" pitchFamily="18" charset="0"/>
                <a:cs typeface="Times New Roman" panose="02020603050405020304" pitchFamily="18" charset="0"/>
              </a:rPr>
              <a:t>p</a:t>
            </a:r>
            <a:r>
              <a:rPr lang="en-US" sz="1800" b="1" dirty="0" err="1">
                <a:solidFill>
                  <a:schemeClr val="bg1"/>
                </a:solidFill>
                <a:latin typeface="Times New Roman" panose="02020603050405020304" pitchFamily="18" charset="0"/>
                <a:cs typeface="Times New Roman" panose="02020603050405020304" pitchFamily="18" charset="0"/>
              </a:rPr>
              <a:t>hát</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triển</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Khu</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đô</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thị</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Sáng</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tạo</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Tương</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tác</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cao</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phía</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Đông</a:t>
            </a:r>
            <a:r>
              <a:rPr lang="en-US" sz="1800" b="1" dirty="0">
                <a:solidFill>
                  <a:schemeClr val="bg1"/>
                </a:solidFill>
                <a:latin typeface="Times New Roman" panose="02020603050405020304" pitchFamily="18" charset="0"/>
                <a:cs typeface="Times New Roman" panose="02020603050405020304" pitchFamily="18" charset="0"/>
              </a:rPr>
              <a:t> TPHCM” </a:t>
            </a:r>
          </a:p>
          <a:p>
            <a:r>
              <a:rPr lang="en-US" sz="1800" b="1" dirty="0">
                <a:solidFill>
                  <a:schemeClr val="bg1"/>
                </a:solidFill>
                <a:latin typeface="Times New Roman" panose="02020603050405020304" pitchFamily="18" charset="0"/>
                <a:cs typeface="Times New Roman" panose="02020603050405020304" pitchFamily="18" charset="0"/>
              </a:rPr>
              <a:t>(</a:t>
            </a:r>
            <a:r>
              <a:rPr lang="en-US" sz="1800" b="1" dirty="0" err="1">
                <a:solidFill>
                  <a:schemeClr val="bg1"/>
                </a:solidFill>
                <a:latin typeface="Times New Roman" panose="02020603050405020304" pitchFamily="18" charset="0"/>
                <a:cs typeface="Times New Roman" panose="02020603050405020304" pitchFamily="18" charset="0"/>
              </a:rPr>
              <a:t>Sở</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Quy</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Hoạch</a:t>
            </a:r>
            <a:r>
              <a:rPr lang="en-US" sz="1800" b="1" dirty="0">
                <a:solidFill>
                  <a:schemeClr val="bg1"/>
                </a:solidFill>
                <a:latin typeface="Times New Roman" panose="02020603050405020304" pitchFamily="18" charset="0"/>
                <a:cs typeface="Times New Roman" panose="02020603050405020304" pitchFamily="18" charset="0"/>
              </a:rPr>
              <a:t> – </a:t>
            </a:r>
            <a:r>
              <a:rPr lang="en-US" sz="1800" b="1" dirty="0" err="1">
                <a:solidFill>
                  <a:schemeClr val="bg1"/>
                </a:solidFill>
                <a:latin typeface="Times New Roman" panose="02020603050405020304" pitchFamily="18" charset="0"/>
                <a:cs typeface="Times New Roman" panose="02020603050405020304" pitchFamily="18" charset="0"/>
              </a:rPr>
              <a:t>Kiến</a:t>
            </a:r>
            <a:r>
              <a:rPr lang="en-US" sz="1800" b="1" dirty="0">
                <a:solidFill>
                  <a:schemeClr val="bg1"/>
                </a:solidFill>
                <a:latin typeface="Times New Roman" panose="02020603050405020304" pitchFamily="18" charset="0"/>
                <a:cs typeface="Times New Roman" panose="02020603050405020304" pitchFamily="18" charset="0"/>
              </a:rPr>
              <a:t> </a:t>
            </a:r>
            <a:r>
              <a:rPr lang="en-US" sz="1800" b="1" dirty="0" err="1">
                <a:solidFill>
                  <a:schemeClr val="bg1"/>
                </a:solidFill>
                <a:latin typeface="Times New Roman" panose="02020603050405020304" pitchFamily="18" charset="0"/>
                <a:cs typeface="Times New Roman" panose="02020603050405020304" pitchFamily="18" charset="0"/>
              </a:rPr>
              <a:t>Trúc</a:t>
            </a:r>
            <a:r>
              <a:rPr lang="en-US" sz="1800" b="1" dirty="0">
                <a:solidFill>
                  <a:schemeClr val="bg1"/>
                </a:solidFill>
                <a:latin typeface="Times New Roman" panose="02020603050405020304" pitchFamily="18" charset="0"/>
                <a:cs typeface="Times New Roman" panose="02020603050405020304" pitchFamily="18" charset="0"/>
              </a:rPr>
              <a:t>)</a:t>
            </a:r>
          </a:p>
          <a:p>
            <a:endParaRPr lang="en-US" dirty="0">
              <a:solidFill>
                <a:schemeClr val="bg1"/>
              </a:solidFill>
            </a:endParaRPr>
          </a:p>
        </p:txBody>
      </p:sp>
      <p:sp>
        <p:nvSpPr>
          <p:cNvPr id="11" name="TextBox 10">
            <a:extLst>
              <a:ext uri="{FF2B5EF4-FFF2-40B4-BE49-F238E27FC236}">
                <a16:creationId xmlns:a16="http://schemas.microsoft.com/office/drawing/2014/main" id="{023BA59C-553B-44CF-A1E9-3F6C8E0322F8}"/>
              </a:ext>
            </a:extLst>
          </p:cNvPr>
          <p:cNvSpPr txBox="1"/>
          <p:nvPr/>
        </p:nvSpPr>
        <p:spPr>
          <a:xfrm>
            <a:off x="2810320" y="4572000"/>
            <a:ext cx="6078069" cy="1015663"/>
          </a:xfrm>
          <a:prstGeom prst="rect">
            <a:avLst/>
          </a:prstGeom>
          <a:noFill/>
          <a:ln w="19050">
            <a:solidFill>
              <a:schemeClr val="tx1"/>
            </a:solidFill>
          </a:ln>
        </p:spPr>
        <p:txBody>
          <a:bodyPr wrap="square" rtlCol="0">
            <a:spAutoFit/>
          </a:bodyPr>
          <a:lstStyle/>
          <a:p>
            <a:pPr>
              <a:spcBef>
                <a:spcPts val="600"/>
              </a:spcBef>
              <a:spcAft>
                <a:spcPts val="600"/>
              </a:spcAft>
            </a:pP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Tiêu</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chí</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phát</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triển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hạ</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tầng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công</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nghệ</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số</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(5.2), </a:t>
            </a:r>
            <a:r>
              <a:rPr lang="en-US" sz="2000" dirty="0" err="1">
                <a:latin typeface="Times New Roman" panose="02020603050405020304" pitchFamily="18" charset="0"/>
                <a:cs typeface="Times New Roman" panose="02020603050405020304" pitchFamily="18" charset="0"/>
              </a:rPr>
              <a:t>áp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IoT, </a:t>
            </a:r>
            <a:r>
              <a:rPr lang="en-US" sz="2000" dirty="0" err="1">
                <a:latin typeface="Times New Roman" panose="02020603050405020304" pitchFamily="18" charset="0"/>
                <a:cs typeface="Times New Roman" panose="02020603050405020304" pitchFamily="18" charset="0"/>
              </a:rPr>
              <a:t>công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nghệ</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dây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biến</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93317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Cơ hội việc làm</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TextBox 7">
            <a:extLst>
              <a:ext uri="{FF2B5EF4-FFF2-40B4-BE49-F238E27FC236}">
                <a16:creationId xmlns:a16="http://schemas.microsoft.com/office/drawing/2014/main" id="{2E8B6EE5-43D7-44BF-8FAC-8CF40D5BECE9}"/>
              </a:ext>
            </a:extLst>
          </p:cNvPr>
          <p:cNvSpPr txBox="1"/>
          <p:nvPr/>
        </p:nvSpPr>
        <p:spPr>
          <a:xfrm>
            <a:off x="381000" y="1676400"/>
            <a:ext cx="8229600" cy="4216539"/>
          </a:xfrm>
          <a:prstGeom prst="rect">
            <a:avLst/>
          </a:prstGeom>
          <a:noFill/>
        </p:spPr>
        <p:txBody>
          <a:bodyPr wrap="square">
            <a:spAutoFit/>
          </a:bodyPr>
          <a:lstStyle/>
          <a:p>
            <a:pPr algn="l" fontAlgn="base"/>
            <a:r>
              <a:rPr lang="en-US" sz="2000" b="1" i="0">
                <a:solidFill>
                  <a:srgbClr val="000000"/>
                </a:solidFill>
                <a:effectLst/>
                <a:latin typeface="+mj-lt"/>
              </a:rPr>
              <a:t>1. </a:t>
            </a:r>
            <a:r>
              <a:rPr lang="vi-VN" sz="2000" b="1" i="0">
                <a:solidFill>
                  <a:srgbClr val="000000"/>
                </a:solidFill>
                <a:effectLst/>
                <a:latin typeface="+mj-lt"/>
              </a:rPr>
              <a:t>Thủ tướng đề nghị Samsung đầu tư mảng bán dẫn tại Việt Nam</a:t>
            </a:r>
            <a:endParaRPr lang="en-US" sz="2000" b="1" i="0">
              <a:solidFill>
                <a:srgbClr val="000000"/>
              </a:solidFill>
              <a:effectLst/>
              <a:latin typeface="+mj-lt"/>
            </a:endParaRPr>
          </a:p>
          <a:p>
            <a:pPr algn="l" fontAlgn="base"/>
            <a:r>
              <a:rPr lang="en-US" i="0">
                <a:solidFill>
                  <a:srgbClr val="000000"/>
                </a:solidFill>
                <a:effectLst/>
                <a:latin typeface="+mj-lt"/>
              </a:rPr>
              <a:t>http://baochinhphu.vn/Kinh-te/Thu-tuong-de-nghi-Samsung-dau-tu-mang-ban-dan-tai-Viet-Nam/411352.vgp</a:t>
            </a:r>
          </a:p>
          <a:p>
            <a:pPr algn="l" fontAlgn="base"/>
            <a:r>
              <a:rPr lang="en-US" sz="2000" b="1">
                <a:solidFill>
                  <a:srgbClr val="000000"/>
                </a:solidFill>
                <a:latin typeface="+mj-lt"/>
              </a:rPr>
              <a:t>2. </a:t>
            </a:r>
            <a:r>
              <a:rPr lang="vi-VN" sz="2000" b="1" i="0">
                <a:solidFill>
                  <a:srgbClr val="2D2D2D"/>
                </a:solidFill>
                <a:effectLst/>
                <a:latin typeface="+mj-lt"/>
              </a:rPr>
              <a:t>Pegatron đầu tư 1 tỷ USD vào Việt Nam</a:t>
            </a:r>
            <a:endParaRPr lang="en-US" sz="2000" b="1" i="0">
              <a:solidFill>
                <a:srgbClr val="2D2D2D"/>
              </a:solidFill>
              <a:effectLst/>
              <a:latin typeface="+mj-lt"/>
            </a:endParaRPr>
          </a:p>
          <a:p>
            <a:pPr algn="l" fontAlgn="base"/>
            <a:r>
              <a:rPr lang="vi-VN" i="0">
                <a:solidFill>
                  <a:srgbClr val="000000"/>
                </a:solidFill>
                <a:effectLst/>
                <a:latin typeface="+mj-lt"/>
                <a:hlinkClick r:id="rId2"/>
              </a:rPr>
              <a:t>https://baodautu.vn/pegatron-dau-tu-1-ty-usd-vao-viet-nam-d129890.html</a:t>
            </a:r>
            <a:endParaRPr lang="en-US">
              <a:solidFill>
                <a:srgbClr val="2D2D2D"/>
              </a:solidFill>
              <a:latin typeface="+mj-lt"/>
            </a:endParaRPr>
          </a:p>
          <a:p>
            <a:pPr fontAlgn="base"/>
            <a:r>
              <a:rPr lang="en-US" sz="2000" b="1" i="0">
                <a:solidFill>
                  <a:srgbClr val="2D2D2D"/>
                </a:solidFill>
                <a:effectLst/>
                <a:latin typeface="+mj-lt"/>
              </a:rPr>
              <a:t>3. </a:t>
            </a:r>
            <a:r>
              <a:rPr lang="en-US" sz="2000" b="1" i="0">
                <a:solidFill>
                  <a:srgbClr val="1A1A1A"/>
                </a:solidFill>
                <a:effectLst/>
                <a:latin typeface="+mj-lt"/>
              </a:rPr>
              <a:t>Wistron mở nhà máy 10 triệu USD tại Việt Nam</a:t>
            </a:r>
          </a:p>
          <a:p>
            <a:pPr algn="l" fontAlgn="base"/>
            <a:r>
              <a:rPr lang="vi-VN" i="0">
                <a:solidFill>
                  <a:srgbClr val="000000"/>
                </a:solidFill>
                <a:effectLst/>
                <a:latin typeface="+mj-lt"/>
                <a:hlinkClick r:id="rId3"/>
              </a:rPr>
              <a:t>http://www.taichinhdientu.vn/tai-chinh-trong-nuoc/wistron-mo-nha-may-10-trieu-usd-tai-viet-nam-7588.html</a:t>
            </a:r>
            <a:endParaRPr lang="en-US" i="0">
              <a:solidFill>
                <a:srgbClr val="2D2D2D"/>
              </a:solidFill>
              <a:effectLst/>
              <a:latin typeface="+mj-lt"/>
            </a:endParaRPr>
          </a:p>
          <a:p>
            <a:pPr fontAlgn="base"/>
            <a:r>
              <a:rPr lang="en-US" sz="2000" b="1">
                <a:solidFill>
                  <a:srgbClr val="2D2D2D"/>
                </a:solidFill>
                <a:latin typeface="+mj-lt"/>
              </a:rPr>
              <a:t>4. </a:t>
            </a:r>
            <a:r>
              <a:rPr lang="en-US" sz="2000" b="1" i="0">
                <a:solidFill>
                  <a:srgbClr val="000000"/>
                </a:solidFill>
                <a:effectLst/>
                <a:latin typeface="+mj-lt"/>
              </a:rPr>
              <a:t>Luxshare ICT ồ ạt tuyển nhân sự tại Việt Nam</a:t>
            </a:r>
          </a:p>
          <a:p>
            <a:pPr algn="l" fontAlgn="base"/>
            <a:r>
              <a:rPr lang="vi-VN" i="0">
                <a:solidFill>
                  <a:srgbClr val="000000"/>
                </a:solidFill>
                <a:effectLst/>
                <a:latin typeface="+mj-lt"/>
                <a:hlinkClick r:id="rId4"/>
              </a:rPr>
              <a:t>https://nhipcaudautu.vn/kinh-doanh/luxshare-ict-o-at-tuyen-nhan-su-tai-viet-nam-3335558/</a:t>
            </a:r>
            <a:endParaRPr lang="en-US" i="0">
              <a:solidFill>
                <a:srgbClr val="000000"/>
              </a:solidFill>
              <a:effectLst/>
              <a:latin typeface="+mj-lt"/>
            </a:endParaRPr>
          </a:p>
          <a:p>
            <a:pPr fontAlgn="base"/>
            <a:r>
              <a:rPr lang="en-US" sz="2000" b="1" i="0">
                <a:solidFill>
                  <a:srgbClr val="222222"/>
                </a:solidFill>
                <a:effectLst/>
                <a:latin typeface="+mj-lt"/>
              </a:rPr>
              <a:t>5. </a:t>
            </a:r>
            <a:r>
              <a:rPr lang="vi-VN" sz="2000" b="1" i="0">
                <a:solidFill>
                  <a:srgbClr val="222222"/>
                </a:solidFill>
                <a:effectLst/>
                <a:latin typeface="+mj-lt"/>
              </a:rPr>
              <a:t>Đối tác của Apple, Microsoft sẽ đầu tư 1 tỷ USD vào Việt Nam</a:t>
            </a:r>
          </a:p>
          <a:p>
            <a:pPr algn="l" fontAlgn="base"/>
            <a:r>
              <a:rPr lang="vi-VN" i="0">
                <a:solidFill>
                  <a:srgbClr val="000000"/>
                </a:solidFill>
                <a:effectLst/>
                <a:latin typeface="+mj-lt"/>
              </a:rPr>
              <a:t>https://vnexpress.net/doi-tac-cua-apple-microsoft-se-dau-tu-1-ty-usd-vao-viet-nam-4165060.html</a:t>
            </a:r>
          </a:p>
        </p:txBody>
      </p:sp>
    </p:spTree>
    <p:extLst>
      <p:ext uri="{BB962C8B-B14F-4D97-AF65-F5344CB8AC3E}">
        <p14:creationId xmlns:p14="http://schemas.microsoft.com/office/powerpoint/2010/main" val="3436869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Content Placeholder 2">
            <a:extLst>
              <a:ext uri="{FF2B5EF4-FFF2-40B4-BE49-F238E27FC236}">
                <a16:creationId xmlns:a16="http://schemas.microsoft.com/office/drawing/2014/main" id="{B2FF6409-4E60-4CE2-AD9E-3EDF7577D9CF}"/>
              </a:ext>
            </a:extLst>
          </p:cNvPr>
          <p:cNvSpPr>
            <a:spLocks noGrp="1"/>
          </p:cNvSpPr>
          <p:nvPr/>
        </p:nvSpPr>
        <p:spPr bwMode="auto">
          <a:xfrm>
            <a:off x="533400" y="1371600"/>
            <a:ext cx="8686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nSpc>
                <a:spcPct val="150000"/>
              </a:lnSpc>
              <a:spcBef>
                <a:spcPts val="600"/>
              </a:spcBef>
              <a:spcAft>
                <a:spcPts val="600"/>
              </a:spcAft>
              <a:buFont typeface="+mj-lt"/>
              <a:buAutoNum type="arabicPeriod"/>
            </a:pPr>
            <a:r>
              <a:rPr lang="en-US">
                <a:latin typeface="+mj-lt"/>
              </a:rPr>
              <a:t>Giới thiệu chung về ngành Kỹ thuật máy tính</a:t>
            </a:r>
          </a:p>
          <a:p>
            <a:pPr marL="514350" lvl="0" indent="-514350">
              <a:lnSpc>
                <a:spcPct val="150000"/>
              </a:lnSpc>
              <a:spcBef>
                <a:spcPts val="600"/>
              </a:spcBef>
              <a:spcAft>
                <a:spcPts val="600"/>
              </a:spcAft>
              <a:buFont typeface="+mj-lt"/>
              <a:buAutoNum type="arabicPeriod"/>
            </a:pPr>
            <a:r>
              <a:rPr lang="en-US">
                <a:latin typeface="+mj-lt"/>
              </a:rPr>
              <a:t>Chương trình đào tạo ngành Kỹ thuật máy tính</a:t>
            </a:r>
          </a:p>
          <a:p>
            <a:pPr marL="514350" indent="-514350">
              <a:lnSpc>
                <a:spcPct val="150000"/>
              </a:lnSpc>
              <a:spcBef>
                <a:spcPts val="600"/>
              </a:spcBef>
              <a:spcAft>
                <a:spcPts val="600"/>
              </a:spcAft>
              <a:buFont typeface="+mj-lt"/>
              <a:buAutoNum type="arabicPeriod"/>
            </a:pPr>
            <a:r>
              <a:rPr lang="en-US">
                <a:latin typeface="+mj-lt"/>
              </a:rPr>
              <a:t>Cơ hội nghề nghiệp</a:t>
            </a:r>
          </a:p>
          <a:p>
            <a:pPr marL="514350" indent="-514350">
              <a:lnSpc>
                <a:spcPct val="150000"/>
              </a:lnSpc>
              <a:spcBef>
                <a:spcPts val="600"/>
              </a:spcBef>
              <a:spcAft>
                <a:spcPts val="600"/>
              </a:spcAft>
              <a:buFont typeface="+mj-lt"/>
              <a:buAutoNum type="arabicPeriod"/>
            </a:pPr>
            <a:r>
              <a:rPr lang="en-US" b="1">
                <a:solidFill>
                  <a:srgbClr val="FF9933"/>
                </a:solidFill>
                <a:latin typeface="+mj-lt"/>
              </a:rPr>
              <a:t>Các hướng nghiên cứu và phát triển</a:t>
            </a:r>
          </a:p>
          <a:p>
            <a:pPr marL="514350" indent="-514350">
              <a:lnSpc>
                <a:spcPct val="150000"/>
              </a:lnSpc>
              <a:spcBef>
                <a:spcPts val="600"/>
              </a:spcBef>
              <a:spcAft>
                <a:spcPts val="600"/>
              </a:spcAft>
              <a:buFont typeface="+mj-lt"/>
              <a:buAutoNum type="arabicPeriod"/>
            </a:pPr>
            <a:r>
              <a:rPr lang="en-US">
                <a:latin typeface="+mj-lt"/>
              </a:rPr>
              <a:t>Thành tựu và chính sách</a:t>
            </a:r>
          </a:p>
        </p:txBody>
      </p:sp>
    </p:spTree>
    <p:extLst>
      <p:ext uri="{BB962C8B-B14F-4D97-AF65-F5344CB8AC3E}">
        <p14:creationId xmlns:p14="http://schemas.microsoft.com/office/powerpoint/2010/main" val="2489248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Cyber-Physical Systems</a:t>
            </a:r>
          </a:p>
        </p:txBody>
      </p:sp>
      <p:pic>
        <p:nvPicPr>
          <p:cNvPr id="10242" name="Picture 2" descr="Cyber-Physical Systems: Modeling and Simulation | Coursera">
            <a:extLst>
              <a:ext uri="{FF2B5EF4-FFF2-40B4-BE49-F238E27FC236}">
                <a16:creationId xmlns:a16="http://schemas.microsoft.com/office/drawing/2014/main" id="{293962BD-ED19-4270-A745-3D46C28BB3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59732" y="1412776"/>
            <a:ext cx="4824536" cy="4824536"/>
          </a:xfrm>
          <a:prstGeom prst="rect">
            <a:avLst/>
          </a:prstGeom>
          <a:solidFill>
            <a:srgbClr val="FFFFFF"/>
          </a:solid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33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DD7E51F-A7A7-41BE-9A68-7ADBDD587FC1}"/>
                  </a:ext>
                </a:extLst>
              </p14:cNvPr>
              <p14:cNvContentPartPr/>
              <p14:nvPr/>
            </p14:nvContentPartPr>
            <p14:xfrm>
              <a:off x="1389240" y="827280"/>
              <a:ext cx="1091520" cy="84600"/>
            </p14:xfrm>
          </p:contentPart>
        </mc:Choice>
        <mc:Fallback xmlns="">
          <p:pic>
            <p:nvPicPr>
              <p:cNvPr id="2" name="Ink 1">
                <a:extLst>
                  <a:ext uri="{FF2B5EF4-FFF2-40B4-BE49-F238E27FC236}">
                    <a16:creationId xmlns:a16="http://schemas.microsoft.com/office/drawing/2014/main" id="{5DD7E51F-A7A7-41BE-9A68-7ADBDD587FC1}"/>
                  </a:ext>
                </a:extLst>
              </p:cNvPr>
              <p:cNvPicPr/>
              <p:nvPr/>
            </p:nvPicPr>
            <p:blipFill>
              <a:blip r:embed="rId4"/>
              <a:stretch>
                <a:fillRect/>
              </a:stretch>
            </p:blipFill>
            <p:spPr>
              <a:xfrm>
                <a:off x="1379880" y="817920"/>
                <a:ext cx="1110240" cy="103320"/>
              </a:xfrm>
              <a:prstGeom prst="rect">
                <a:avLst/>
              </a:prstGeom>
            </p:spPr>
          </p:pic>
        </mc:Fallback>
      </mc:AlternateContent>
    </p:spTree>
    <p:extLst>
      <p:ext uri="{BB962C8B-B14F-4D97-AF65-F5344CB8AC3E}">
        <p14:creationId xmlns:p14="http://schemas.microsoft.com/office/powerpoint/2010/main" val="781622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System-On-Chip (SoC)</a:t>
            </a:r>
          </a:p>
        </p:txBody>
      </p:sp>
      <p:pic>
        <p:nvPicPr>
          <p:cNvPr id="9218" name="Picture 2" descr="SoC System On Chip with mixed mode components (digital, analog, RF,... |  Download Scientific Diagram">
            <a:extLst>
              <a:ext uri="{FF2B5EF4-FFF2-40B4-BE49-F238E27FC236}">
                <a16:creationId xmlns:a16="http://schemas.microsoft.com/office/drawing/2014/main" id="{94BFC685-4C46-4EAB-A681-AAFE7A416FD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99951" y="1412776"/>
            <a:ext cx="8544097" cy="4824536"/>
          </a:xfrm>
          <a:prstGeom prst="rect">
            <a:avLst/>
          </a:prstGeom>
          <a:solidFill>
            <a:srgbClr val="FFFFFF"/>
          </a:solid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34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2815360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kumimoji="1" lang="en-US"/>
              <a:t>Wireless Technology</a:t>
            </a:r>
          </a:p>
        </p:txBody>
      </p:sp>
      <p:pic>
        <p:nvPicPr>
          <p:cNvPr id="8194" name="Picture 2" descr="RF Wireless Devices Orientation and Industry Literacy">
            <a:extLst>
              <a:ext uri="{FF2B5EF4-FFF2-40B4-BE49-F238E27FC236}">
                <a16:creationId xmlns:a16="http://schemas.microsoft.com/office/drawing/2014/main" id="{9AA4BA83-AF11-4F2A-B7F4-93E3FC3E77A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38169" y="1412776"/>
            <a:ext cx="6867662" cy="4824536"/>
          </a:xfrm>
          <a:prstGeom prst="rect">
            <a:avLst/>
          </a:prstGeom>
          <a:solidFill>
            <a:srgbClr val="FFFFFF"/>
          </a:solid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35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6407409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3314" name="Picture 2" descr="The 4 Top Artificial Intelligence Trends For 2021">
            <a:extLst>
              <a:ext uri="{FF2B5EF4-FFF2-40B4-BE49-F238E27FC236}">
                <a16:creationId xmlns:a16="http://schemas.microsoft.com/office/drawing/2014/main" id="{F0BFE5CF-4D65-45E0-A109-20626F41F8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1295400"/>
            <a:ext cx="91344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61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2290" name="Picture 2" descr="Blockchain Technology - What and How? | TechGig">
            <a:extLst>
              <a:ext uri="{FF2B5EF4-FFF2-40B4-BE49-F238E27FC236}">
                <a16:creationId xmlns:a16="http://schemas.microsoft.com/office/drawing/2014/main" id="{DED678B0-AF24-47EB-98D6-875617B54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2" y="1371600"/>
            <a:ext cx="9192686" cy="4810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423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Hệ thống nhúng và IoT</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304800" y="1420935"/>
            <a:ext cx="2362200"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Hệ thống nhúng, Ứng dụng IoT</a:t>
            </a:r>
          </a:p>
        </p:txBody>
      </p:sp>
      <p:pic>
        <p:nvPicPr>
          <p:cNvPr id="3" name="Picture 2">
            <a:extLst>
              <a:ext uri="{FF2B5EF4-FFF2-40B4-BE49-F238E27FC236}">
                <a16:creationId xmlns:a16="http://schemas.microsoft.com/office/drawing/2014/main" id="{3C721931-B832-459B-AA5D-A6318C989BE7}"/>
              </a:ext>
            </a:extLst>
          </p:cNvPr>
          <p:cNvPicPr>
            <a:picLocks noChangeAspect="1"/>
          </p:cNvPicPr>
          <p:nvPr/>
        </p:nvPicPr>
        <p:blipFill>
          <a:blip r:embed="rId2"/>
          <a:stretch>
            <a:fillRect/>
          </a:stretch>
        </p:blipFill>
        <p:spPr>
          <a:xfrm>
            <a:off x="152400" y="4539803"/>
            <a:ext cx="4121239" cy="2318197"/>
          </a:xfrm>
          <a:prstGeom prst="rect">
            <a:avLst/>
          </a:prstGeom>
        </p:spPr>
      </p:pic>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Đoàn Duy</a:t>
            </a:r>
          </a:p>
        </p:txBody>
      </p:sp>
      <p:cxnSp>
        <p:nvCxnSpPr>
          <p:cNvPr id="10" name="Straight Arrow Connector 9">
            <a:extLst>
              <a:ext uri="{FF2B5EF4-FFF2-40B4-BE49-F238E27FC236}">
                <a16:creationId xmlns:a16="http://schemas.microsoft.com/office/drawing/2014/main" id="{AE3FD1CC-849A-4EF1-A0B8-4E9E34B3F646}"/>
              </a:ext>
            </a:extLst>
          </p:cNvPr>
          <p:cNvCxnSpPr>
            <a:stCxn id="2" idx="7"/>
            <a:endCxn id="6" idx="1"/>
          </p:cNvCxnSpPr>
          <p:nvPr/>
        </p:nvCxnSpPr>
        <p:spPr>
          <a:xfrm flipV="1">
            <a:off x="2321064" y="1584819"/>
            <a:ext cx="1485450"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F3CAA03-6971-42EC-AC54-C64C3C33AEA3}"/>
              </a:ext>
            </a:extLst>
          </p:cNvPr>
          <p:cNvSpPr/>
          <p:nvPr/>
        </p:nvSpPr>
        <p:spPr>
          <a:xfrm>
            <a:off x="3806514" y="2318197"/>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Phan Đình Duy</a:t>
            </a:r>
          </a:p>
        </p:txBody>
      </p:sp>
      <p:cxnSp>
        <p:nvCxnSpPr>
          <p:cNvPr id="15" name="Straight Arrow Connector 14">
            <a:extLst>
              <a:ext uri="{FF2B5EF4-FFF2-40B4-BE49-F238E27FC236}">
                <a16:creationId xmlns:a16="http://schemas.microsoft.com/office/drawing/2014/main" id="{FCCFCA1C-D23D-48AD-90D3-54A11EA8247C}"/>
              </a:ext>
            </a:extLst>
          </p:cNvPr>
          <p:cNvCxnSpPr>
            <a:cxnSpLocks/>
            <a:endCxn id="14" idx="1"/>
          </p:cNvCxnSpPr>
          <p:nvPr/>
        </p:nvCxnSpPr>
        <p:spPr>
          <a:xfrm>
            <a:off x="2667000" y="2539483"/>
            <a:ext cx="1139514" cy="1254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F3EB312-A9A5-4696-9215-8CED91DC5B3A}"/>
              </a:ext>
            </a:extLst>
          </p:cNvPr>
          <p:cNvSpPr/>
          <p:nvPr/>
        </p:nvSpPr>
        <p:spPr>
          <a:xfrm>
            <a:off x="4724400" y="5040809"/>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Trần Ngọc Đức</a:t>
            </a:r>
          </a:p>
        </p:txBody>
      </p:sp>
      <p:sp>
        <p:nvSpPr>
          <p:cNvPr id="18" name="Rectangle 17">
            <a:extLst>
              <a:ext uri="{FF2B5EF4-FFF2-40B4-BE49-F238E27FC236}">
                <a16:creationId xmlns:a16="http://schemas.microsoft.com/office/drawing/2014/main" id="{9502FC47-4E63-49E8-908F-4632B8864E1B}"/>
              </a:ext>
            </a:extLst>
          </p:cNvPr>
          <p:cNvSpPr/>
          <p:nvPr/>
        </p:nvSpPr>
        <p:spPr>
          <a:xfrm>
            <a:off x="5116487" y="3977634"/>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Chung Quang Khánh</a:t>
            </a:r>
          </a:p>
        </p:txBody>
      </p:sp>
      <p:sp>
        <p:nvSpPr>
          <p:cNvPr id="19" name="Rectangle 18">
            <a:extLst>
              <a:ext uri="{FF2B5EF4-FFF2-40B4-BE49-F238E27FC236}">
                <a16:creationId xmlns:a16="http://schemas.microsoft.com/office/drawing/2014/main" id="{7341B8A0-D7BD-44E3-B911-34CC6FDEF268}"/>
              </a:ext>
            </a:extLst>
          </p:cNvPr>
          <p:cNvSpPr/>
          <p:nvPr/>
        </p:nvSpPr>
        <p:spPr>
          <a:xfrm>
            <a:off x="4811687" y="3099352"/>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Lê Hoài Nghĩa</a:t>
            </a:r>
          </a:p>
        </p:txBody>
      </p:sp>
      <p:cxnSp>
        <p:nvCxnSpPr>
          <p:cNvPr id="20" name="Straight Arrow Connector 19">
            <a:extLst>
              <a:ext uri="{FF2B5EF4-FFF2-40B4-BE49-F238E27FC236}">
                <a16:creationId xmlns:a16="http://schemas.microsoft.com/office/drawing/2014/main" id="{FA37049C-B50F-460B-9A2E-B262FBDACFAC}"/>
              </a:ext>
            </a:extLst>
          </p:cNvPr>
          <p:cNvCxnSpPr>
            <a:cxnSpLocks/>
          </p:cNvCxnSpPr>
          <p:nvPr/>
        </p:nvCxnSpPr>
        <p:spPr>
          <a:xfrm>
            <a:off x="2494032" y="3789421"/>
            <a:ext cx="2230368" cy="120127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B24B1AA-F361-46FE-B60F-E7D76F4AC73F}"/>
              </a:ext>
            </a:extLst>
          </p:cNvPr>
          <p:cNvCxnSpPr>
            <a:cxnSpLocks/>
          </p:cNvCxnSpPr>
          <p:nvPr/>
        </p:nvCxnSpPr>
        <p:spPr>
          <a:xfrm>
            <a:off x="2624160" y="3337071"/>
            <a:ext cx="2518538" cy="1021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a:stCxn id="2" idx="6"/>
          </p:cNvCxnSpPr>
          <p:nvPr/>
        </p:nvCxnSpPr>
        <p:spPr>
          <a:xfrm>
            <a:off x="2667000" y="2944935"/>
            <a:ext cx="2143894" cy="555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908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Hệ thống nhúng và IoT</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304800" y="1420935"/>
            <a:ext cx="2362200"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AI và Ứng dụng</a:t>
            </a:r>
          </a:p>
        </p:txBody>
      </p:sp>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Vũ Đức Lung</a:t>
            </a:r>
          </a:p>
        </p:txBody>
      </p:sp>
      <p:cxnSp>
        <p:nvCxnSpPr>
          <p:cNvPr id="10" name="Straight Arrow Connector 9">
            <a:extLst>
              <a:ext uri="{FF2B5EF4-FFF2-40B4-BE49-F238E27FC236}">
                <a16:creationId xmlns:a16="http://schemas.microsoft.com/office/drawing/2014/main" id="{AE3FD1CC-849A-4EF1-A0B8-4E9E34B3F646}"/>
              </a:ext>
            </a:extLst>
          </p:cNvPr>
          <p:cNvCxnSpPr>
            <a:cxnSpLocks/>
            <a:stCxn id="2" idx="7"/>
            <a:endCxn id="6" idx="1"/>
          </p:cNvCxnSpPr>
          <p:nvPr/>
        </p:nvCxnSpPr>
        <p:spPr>
          <a:xfrm flipV="1">
            <a:off x="2321064" y="1584819"/>
            <a:ext cx="1485450"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F3CAA03-6971-42EC-AC54-C64C3C33AEA3}"/>
              </a:ext>
            </a:extLst>
          </p:cNvPr>
          <p:cNvSpPr/>
          <p:nvPr/>
        </p:nvSpPr>
        <p:spPr>
          <a:xfrm>
            <a:off x="3806514" y="2318197"/>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Phan Đình Duy</a:t>
            </a:r>
          </a:p>
        </p:txBody>
      </p:sp>
      <p:cxnSp>
        <p:nvCxnSpPr>
          <p:cNvPr id="15" name="Straight Arrow Connector 14">
            <a:extLst>
              <a:ext uri="{FF2B5EF4-FFF2-40B4-BE49-F238E27FC236}">
                <a16:creationId xmlns:a16="http://schemas.microsoft.com/office/drawing/2014/main" id="{FCCFCA1C-D23D-48AD-90D3-54A11EA8247C}"/>
              </a:ext>
            </a:extLst>
          </p:cNvPr>
          <p:cNvCxnSpPr>
            <a:cxnSpLocks/>
            <a:endCxn id="14" idx="1"/>
          </p:cNvCxnSpPr>
          <p:nvPr/>
        </p:nvCxnSpPr>
        <p:spPr>
          <a:xfrm>
            <a:off x="2667000" y="2539483"/>
            <a:ext cx="1139514" cy="1254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F3EB312-A9A5-4696-9215-8CED91DC5B3A}"/>
              </a:ext>
            </a:extLst>
          </p:cNvPr>
          <p:cNvSpPr/>
          <p:nvPr/>
        </p:nvSpPr>
        <p:spPr>
          <a:xfrm>
            <a:off x="4724400" y="5040809"/>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KS. Trần Hoàng Lộc</a:t>
            </a:r>
          </a:p>
        </p:txBody>
      </p:sp>
      <p:sp>
        <p:nvSpPr>
          <p:cNvPr id="18" name="Rectangle 17">
            <a:extLst>
              <a:ext uri="{FF2B5EF4-FFF2-40B4-BE49-F238E27FC236}">
                <a16:creationId xmlns:a16="http://schemas.microsoft.com/office/drawing/2014/main" id="{9502FC47-4E63-49E8-908F-4632B8864E1B}"/>
              </a:ext>
            </a:extLst>
          </p:cNvPr>
          <p:cNvSpPr/>
          <p:nvPr/>
        </p:nvSpPr>
        <p:spPr>
          <a:xfrm>
            <a:off x="5116487" y="3977634"/>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Nguyễn Duy Xuân Bách</a:t>
            </a:r>
          </a:p>
        </p:txBody>
      </p:sp>
      <p:sp>
        <p:nvSpPr>
          <p:cNvPr id="19" name="Rectangle 18">
            <a:extLst>
              <a:ext uri="{FF2B5EF4-FFF2-40B4-BE49-F238E27FC236}">
                <a16:creationId xmlns:a16="http://schemas.microsoft.com/office/drawing/2014/main" id="{7341B8A0-D7BD-44E3-B911-34CC6FDEF268}"/>
              </a:ext>
            </a:extLst>
          </p:cNvPr>
          <p:cNvSpPr/>
          <p:nvPr/>
        </p:nvSpPr>
        <p:spPr>
          <a:xfrm>
            <a:off x="4811687" y="3099352"/>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Nguyễn Ngọc Thiện</a:t>
            </a:r>
          </a:p>
        </p:txBody>
      </p:sp>
      <p:cxnSp>
        <p:nvCxnSpPr>
          <p:cNvPr id="20" name="Straight Arrow Connector 19">
            <a:extLst>
              <a:ext uri="{FF2B5EF4-FFF2-40B4-BE49-F238E27FC236}">
                <a16:creationId xmlns:a16="http://schemas.microsoft.com/office/drawing/2014/main" id="{FA37049C-B50F-460B-9A2E-B262FBDACFAC}"/>
              </a:ext>
            </a:extLst>
          </p:cNvPr>
          <p:cNvCxnSpPr>
            <a:cxnSpLocks/>
          </p:cNvCxnSpPr>
          <p:nvPr/>
        </p:nvCxnSpPr>
        <p:spPr>
          <a:xfrm>
            <a:off x="2494032" y="3789421"/>
            <a:ext cx="2230368" cy="120127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B24B1AA-F361-46FE-B60F-E7D76F4AC73F}"/>
              </a:ext>
            </a:extLst>
          </p:cNvPr>
          <p:cNvCxnSpPr>
            <a:cxnSpLocks/>
          </p:cNvCxnSpPr>
          <p:nvPr/>
        </p:nvCxnSpPr>
        <p:spPr>
          <a:xfrm>
            <a:off x="2624160" y="3337071"/>
            <a:ext cx="2518538" cy="1021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a:stCxn id="2" idx="6"/>
          </p:cNvCxnSpPr>
          <p:nvPr/>
        </p:nvCxnSpPr>
        <p:spPr>
          <a:xfrm>
            <a:off x="2667000" y="2944935"/>
            <a:ext cx="2143894" cy="555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74" name="Picture 2" descr="Lĩnh vực AI Việt Nam trước thời cơ phát triển mới | Khoa Học - Công nghệ">
            <a:extLst>
              <a:ext uri="{FF2B5EF4-FFF2-40B4-BE49-F238E27FC236}">
                <a16:creationId xmlns:a16="http://schemas.microsoft.com/office/drawing/2014/main" id="{D02229A4-A4FB-4034-B714-E89E8E08CF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13" y="4468935"/>
            <a:ext cx="2976587" cy="1980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460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Hệ thống nhúng và IoT</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304800" y="1420935"/>
            <a:ext cx="2362200"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Tự động hóa</a:t>
            </a:r>
          </a:p>
        </p:txBody>
      </p:sp>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Vũ Đức Lung</a:t>
            </a:r>
          </a:p>
        </p:txBody>
      </p:sp>
      <p:cxnSp>
        <p:nvCxnSpPr>
          <p:cNvPr id="10" name="Straight Arrow Connector 9">
            <a:extLst>
              <a:ext uri="{FF2B5EF4-FFF2-40B4-BE49-F238E27FC236}">
                <a16:creationId xmlns:a16="http://schemas.microsoft.com/office/drawing/2014/main" id="{AE3FD1CC-849A-4EF1-A0B8-4E9E34B3F646}"/>
              </a:ext>
            </a:extLst>
          </p:cNvPr>
          <p:cNvCxnSpPr>
            <a:cxnSpLocks/>
            <a:stCxn id="2" idx="7"/>
            <a:endCxn id="6" idx="1"/>
          </p:cNvCxnSpPr>
          <p:nvPr/>
        </p:nvCxnSpPr>
        <p:spPr>
          <a:xfrm flipV="1">
            <a:off x="2321064" y="1584819"/>
            <a:ext cx="1485450"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F3CAA03-6971-42EC-AC54-C64C3C33AEA3}"/>
              </a:ext>
            </a:extLst>
          </p:cNvPr>
          <p:cNvSpPr/>
          <p:nvPr/>
        </p:nvSpPr>
        <p:spPr>
          <a:xfrm>
            <a:off x="3806514" y="2318197"/>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Phan Đình Duy</a:t>
            </a:r>
          </a:p>
        </p:txBody>
      </p:sp>
      <p:cxnSp>
        <p:nvCxnSpPr>
          <p:cNvPr id="15" name="Straight Arrow Connector 14">
            <a:extLst>
              <a:ext uri="{FF2B5EF4-FFF2-40B4-BE49-F238E27FC236}">
                <a16:creationId xmlns:a16="http://schemas.microsoft.com/office/drawing/2014/main" id="{FCCFCA1C-D23D-48AD-90D3-54A11EA8247C}"/>
              </a:ext>
            </a:extLst>
          </p:cNvPr>
          <p:cNvCxnSpPr>
            <a:cxnSpLocks/>
            <a:endCxn id="14" idx="1"/>
          </p:cNvCxnSpPr>
          <p:nvPr/>
        </p:nvCxnSpPr>
        <p:spPr>
          <a:xfrm>
            <a:off x="2667000" y="2539483"/>
            <a:ext cx="1139514" cy="1254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502FC47-4E63-49E8-908F-4632B8864E1B}"/>
              </a:ext>
            </a:extLst>
          </p:cNvPr>
          <p:cNvSpPr/>
          <p:nvPr/>
        </p:nvSpPr>
        <p:spPr>
          <a:xfrm>
            <a:off x="5116487" y="3977634"/>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Đoàn Duy</a:t>
            </a:r>
          </a:p>
        </p:txBody>
      </p:sp>
      <p:sp>
        <p:nvSpPr>
          <p:cNvPr id="19" name="Rectangle 18">
            <a:extLst>
              <a:ext uri="{FF2B5EF4-FFF2-40B4-BE49-F238E27FC236}">
                <a16:creationId xmlns:a16="http://schemas.microsoft.com/office/drawing/2014/main" id="{7341B8A0-D7BD-44E3-B911-34CC6FDEF268}"/>
              </a:ext>
            </a:extLst>
          </p:cNvPr>
          <p:cNvSpPr/>
          <p:nvPr/>
        </p:nvSpPr>
        <p:spPr>
          <a:xfrm>
            <a:off x="4811687" y="3099352"/>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Phạm Minh Quân</a:t>
            </a:r>
          </a:p>
        </p:txBody>
      </p:sp>
      <p:cxnSp>
        <p:nvCxnSpPr>
          <p:cNvPr id="22" name="Straight Arrow Connector 21">
            <a:extLst>
              <a:ext uri="{FF2B5EF4-FFF2-40B4-BE49-F238E27FC236}">
                <a16:creationId xmlns:a16="http://schemas.microsoft.com/office/drawing/2014/main" id="{5B24B1AA-F361-46FE-B60F-E7D76F4AC73F}"/>
              </a:ext>
            </a:extLst>
          </p:cNvPr>
          <p:cNvCxnSpPr>
            <a:cxnSpLocks/>
          </p:cNvCxnSpPr>
          <p:nvPr/>
        </p:nvCxnSpPr>
        <p:spPr>
          <a:xfrm>
            <a:off x="2624160" y="3337071"/>
            <a:ext cx="2518538" cy="1021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a:stCxn id="2" idx="6"/>
          </p:cNvCxnSpPr>
          <p:nvPr/>
        </p:nvCxnSpPr>
        <p:spPr>
          <a:xfrm>
            <a:off x="2667000" y="2944935"/>
            <a:ext cx="2143894" cy="5555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Autonomous vehicles are coming. Are you ready? | Movin'On Summit : Movin'On  Summit">
            <a:extLst>
              <a:ext uri="{FF2B5EF4-FFF2-40B4-BE49-F238E27FC236}">
                <a16:creationId xmlns:a16="http://schemas.microsoft.com/office/drawing/2014/main" id="{18089E8F-90B3-44AF-9115-DD85274D4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61437"/>
            <a:ext cx="2866796" cy="1911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665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Hệ thống nhúng và IoT</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304800" y="1420935"/>
            <a:ext cx="2362200"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Hệ điều hành, Đa vi xử lý</a:t>
            </a:r>
          </a:p>
        </p:txBody>
      </p:sp>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Vũ Đức Lung</a:t>
            </a:r>
          </a:p>
        </p:txBody>
      </p:sp>
      <p:cxnSp>
        <p:nvCxnSpPr>
          <p:cNvPr id="10" name="Straight Arrow Connector 9">
            <a:extLst>
              <a:ext uri="{FF2B5EF4-FFF2-40B4-BE49-F238E27FC236}">
                <a16:creationId xmlns:a16="http://schemas.microsoft.com/office/drawing/2014/main" id="{AE3FD1CC-849A-4EF1-A0B8-4E9E34B3F646}"/>
              </a:ext>
            </a:extLst>
          </p:cNvPr>
          <p:cNvCxnSpPr>
            <a:cxnSpLocks/>
            <a:stCxn id="2" idx="7"/>
            <a:endCxn id="6" idx="1"/>
          </p:cNvCxnSpPr>
          <p:nvPr/>
        </p:nvCxnSpPr>
        <p:spPr>
          <a:xfrm flipV="1">
            <a:off x="2321064" y="1584819"/>
            <a:ext cx="1485450"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F3CAA03-6971-42EC-AC54-C64C3C33AEA3}"/>
              </a:ext>
            </a:extLst>
          </p:cNvPr>
          <p:cNvSpPr/>
          <p:nvPr/>
        </p:nvSpPr>
        <p:spPr>
          <a:xfrm>
            <a:off x="4695599" y="3276830"/>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Phan Đình Duy</a:t>
            </a:r>
          </a:p>
        </p:txBody>
      </p:sp>
      <p:cxnSp>
        <p:nvCxnSpPr>
          <p:cNvPr id="15" name="Straight Arrow Connector 14">
            <a:extLst>
              <a:ext uri="{FF2B5EF4-FFF2-40B4-BE49-F238E27FC236}">
                <a16:creationId xmlns:a16="http://schemas.microsoft.com/office/drawing/2014/main" id="{FCCFCA1C-D23D-48AD-90D3-54A11EA8247C}"/>
              </a:ext>
            </a:extLst>
          </p:cNvPr>
          <p:cNvCxnSpPr>
            <a:cxnSpLocks/>
            <a:stCxn id="2" idx="6"/>
            <a:endCxn id="14" idx="1"/>
          </p:cNvCxnSpPr>
          <p:nvPr/>
        </p:nvCxnSpPr>
        <p:spPr>
          <a:xfrm>
            <a:off x="2667000" y="2944935"/>
            <a:ext cx="2028599" cy="678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502FC47-4E63-49E8-908F-4632B8864E1B}"/>
              </a:ext>
            </a:extLst>
          </p:cNvPr>
          <p:cNvSpPr/>
          <p:nvPr/>
        </p:nvSpPr>
        <p:spPr>
          <a:xfrm>
            <a:off x="4495801" y="2225550"/>
            <a:ext cx="32766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Đoàn Duy</a:t>
            </a:r>
          </a:p>
        </p:txBody>
      </p:sp>
      <p:sp>
        <p:nvSpPr>
          <p:cNvPr id="19" name="Rectangle 18">
            <a:extLst>
              <a:ext uri="{FF2B5EF4-FFF2-40B4-BE49-F238E27FC236}">
                <a16:creationId xmlns:a16="http://schemas.microsoft.com/office/drawing/2014/main" id="{7341B8A0-D7BD-44E3-B911-34CC6FDEF268}"/>
              </a:ext>
            </a:extLst>
          </p:cNvPr>
          <p:cNvSpPr/>
          <p:nvPr/>
        </p:nvSpPr>
        <p:spPr>
          <a:xfrm>
            <a:off x="4343400" y="4352633"/>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Nguyễn Thanh Thiện</a:t>
            </a:r>
          </a:p>
        </p:txBody>
      </p:sp>
      <p:cxnSp>
        <p:nvCxnSpPr>
          <p:cNvPr id="22" name="Straight Arrow Connector 21">
            <a:extLst>
              <a:ext uri="{FF2B5EF4-FFF2-40B4-BE49-F238E27FC236}">
                <a16:creationId xmlns:a16="http://schemas.microsoft.com/office/drawing/2014/main" id="{5B24B1AA-F361-46FE-B60F-E7D76F4AC73F}"/>
              </a:ext>
            </a:extLst>
          </p:cNvPr>
          <p:cNvCxnSpPr>
            <a:cxnSpLocks/>
          </p:cNvCxnSpPr>
          <p:nvPr/>
        </p:nvCxnSpPr>
        <p:spPr>
          <a:xfrm>
            <a:off x="2624160" y="3337071"/>
            <a:ext cx="2518538" cy="1021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p:cNvCxnSpPr>
          <p:nvPr/>
        </p:nvCxnSpPr>
        <p:spPr>
          <a:xfrm>
            <a:off x="2624160" y="2386285"/>
            <a:ext cx="1927613" cy="1859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00" name="Picture 4" descr="Vintage Multi-core – the IPC | SciTech Connect">
            <a:extLst>
              <a:ext uri="{FF2B5EF4-FFF2-40B4-BE49-F238E27FC236}">
                <a16:creationId xmlns:a16="http://schemas.microsoft.com/office/drawing/2014/main" id="{AFBC802C-23A6-4E27-A8C9-AF91B292B2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508" y="4448039"/>
            <a:ext cx="3875112" cy="1949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88270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Thiết kế vi mạch và phần cứng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304800" y="1420935"/>
            <a:ext cx="2362200"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Thiết kế vi xử lý, SoC, MP</a:t>
            </a:r>
          </a:p>
        </p:txBody>
      </p:sp>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Nguyễn Minh Sơn</a:t>
            </a:r>
          </a:p>
        </p:txBody>
      </p:sp>
      <p:cxnSp>
        <p:nvCxnSpPr>
          <p:cNvPr id="10" name="Straight Arrow Connector 9">
            <a:extLst>
              <a:ext uri="{FF2B5EF4-FFF2-40B4-BE49-F238E27FC236}">
                <a16:creationId xmlns:a16="http://schemas.microsoft.com/office/drawing/2014/main" id="{AE3FD1CC-849A-4EF1-A0B8-4E9E34B3F646}"/>
              </a:ext>
            </a:extLst>
          </p:cNvPr>
          <p:cNvCxnSpPr>
            <a:cxnSpLocks/>
            <a:stCxn id="2" idx="7"/>
            <a:endCxn id="6" idx="1"/>
          </p:cNvCxnSpPr>
          <p:nvPr/>
        </p:nvCxnSpPr>
        <p:spPr>
          <a:xfrm flipV="1">
            <a:off x="2321064" y="1584819"/>
            <a:ext cx="1485450"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F3CAA03-6971-42EC-AC54-C64C3C33AEA3}"/>
              </a:ext>
            </a:extLst>
          </p:cNvPr>
          <p:cNvSpPr/>
          <p:nvPr/>
        </p:nvSpPr>
        <p:spPr>
          <a:xfrm>
            <a:off x="4695599" y="3276830"/>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rgbClr val="FF9933"/>
                </a:solidFill>
              </a:rPr>
              <a:t>K</a:t>
            </a:r>
            <a:r>
              <a:rPr kumimoji="1" lang="en-US" sz="2400" b="1">
                <a:solidFill>
                  <a:srgbClr val="FF9933"/>
                </a:solidFill>
              </a:rPr>
              <a:t>S. Trần Đại Dương</a:t>
            </a:r>
          </a:p>
        </p:txBody>
      </p:sp>
      <p:cxnSp>
        <p:nvCxnSpPr>
          <p:cNvPr id="15" name="Straight Arrow Connector 14">
            <a:extLst>
              <a:ext uri="{FF2B5EF4-FFF2-40B4-BE49-F238E27FC236}">
                <a16:creationId xmlns:a16="http://schemas.microsoft.com/office/drawing/2014/main" id="{FCCFCA1C-D23D-48AD-90D3-54A11EA8247C}"/>
              </a:ext>
            </a:extLst>
          </p:cNvPr>
          <p:cNvCxnSpPr>
            <a:cxnSpLocks/>
            <a:stCxn id="2" idx="6"/>
            <a:endCxn id="14" idx="1"/>
          </p:cNvCxnSpPr>
          <p:nvPr/>
        </p:nvCxnSpPr>
        <p:spPr>
          <a:xfrm>
            <a:off x="2667000" y="2944935"/>
            <a:ext cx="2028599" cy="67859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502FC47-4E63-49E8-908F-4632B8864E1B}"/>
              </a:ext>
            </a:extLst>
          </p:cNvPr>
          <p:cNvSpPr/>
          <p:nvPr/>
        </p:nvSpPr>
        <p:spPr>
          <a:xfrm>
            <a:off x="4495801" y="2225550"/>
            <a:ext cx="32766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Đoàn Duy</a:t>
            </a:r>
          </a:p>
        </p:txBody>
      </p:sp>
      <p:sp>
        <p:nvSpPr>
          <p:cNvPr id="19" name="Rectangle 18">
            <a:extLst>
              <a:ext uri="{FF2B5EF4-FFF2-40B4-BE49-F238E27FC236}">
                <a16:creationId xmlns:a16="http://schemas.microsoft.com/office/drawing/2014/main" id="{7341B8A0-D7BD-44E3-B911-34CC6FDEF268}"/>
              </a:ext>
            </a:extLst>
          </p:cNvPr>
          <p:cNvSpPr/>
          <p:nvPr/>
        </p:nvSpPr>
        <p:spPr>
          <a:xfrm>
            <a:off x="4343400" y="4352633"/>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rgbClr val="FF9933"/>
                </a:solidFill>
              </a:rPr>
              <a:t>K</a:t>
            </a:r>
            <a:r>
              <a:rPr kumimoji="1" lang="en-US" sz="2400" b="1">
                <a:solidFill>
                  <a:srgbClr val="FF9933"/>
                </a:solidFill>
              </a:rPr>
              <a:t>S. Ngô Hiếu Trường</a:t>
            </a:r>
          </a:p>
        </p:txBody>
      </p:sp>
      <p:cxnSp>
        <p:nvCxnSpPr>
          <p:cNvPr id="22" name="Straight Arrow Connector 21">
            <a:extLst>
              <a:ext uri="{FF2B5EF4-FFF2-40B4-BE49-F238E27FC236}">
                <a16:creationId xmlns:a16="http://schemas.microsoft.com/office/drawing/2014/main" id="{5B24B1AA-F361-46FE-B60F-E7D76F4AC73F}"/>
              </a:ext>
            </a:extLst>
          </p:cNvPr>
          <p:cNvCxnSpPr>
            <a:cxnSpLocks/>
          </p:cNvCxnSpPr>
          <p:nvPr/>
        </p:nvCxnSpPr>
        <p:spPr>
          <a:xfrm>
            <a:off x="2624160" y="3337071"/>
            <a:ext cx="2518538" cy="10219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p:cNvCxnSpPr>
          <p:nvPr/>
        </p:nvCxnSpPr>
        <p:spPr>
          <a:xfrm>
            <a:off x="2624160" y="2386285"/>
            <a:ext cx="1927613" cy="1859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22" name="Picture 2" descr="History of the Microprocessor and the Personal Computer, Part 5">
            <a:extLst>
              <a:ext uri="{FF2B5EF4-FFF2-40B4-BE49-F238E27FC236}">
                <a16:creationId xmlns:a16="http://schemas.microsoft.com/office/drawing/2014/main" id="{FA64DC7D-8905-4E54-B550-E5A74D8F1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4254620"/>
            <a:ext cx="4109522" cy="2043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08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Thiết kế vi mạch và phần cứng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304800" y="1420935"/>
            <a:ext cx="2362200"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Antenna, RF Design</a:t>
            </a:r>
          </a:p>
        </p:txBody>
      </p:sp>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Trịnh Lê Huy</a:t>
            </a:r>
          </a:p>
        </p:txBody>
      </p:sp>
      <p:cxnSp>
        <p:nvCxnSpPr>
          <p:cNvPr id="10" name="Straight Arrow Connector 9">
            <a:extLst>
              <a:ext uri="{FF2B5EF4-FFF2-40B4-BE49-F238E27FC236}">
                <a16:creationId xmlns:a16="http://schemas.microsoft.com/office/drawing/2014/main" id="{AE3FD1CC-849A-4EF1-A0B8-4E9E34B3F646}"/>
              </a:ext>
            </a:extLst>
          </p:cNvPr>
          <p:cNvCxnSpPr>
            <a:cxnSpLocks/>
            <a:stCxn id="2" idx="7"/>
            <a:endCxn id="6" idx="1"/>
          </p:cNvCxnSpPr>
          <p:nvPr/>
        </p:nvCxnSpPr>
        <p:spPr>
          <a:xfrm flipV="1">
            <a:off x="2321064" y="1584819"/>
            <a:ext cx="1485450"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502FC47-4E63-49E8-908F-4632B8864E1B}"/>
              </a:ext>
            </a:extLst>
          </p:cNvPr>
          <p:cNvSpPr/>
          <p:nvPr/>
        </p:nvSpPr>
        <p:spPr>
          <a:xfrm>
            <a:off x="4495801" y="2225550"/>
            <a:ext cx="32766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Lâm Đức Khải</a:t>
            </a:r>
          </a:p>
        </p:txBody>
      </p:sp>
      <p:sp>
        <p:nvSpPr>
          <p:cNvPr id="19" name="Rectangle 18">
            <a:extLst>
              <a:ext uri="{FF2B5EF4-FFF2-40B4-BE49-F238E27FC236}">
                <a16:creationId xmlns:a16="http://schemas.microsoft.com/office/drawing/2014/main" id="{7341B8A0-D7BD-44E3-B911-34CC6FDEF268}"/>
              </a:ext>
            </a:extLst>
          </p:cNvPr>
          <p:cNvSpPr/>
          <p:nvPr/>
        </p:nvSpPr>
        <p:spPr>
          <a:xfrm>
            <a:off x="4492221" y="3429000"/>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rgbClr val="FF9933"/>
                </a:solidFill>
              </a:rPr>
              <a:t>K</a:t>
            </a:r>
            <a:r>
              <a:rPr kumimoji="1" lang="en-US" sz="2400" b="1">
                <a:solidFill>
                  <a:srgbClr val="FF9933"/>
                </a:solidFill>
              </a:rPr>
              <a:t>S. Nguyễn Mạnh Thảo</a:t>
            </a:r>
          </a:p>
        </p:txBody>
      </p:sp>
      <p:cxnSp>
        <p:nvCxnSpPr>
          <p:cNvPr id="22" name="Straight Arrow Connector 21">
            <a:extLst>
              <a:ext uri="{FF2B5EF4-FFF2-40B4-BE49-F238E27FC236}">
                <a16:creationId xmlns:a16="http://schemas.microsoft.com/office/drawing/2014/main" id="{5B24B1AA-F361-46FE-B60F-E7D76F4AC73F}"/>
              </a:ext>
            </a:extLst>
          </p:cNvPr>
          <p:cNvCxnSpPr>
            <a:cxnSpLocks/>
            <a:endCxn id="19" idx="1"/>
          </p:cNvCxnSpPr>
          <p:nvPr/>
        </p:nvCxnSpPr>
        <p:spPr>
          <a:xfrm>
            <a:off x="2624160" y="3337071"/>
            <a:ext cx="1868061" cy="438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p:cNvCxnSpPr>
          <p:nvPr/>
        </p:nvCxnSpPr>
        <p:spPr>
          <a:xfrm>
            <a:off x="2624160" y="2386285"/>
            <a:ext cx="1927613" cy="1859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122" name="Picture 2" descr="History of the Microprocessor and the Personal Computer, Part 5">
            <a:extLst>
              <a:ext uri="{FF2B5EF4-FFF2-40B4-BE49-F238E27FC236}">
                <a16:creationId xmlns:a16="http://schemas.microsoft.com/office/drawing/2014/main" id="{FA64DC7D-8905-4E54-B550-E5A74D8F1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359" y="5541126"/>
            <a:ext cx="1643809" cy="81733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Abstract Of World Network, Internet And Global Connection Concept,..  Royalty Free Cliparts, Vectors, And Stock Illustration. Image 110084137.">
            <a:extLst>
              <a:ext uri="{FF2B5EF4-FFF2-40B4-BE49-F238E27FC236}">
                <a16:creationId xmlns:a16="http://schemas.microsoft.com/office/drawing/2014/main" id="{46E75158-F08F-40FF-89DC-FBF08E677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7714" y="4134167"/>
            <a:ext cx="3657600" cy="2436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478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Thiết kế vi mạch và phần cứng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68599" y="1420935"/>
            <a:ext cx="2887999"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Blockchain,</a:t>
            </a:r>
          </a:p>
          <a:p>
            <a:pPr algn="ctr"/>
            <a:r>
              <a:rPr lang="en-US" sz="2800" b="1">
                <a:solidFill>
                  <a:schemeClr val="tx1"/>
                </a:solidFill>
              </a:rPr>
              <a:t>Security</a:t>
            </a:r>
            <a:r>
              <a:rPr kumimoji="1" lang="en-US" sz="2800" b="1">
                <a:solidFill>
                  <a:schemeClr val="tx1"/>
                </a:solidFill>
              </a:rPr>
              <a:t> </a:t>
            </a:r>
          </a:p>
        </p:txBody>
      </p:sp>
      <p:sp>
        <p:nvSpPr>
          <p:cNvPr id="6" name="Rectangle 5">
            <a:extLst>
              <a:ext uri="{FF2B5EF4-FFF2-40B4-BE49-F238E27FC236}">
                <a16:creationId xmlns:a16="http://schemas.microsoft.com/office/drawing/2014/main" id="{BC1D6AB3-A2BC-42C9-92C5-0A98FDD1C5C8}"/>
              </a:ext>
            </a:extLst>
          </p:cNvPr>
          <p:cNvSpPr/>
          <p:nvPr/>
        </p:nvSpPr>
        <p:spPr>
          <a:xfrm>
            <a:off x="3806514" y="1238124"/>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Lâm Đức Khải</a:t>
            </a:r>
          </a:p>
        </p:txBody>
      </p:sp>
      <p:cxnSp>
        <p:nvCxnSpPr>
          <p:cNvPr id="10" name="Straight Arrow Connector 9">
            <a:extLst>
              <a:ext uri="{FF2B5EF4-FFF2-40B4-BE49-F238E27FC236}">
                <a16:creationId xmlns:a16="http://schemas.microsoft.com/office/drawing/2014/main" id="{AE3FD1CC-849A-4EF1-A0B8-4E9E34B3F646}"/>
              </a:ext>
            </a:extLst>
          </p:cNvPr>
          <p:cNvCxnSpPr>
            <a:cxnSpLocks/>
            <a:stCxn id="2" idx="7"/>
            <a:endCxn id="6" idx="1"/>
          </p:cNvCxnSpPr>
          <p:nvPr/>
        </p:nvCxnSpPr>
        <p:spPr>
          <a:xfrm flipV="1">
            <a:off x="2396462" y="1584819"/>
            <a:ext cx="1410052" cy="28248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502FC47-4E63-49E8-908F-4632B8864E1B}"/>
              </a:ext>
            </a:extLst>
          </p:cNvPr>
          <p:cNvSpPr/>
          <p:nvPr/>
        </p:nvSpPr>
        <p:spPr>
          <a:xfrm>
            <a:off x="4495801" y="2225550"/>
            <a:ext cx="32766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Nguyễn Minh Sơn</a:t>
            </a:r>
          </a:p>
        </p:txBody>
      </p:sp>
      <p:sp>
        <p:nvSpPr>
          <p:cNvPr id="19" name="Rectangle 18">
            <a:extLst>
              <a:ext uri="{FF2B5EF4-FFF2-40B4-BE49-F238E27FC236}">
                <a16:creationId xmlns:a16="http://schemas.microsoft.com/office/drawing/2014/main" id="{7341B8A0-D7BD-44E3-B911-34CC6FDEF268}"/>
              </a:ext>
            </a:extLst>
          </p:cNvPr>
          <p:cNvSpPr/>
          <p:nvPr/>
        </p:nvSpPr>
        <p:spPr>
          <a:xfrm>
            <a:off x="4491084" y="3200320"/>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TS. Đoàn Duy</a:t>
            </a:r>
          </a:p>
        </p:txBody>
      </p:sp>
      <p:cxnSp>
        <p:nvCxnSpPr>
          <p:cNvPr id="22" name="Straight Arrow Connector 21">
            <a:extLst>
              <a:ext uri="{FF2B5EF4-FFF2-40B4-BE49-F238E27FC236}">
                <a16:creationId xmlns:a16="http://schemas.microsoft.com/office/drawing/2014/main" id="{5B24B1AA-F361-46FE-B60F-E7D76F4AC73F}"/>
              </a:ext>
            </a:extLst>
          </p:cNvPr>
          <p:cNvCxnSpPr>
            <a:cxnSpLocks/>
            <a:endCxn id="19" idx="1"/>
          </p:cNvCxnSpPr>
          <p:nvPr/>
        </p:nvCxnSpPr>
        <p:spPr>
          <a:xfrm>
            <a:off x="2798633" y="3145031"/>
            <a:ext cx="1692451" cy="4019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70A438-24AB-467A-ADDB-8E90B9624E03}"/>
              </a:ext>
            </a:extLst>
          </p:cNvPr>
          <p:cNvCxnSpPr>
            <a:cxnSpLocks/>
          </p:cNvCxnSpPr>
          <p:nvPr/>
        </p:nvCxnSpPr>
        <p:spPr>
          <a:xfrm>
            <a:off x="2769994" y="2386285"/>
            <a:ext cx="1781779" cy="18596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23646CC-56EC-428B-8EE6-A9A2C067AA12}"/>
              </a:ext>
            </a:extLst>
          </p:cNvPr>
          <p:cNvSpPr/>
          <p:nvPr/>
        </p:nvSpPr>
        <p:spPr>
          <a:xfrm>
            <a:off x="5105400" y="4205306"/>
            <a:ext cx="3875113"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rgbClr val="FF9933"/>
                </a:solidFill>
              </a:rPr>
              <a:t>K</a:t>
            </a:r>
            <a:r>
              <a:rPr kumimoji="1" lang="en-US" sz="2400" b="1">
                <a:solidFill>
                  <a:srgbClr val="FF9933"/>
                </a:solidFill>
              </a:rPr>
              <a:t>S. Trần Đại Dương</a:t>
            </a:r>
          </a:p>
        </p:txBody>
      </p:sp>
      <p:cxnSp>
        <p:nvCxnSpPr>
          <p:cNvPr id="21" name="Straight Arrow Connector 20">
            <a:extLst>
              <a:ext uri="{FF2B5EF4-FFF2-40B4-BE49-F238E27FC236}">
                <a16:creationId xmlns:a16="http://schemas.microsoft.com/office/drawing/2014/main" id="{EF8C4E24-76C7-4AC3-818A-CD5DEA1F0002}"/>
              </a:ext>
            </a:extLst>
          </p:cNvPr>
          <p:cNvCxnSpPr>
            <a:cxnSpLocks/>
            <a:endCxn id="20" idx="1"/>
          </p:cNvCxnSpPr>
          <p:nvPr/>
        </p:nvCxnSpPr>
        <p:spPr>
          <a:xfrm>
            <a:off x="2590800" y="3692718"/>
            <a:ext cx="2514600" cy="8592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170" name="Picture 2" descr="How The Bitcoin Blockchain Is Impacting The eLearning Industry - eLearning  Industry">
            <a:extLst>
              <a:ext uri="{FF2B5EF4-FFF2-40B4-BE49-F238E27FC236}">
                <a16:creationId xmlns:a16="http://schemas.microsoft.com/office/drawing/2014/main" id="{F1268E77-50EC-417F-89E1-810EA110B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65662"/>
            <a:ext cx="4800600" cy="2019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89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Thiết kế vi mạch và phần cứng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2" name="Oval 1">
            <a:extLst>
              <a:ext uri="{FF2B5EF4-FFF2-40B4-BE49-F238E27FC236}">
                <a16:creationId xmlns:a16="http://schemas.microsoft.com/office/drawing/2014/main" id="{20BA3DEE-978A-4126-888F-949ACD5359A5}"/>
              </a:ext>
            </a:extLst>
          </p:cNvPr>
          <p:cNvSpPr/>
          <p:nvPr/>
        </p:nvSpPr>
        <p:spPr>
          <a:xfrm>
            <a:off x="-68599" y="1420935"/>
            <a:ext cx="2887999" cy="304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800" b="1">
                <a:solidFill>
                  <a:schemeClr val="tx1"/>
                </a:solidFill>
              </a:rPr>
              <a:t>Material, Sensor</a:t>
            </a:r>
          </a:p>
        </p:txBody>
      </p:sp>
      <p:sp>
        <p:nvSpPr>
          <p:cNvPr id="6" name="Rectangle 5">
            <a:extLst>
              <a:ext uri="{FF2B5EF4-FFF2-40B4-BE49-F238E27FC236}">
                <a16:creationId xmlns:a16="http://schemas.microsoft.com/office/drawing/2014/main" id="{BC1D6AB3-A2BC-42C9-92C5-0A98FDD1C5C8}"/>
              </a:ext>
            </a:extLst>
          </p:cNvPr>
          <p:cNvSpPr/>
          <p:nvPr/>
        </p:nvSpPr>
        <p:spPr>
          <a:xfrm>
            <a:off x="4571207" y="2396861"/>
            <a:ext cx="3352800" cy="693390"/>
          </a:xfrm>
          <a:prstGeom prst="rect">
            <a:avLst/>
          </a:prstGeom>
          <a:solidFill>
            <a:schemeClr val="bg1"/>
          </a:solidFill>
          <a:ln>
            <a:solidFill>
              <a:srgbClr val="FF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sz="2400" b="1">
                <a:solidFill>
                  <a:srgbClr val="FF9933"/>
                </a:solidFill>
              </a:rPr>
              <a:t>ThS. Trần Quang Nguyên</a:t>
            </a:r>
          </a:p>
        </p:txBody>
      </p:sp>
      <p:cxnSp>
        <p:nvCxnSpPr>
          <p:cNvPr id="10" name="Straight Arrow Connector 9">
            <a:extLst>
              <a:ext uri="{FF2B5EF4-FFF2-40B4-BE49-F238E27FC236}">
                <a16:creationId xmlns:a16="http://schemas.microsoft.com/office/drawing/2014/main" id="{AE3FD1CC-849A-4EF1-A0B8-4E9E34B3F646}"/>
              </a:ext>
            </a:extLst>
          </p:cNvPr>
          <p:cNvCxnSpPr>
            <a:cxnSpLocks/>
          </p:cNvCxnSpPr>
          <p:nvPr/>
        </p:nvCxnSpPr>
        <p:spPr>
          <a:xfrm>
            <a:off x="2819400" y="2723195"/>
            <a:ext cx="174046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194" name="Picture 2" descr="How does DHT 11 sensor work(how is humidity sensed by its sensor (working/ material used)and temperature)? - Quora">
            <a:extLst>
              <a:ext uri="{FF2B5EF4-FFF2-40B4-BE49-F238E27FC236}">
                <a16:creationId xmlns:a16="http://schemas.microsoft.com/office/drawing/2014/main" id="{9405FD77-E829-43A0-8C80-7657EB964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461117"/>
            <a:ext cx="5334000"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036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Content Placeholder 2">
            <a:extLst>
              <a:ext uri="{FF2B5EF4-FFF2-40B4-BE49-F238E27FC236}">
                <a16:creationId xmlns:a16="http://schemas.microsoft.com/office/drawing/2014/main" id="{B2FF6409-4E60-4CE2-AD9E-3EDF7577D9CF}"/>
              </a:ext>
            </a:extLst>
          </p:cNvPr>
          <p:cNvSpPr>
            <a:spLocks noGrp="1"/>
          </p:cNvSpPr>
          <p:nvPr/>
        </p:nvSpPr>
        <p:spPr bwMode="auto">
          <a:xfrm>
            <a:off x="533400" y="1371600"/>
            <a:ext cx="8686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nSpc>
                <a:spcPct val="150000"/>
              </a:lnSpc>
              <a:spcBef>
                <a:spcPts val="600"/>
              </a:spcBef>
              <a:spcAft>
                <a:spcPts val="600"/>
              </a:spcAft>
              <a:buFont typeface="+mj-lt"/>
              <a:buAutoNum type="arabicPeriod"/>
            </a:pPr>
            <a:r>
              <a:rPr lang="en-US">
                <a:latin typeface="+mj-lt"/>
              </a:rPr>
              <a:t>Giới thiệu chung về ngành Kỹ thuật máy tính</a:t>
            </a:r>
          </a:p>
          <a:p>
            <a:pPr marL="514350" lvl="0" indent="-514350">
              <a:lnSpc>
                <a:spcPct val="150000"/>
              </a:lnSpc>
              <a:spcBef>
                <a:spcPts val="600"/>
              </a:spcBef>
              <a:spcAft>
                <a:spcPts val="600"/>
              </a:spcAft>
              <a:buFont typeface="+mj-lt"/>
              <a:buAutoNum type="arabicPeriod"/>
            </a:pPr>
            <a:r>
              <a:rPr lang="en-US">
                <a:latin typeface="+mj-lt"/>
              </a:rPr>
              <a:t>Chương trình đào tạo ngành Kỹ thuật máy tính</a:t>
            </a:r>
          </a:p>
          <a:p>
            <a:pPr marL="514350" indent="-514350">
              <a:lnSpc>
                <a:spcPct val="150000"/>
              </a:lnSpc>
              <a:spcBef>
                <a:spcPts val="600"/>
              </a:spcBef>
              <a:spcAft>
                <a:spcPts val="600"/>
              </a:spcAft>
              <a:buFont typeface="+mj-lt"/>
              <a:buAutoNum type="arabicPeriod"/>
            </a:pPr>
            <a:r>
              <a:rPr lang="en-US">
                <a:latin typeface="+mj-lt"/>
              </a:rPr>
              <a:t>Cơ hội nghề nghiệp</a:t>
            </a:r>
          </a:p>
          <a:p>
            <a:pPr marL="514350" indent="-514350">
              <a:lnSpc>
                <a:spcPct val="150000"/>
              </a:lnSpc>
              <a:spcBef>
                <a:spcPts val="600"/>
              </a:spcBef>
              <a:spcAft>
                <a:spcPts val="600"/>
              </a:spcAft>
              <a:buFont typeface="+mj-lt"/>
              <a:buAutoNum type="arabicPeriod"/>
            </a:pPr>
            <a:r>
              <a:rPr lang="en-US">
                <a:latin typeface="+mj-lt"/>
              </a:rPr>
              <a:t>Các hướng nghiên cứu và phát triển</a:t>
            </a:r>
          </a:p>
          <a:p>
            <a:pPr marL="514350" indent="-514350">
              <a:lnSpc>
                <a:spcPct val="150000"/>
              </a:lnSpc>
              <a:spcBef>
                <a:spcPts val="600"/>
              </a:spcBef>
              <a:spcAft>
                <a:spcPts val="600"/>
              </a:spcAft>
              <a:buFont typeface="+mj-lt"/>
              <a:buAutoNum type="arabicPeriod"/>
            </a:pPr>
            <a:r>
              <a:rPr lang="en-US" b="1">
                <a:solidFill>
                  <a:srgbClr val="FF9933"/>
                </a:solidFill>
                <a:latin typeface="+mj-lt"/>
              </a:rPr>
              <a:t>Thành tựu và chính sách</a:t>
            </a:r>
          </a:p>
        </p:txBody>
      </p:sp>
    </p:spTree>
    <p:extLst>
      <p:ext uri="{BB962C8B-B14F-4D97-AF65-F5344CB8AC3E}">
        <p14:creationId xmlns:p14="http://schemas.microsoft.com/office/powerpoint/2010/main" val="23850609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a:t>Ký kết MoU</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3" name="object 34">
            <a:extLst>
              <a:ext uri="{FF2B5EF4-FFF2-40B4-BE49-F238E27FC236}">
                <a16:creationId xmlns:a16="http://schemas.microsoft.com/office/drawing/2014/main" id="{A16D7816-C89C-47A7-888C-0D9CF62D68A9}"/>
              </a:ext>
            </a:extLst>
          </p:cNvPr>
          <p:cNvSpPr txBox="1"/>
          <p:nvPr/>
        </p:nvSpPr>
        <p:spPr>
          <a:xfrm>
            <a:off x="2120900" y="4859590"/>
            <a:ext cx="19494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Times New Roman" panose="02020603050405020304" pitchFamily="18" charset="0"/>
                <a:cs typeface="Times New Roman" panose="02020603050405020304" pitchFamily="18" charset="0"/>
              </a:rPr>
              <a:t>4</a:t>
            </a:r>
            <a:endParaRPr sz="2400">
              <a:latin typeface="Times New Roman" panose="02020603050405020304" pitchFamily="18" charset="0"/>
              <a:cs typeface="Times New Roman" panose="02020603050405020304" pitchFamily="18" charset="0"/>
            </a:endParaRPr>
          </a:p>
        </p:txBody>
      </p:sp>
      <p:sp>
        <p:nvSpPr>
          <p:cNvPr id="9" name="object 41">
            <a:extLst>
              <a:ext uri="{FF2B5EF4-FFF2-40B4-BE49-F238E27FC236}">
                <a16:creationId xmlns:a16="http://schemas.microsoft.com/office/drawing/2014/main" id="{8B7E1DC4-7CBB-4DF5-901D-777896CBE85A}"/>
              </a:ext>
            </a:extLst>
          </p:cNvPr>
          <p:cNvSpPr txBox="1"/>
          <p:nvPr/>
        </p:nvSpPr>
        <p:spPr>
          <a:xfrm>
            <a:off x="2120900" y="5751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Times New Roman" panose="02020603050405020304" pitchFamily="18" charset="0"/>
                <a:cs typeface="Times New Roman" panose="02020603050405020304" pitchFamily="18" charset="0"/>
              </a:rPr>
              <a:t>5</a:t>
            </a:r>
            <a:endParaRPr sz="2400">
              <a:latin typeface="Times New Roman" panose="02020603050405020304" pitchFamily="18" charset="0"/>
              <a:cs typeface="Times New Roman" panose="02020603050405020304" pitchFamily="18" charset="0"/>
            </a:endParaRPr>
          </a:p>
        </p:txBody>
      </p:sp>
      <p:pic>
        <p:nvPicPr>
          <p:cNvPr id="15" name="Picture 10" descr="Faraday Technology VietNam - Home | Facebook">
            <a:extLst>
              <a:ext uri="{FF2B5EF4-FFF2-40B4-BE49-F238E27FC236}">
                <a16:creationId xmlns:a16="http://schemas.microsoft.com/office/drawing/2014/main" id="{86B131B3-F766-446D-9C96-93C9A6113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69" y="4413663"/>
            <a:ext cx="3497635" cy="75311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 picture containing drawing&#10;&#10;Description automatically generated">
            <a:extLst>
              <a:ext uri="{FF2B5EF4-FFF2-40B4-BE49-F238E27FC236}">
                <a16:creationId xmlns:a16="http://schemas.microsoft.com/office/drawing/2014/main" id="{766D31DA-748C-42A8-ABFE-266563AF77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7913" y="1481372"/>
            <a:ext cx="3072400" cy="492444"/>
          </a:xfrm>
          <a:prstGeom prst="rect">
            <a:avLst/>
          </a:prstGeom>
        </p:spPr>
      </p:pic>
      <p:pic>
        <p:nvPicPr>
          <p:cNvPr id="25" name="Picture 14" descr="Tìm việc làm tại Finger Vina Company Limited">
            <a:extLst>
              <a:ext uri="{FF2B5EF4-FFF2-40B4-BE49-F238E27FC236}">
                <a16:creationId xmlns:a16="http://schemas.microsoft.com/office/drawing/2014/main" id="{99C0070C-1D14-494E-B565-AEED1F5CEC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9355" y="2125151"/>
            <a:ext cx="3017788" cy="146366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DD08787B-DDF7-4C7C-8B16-3CC998574C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824" y="3124200"/>
            <a:ext cx="3332041" cy="3332041"/>
          </a:xfrm>
          <a:prstGeom prst="rect">
            <a:avLst/>
          </a:prstGeom>
        </p:spPr>
      </p:pic>
      <p:pic>
        <p:nvPicPr>
          <p:cNvPr id="9218" name="Picture 2" descr="NAIST Bio - College &amp; University - Ikoma, Nara - 159 Photos | Facebook">
            <a:extLst>
              <a:ext uri="{FF2B5EF4-FFF2-40B4-BE49-F238E27FC236}">
                <a16:creationId xmlns:a16="http://schemas.microsoft.com/office/drawing/2014/main" id="{3A481789-EED9-4038-AFFC-DFCB90FCFD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357558"/>
            <a:ext cx="26670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4685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dirty="0"/>
              <a:t>LABs</a:t>
            </a:r>
            <a:endParaRPr kumimoji="1" lang="en-US" dirty="0"/>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3" name="object 34">
            <a:extLst>
              <a:ext uri="{FF2B5EF4-FFF2-40B4-BE49-F238E27FC236}">
                <a16:creationId xmlns:a16="http://schemas.microsoft.com/office/drawing/2014/main" id="{A16D7816-C89C-47A7-888C-0D9CF62D68A9}"/>
              </a:ext>
            </a:extLst>
          </p:cNvPr>
          <p:cNvSpPr txBox="1"/>
          <p:nvPr/>
        </p:nvSpPr>
        <p:spPr>
          <a:xfrm>
            <a:off x="2120900" y="4859590"/>
            <a:ext cx="19494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Times New Roman" panose="02020603050405020304" pitchFamily="18" charset="0"/>
                <a:cs typeface="Times New Roman" panose="02020603050405020304" pitchFamily="18" charset="0"/>
              </a:rPr>
              <a:t>4</a:t>
            </a:r>
            <a:endParaRPr sz="2400">
              <a:latin typeface="Times New Roman" panose="02020603050405020304" pitchFamily="18" charset="0"/>
              <a:cs typeface="Times New Roman" panose="02020603050405020304" pitchFamily="18" charset="0"/>
            </a:endParaRPr>
          </a:p>
        </p:txBody>
      </p:sp>
      <p:sp>
        <p:nvSpPr>
          <p:cNvPr id="9" name="object 41">
            <a:extLst>
              <a:ext uri="{FF2B5EF4-FFF2-40B4-BE49-F238E27FC236}">
                <a16:creationId xmlns:a16="http://schemas.microsoft.com/office/drawing/2014/main" id="{8B7E1DC4-7CBB-4DF5-901D-777896CBE85A}"/>
              </a:ext>
            </a:extLst>
          </p:cNvPr>
          <p:cNvSpPr txBox="1"/>
          <p:nvPr/>
        </p:nvSpPr>
        <p:spPr>
          <a:xfrm>
            <a:off x="2120900" y="5751131"/>
            <a:ext cx="19494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Times New Roman" panose="02020603050405020304" pitchFamily="18" charset="0"/>
                <a:cs typeface="Times New Roman" panose="02020603050405020304" pitchFamily="18" charset="0"/>
              </a:rPr>
              <a:t>5</a:t>
            </a:r>
            <a:endParaRPr sz="2400">
              <a:latin typeface="Times New Roman" panose="02020603050405020304" pitchFamily="18" charset="0"/>
              <a:cs typeface="Times New Roman" panose="02020603050405020304" pitchFamily="18" charset="0"/>
            </a:endParaRPr>
          </a:p>
        </p:txBody>
      </p:sp>
      <p:pic>
        <p:nvPicPr>
          <p:cNvPr id="1026" name="Picture 2" descr="Kick off FSOFT - UIT Automotive R&amp;D LAB... - Khoa Kỹ Thuật Máy Tính - CE.UIT  | Facebook">
            <a:extLst>
              <a:ext uri="{FF2B5EF4-FFF2-40B4-BE49-F238E27FC236}">
                <a16:creationId xmlns:a16="http://schemas.microsoft.com/office/drawing/2014/main" id="{66A777BE-D627-4336-BEC4-318C047CA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94507"/>
            <a:ext cx="2015448" cy="455842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D815D6B-558F-4531-A598-0302B3E89973}"/>
              </a:ext>
            </a:extLst>
          </p:cNvPr>
          <p:cNvSpPr/>
          <p:nvPr/>
        </p:nvSpPr>
        <p:spPr>
          <a:xfrm>
            <a:off x="4262318" y="2438400"/>
            <a:ext cx="3753862" cy="1754326"/>
          </a:xfrm>
          <a:prstGeom prst="rect">
            <a:avLst/>
          </a:prstGeom>
          <a:noFill/>
        </p:spPr>
        <p:txBody>
          <a:bodyPr wrap="squar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CE OPEN LAB (E6.8)</a:t>
            </a:r>
          </a:p>
        </p:txBody>
      </p:sp>
    </p:spTree>
    <p:extLst>
      <p:ext uri="{BB962C8B-B14F-4D97-AF65-F5344CB8AC3E}">
        <p14:creationId xmlns:p14="http://schemas.microsoft.com/office/powerpoint/2010/main" val="239559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Học bổng nữ sinh</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0242" name="Picture 2">
            <a:extLst>
              <a:ext uri="{FF2B5EF4-FFF2-40B4-BE49-F238E27FC236}">
                <a16:creationId xmlns:a16="http://schemas.microsoft.com/office/drawing/2014/main" id="{9F92EDCA-512B-4FC7-9A84-A2BA4F4C7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0319" y="-44450"/>
            <a:ext cx="493712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Scholarships For Students Studying In Italy | Italy Medical Schools">
            <a:extLst>
              <a:ext uri="{FF2B5EF4-FFF2-40B4-BE49-F238E27FC236}">
                <a16:creationId xmlns:a16="http://schemas.microsoft.com/office/drawing/2014/main" id="{496981E5-C64D-400F-9CF8-BF108073E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 y="2743200"/>
            <a:ext cx="4290319" cy="1905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647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Hoạt động học thuật – Phong trào</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10/16/2023</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50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1266" name="Picture 2" descr="CEEC - Home | Facebook">
            <a:extLst>
              <a:ext uri="{FF2B5EF4-FFF2-40B4-BE49-F238E27FC236}">
                <a16:creationId xmlns:a16="http://schemas.microsoft.com/office/drawing/2014/main" id="{0CCA4F66-BF14-4D8D-8E6C-7423913E6F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01" y="1295400"/>
            <a:ext cx="27432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UIT CAR RACING | BẢNG CHUYÊN NGHIỆP | Huấn luyện Buổi 2: Căn bản về xử lý  ảnh - YouTube">
            <a:extLst>
              <a:ext uri="{FF2B5EF4-FFF2-40B4-BE49-F238E27FC236}">
                <a16:creationId xmlns:a16="http://schemas.microsoft.com/office/drawing/2014/main" id="{B3099051-0D58-453B-AF3F-CCD1063FF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866" y="1143000"/>
            <a:ext cx="5147734" cy="2895600"/>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922C2E02-20DC-4D88-B53D-D357AA7A85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214453"/>
            <a:ext cx="2133601" cy="2133601"/>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No photo description available.">
            <a:extLst>
              <a:ext uri="{FF2B5EF4-FFF2-40B4-BE49-F238E27FC236}">
                <a16:creationId xmlns:a16="http://schemas.microsoft.com/office/drawing/2014/main" id="{7BF845C6-0889-41BA-8D23-A4C7E900EF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063273"/>
            <a:ext cx="4191000" cy="2794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417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15665"/>
            <a:ext cx="7772400" cy="1470025"/>
          </a:xfrm>
        </p:spPr>
        <p:txBody>
          <a:bodyPr/>
          <a:lstStyle/>
          <a:p>
            <a:r>
              <a:rPr lang="en-US"/>
              <a:t>Q&amp;A</a:t>
            </a:r>
          </a:p>
        </p:txBody>
      </p:sp>
      <p:sp>
        <p:nvSpPr>
          <p:cNvPr id="4" name="Date Placeholder 3"/>
          <p:cNvSpPr>
            <a:spLocks noGrp="1"/>
          </p:cNvSpPr>
          <p:nvPr>
            <p:ph type="dt" sz="half" idx="10"/>
          </p:nvPr>
        </p:nvSpPr>
        <p:spPr/>
        <p:txBody>
          <a:bodyPr/>
          <a:lstStyle/>
          <a:p>
            <a:fld id="{6F52207E-8A09-4FC6-83E9-3D1773E47D00}" type="datetime1">
              <a:rPr kumimoji="1" lang="en-US" altLang="ja-JP" smtClean="0"/>
              <a:t>10/16/2023</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6" name="Slide Number Placeholder 5"/>
          <p:cNvSpPr>
            <a:spLocks noGrp="1"/>
          </p:cNvSpPr>
          <p:nvPr>
            <p:ph type="sldNum" sz="quarter" idx="12"/>
          </p:nvPr>
        </p:nvSpPr>
        <p:spPr/>
        <p:txBody>
          <a:bodyPr/>
          <a:lstStyle/>
          <a:p>
            <a:fld id="{800C8475-47C1-49C9-BEE5-594F8CF4D71F}" type="slidenum">
              <a:rPr kumimoji="1" lang="ja-JP" altLang="en-US" smtClean="0"/>
              <a:pPr/>
              <a:t>51</a:t>
            </a:fld>
            <a:endParaRPr kumimoji="1" lang="ja-JP" altLang="en-US"/>
          </a:p>
        </p:txBody>
      </p:sp>
      <p:pic>
        <p:nvPicPr>
          <p:cNvPr id="4100" name="Picture 4" descr="http://data.sinhvienit.net/2013/T09/img/SinhVienIT.Net---suy-ngh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3407" y="2685690"/>
            <a:ext cx="28956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833227"/>
      </p:ext>
    </p:extLst>
  </p:cSld>
  <p:clrMapOvr>
    <a:masterClrMapping/>
  </p:clrMapOvr>
</p:sld>
</file>

<file path=ppt/theme/theme1.xml><?xml version="1.0" encoding="utf-8"?>
<a:theme xmlns:a="http://schemas.openxmlformats.org/drawingml/2006/main" name="dsp">
  <a:themeElements>
    <a:clrScheme name="ユーザー定義 5">
      <a:dk1>
        <a:sysClr val="windowText" lastClr="000000"/>
      </a:dk1>
      <a:lt1>
        <a:sysClr val="window" lastClr="FFFFFF"/>
      </a:lt1>
      <a:dk2>
        <a:srgbClr val="5B6973"/>
      </a:dk2>
      <a:lt2>
        <a:srgbClr val="000000"/>
      </a:lt2>
      <a:accent1>
        <a:srgbClr val="5B6973"/>
      </a:accent1>
      <a:accent2>
        <a:srgbClr val="002060"/>
      </a:accent2>
      <a:accent3>
        <a:srgbClr val="DEAE00"/>
      </a:accent3>
      <a:accent4>
        <a:srgbClr val="B77BB4"/>
      </a:accent4>
      <a:accent5>
        <a:srgbClr val="E0773C"/>
      </a:accent5>
      <a:accent6>
        <a:srgbClr val="A98D63"/>
      </a:accent6>
      <a:hlink>
        <a:srgbClr val="26CBEC"/>
      </a:hlink>
      <a:folHlink>
        <a:srgbClr val="598C8C"/>
      </a:folHlink>
    </a:clrScheme>
    <a:fontScheme name="ochilab_ofd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ochilab_ofd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chilab_ofd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chilab_ofd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chilab_ofd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chilab_ofd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chilab_ofd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chilab_ofd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chilab_ofd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chilab_ofd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chilab_ofd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chilab_ofd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chilab_ofd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au_BaoCao_LVTN_Trinhbay" id="{D3A5B2E4-E217-49C4-B24C-606B452C3C9B}" vid="{C6AF31C0-6432-4428-A701-01B0A15D6F6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661</TotalTime>
  <Words>2899</Words>
  <Application>Microsoft Office PowerPoint</Application>
  <PresentationFormat>On-screen Show (4:3)</PresentationFormat>
  <Paragraphs>405</Paragraphs>
  <Slides>51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Tahoma</vt:lpstr>
      <vt:lpstr>Times New Roman</vt:lpstr>
      <vt:lpstr>Wingdings</vt:lpstr>
      <vt:lpstr>dsp</vt:lpstr>
      <vt:lpstr>NGÀNH KỸ THUẬT MÁY TÍNH</vt:lpstr>
      <vt:lpstr>Mục tiêu</vt:lpstr>
      <vt:lpstr>Nội dung</vt:lpstr>
      <vt:lpstr>PowerPoint Presentation</vt:lpstr>
      <vt:lpstr>PowerPoint Presentation</vt:lpstr>
      <vt:lpstr>PowerPoint Presentation</vt:lpstr>
      <vt:lpstr>Kỹ thuật máy tính là gì? </vt:lpstr>
      <vt:lpstr>Kỹ thuật máy tính là gì? </vt:lpstr>
      <vt:lpstr>Kỹ thuật máy tính là gì? </vt:lpstr>
      <vt:lpstr>Kỹ thuật máy tính là gì? </vt:lpstr>
      <vt:lpstr>Kỹ thuật máy tính là gì? </vt:lpstr>
      <vt:lpstr>Sản phẩm của ngành KTMT ở khắp mọi nơi</vt:lpstr>
      <vt:lpstr>PowerPoint Presentation</vt:lpstr>
      <vt:lpstr>Giảng viên: HTN và IoT</vt:lpstr>
      <vt:lpstr>Giảng viên: HTN và IoT</vt:lpstr>
      <vt:lpstr>Giảng viên: TKVM và Phần cứng</vt:lpstr>
      <vt:lpstr>Giảng viên: TKVM và Phần cứng</vt:lpstr>
      <vt:lpstr>Mục tiêu của CTĐT KTMT</vt:lpstr>
      <vt:lpstr>Năng lực và kỹ năng</vt:lpstr>
      <vt:lpstr>Sinh viên KTMT học gì?</vt:lpstr>
      <vt:lpstr>Sinh viên KTMT học gì?</vt:lpstr>
      <vt:lpstr>Sinh viên KTMT trải qua các năm ra sao?</vt:lpstr>
      <vt:lpstr>PowerPoint Presentation</vt:lpstr>
      <vt:lpstr>Sinh viên KTMT làm việc gì?</vt:lpstr>
      <vt:lpstr>Sinh viên KTMT làm gì?</vt:lpstr>
      <vt:lpstr>Sinh viên KTMT làm IoT…</vt:lpstr>
      <vt:lpstr>Câu hỏi thường gặp…</vt:lpstr>
      <vt:lpstr>Cơ hội việc làm</vt:lpstr>
      <vt:lpstr>Bối cảnh</vt:lpstr>
      <vt:lpstr>Bối cảnh</vt:lpstr>
      <vt:lpstr>Cơ hội việc làm</vt:lpstr>
      <vt:lpstr>PowerPoint Presentation</vt:lpstr>
      <vt:lpstr>Cyber-Physical Systems</vt:lpstr>
      <vt:lpstr>System-On-Chip (SoC)</vt:lpstr>
      <vt:lpstr>Wireless Technology</vt:lpstr>
      <vt:lpstr>PowerPoint Presentation</vt:lpstr>
      <vt:lpstr>PowerPoint Presentation</vt:lpstr>
      <vt:lpstr>Hệ thống nhúng và IoT</vt:lpstr>
      <vt:lpstr>Hệ thống nhúng và IoT</vt:lpstr>
      <vt:lpstr>Hệ thống nhúng và IoT</vt:lpstr>
      <vt:lpstr>Hệ thống nhúng và IoT</vt:lpstr>
      <vt:lpstr>Thiết kế vi mạch và phần cứng</vt:lpstr>
      <vt:lpstr>Thiết kế vi mạch và phần cứng</vt:lpstr>
      <vt:lpstr>Thiết kế vi mạch và phần cứng</vt:lpstr>
      <vt:lpstr>Thiết kế vi mạch và phần cứng</vt:lpstr>
      <vt:lpstr>PowerPoint Presentation</vt:lpstr>
      <vt:lpstr>Ký kết MoU</vt:lpstr>
      <vt:lpstr>LABs</vt:lpstr>
      <vt:lpstr>Học bổng nữ sinh</vt:lpstr>
      <vt:lpstr>Hoạt động học thuật – Phong trào</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NGÀNH KỸ THUẬT MÁY TÍNH</dc:title>
  <dc:creator>Duy</dc:creator>
  <cp:lastModifiedBy>Đoàn Duy</cp:lastModifiedBy>
  <cp:revision>1</cp:revision>
  <dcterms:created xsi:type="dcterms:W3CDTF">2020-11-15T19:03:46Z</dcterms:created>
  <dcterms:modified xsi:type="dcterms:W3CDTF">2023-10-16T06:33:08Z</dcterms:modified>
</cp:coreProperties>
</file>